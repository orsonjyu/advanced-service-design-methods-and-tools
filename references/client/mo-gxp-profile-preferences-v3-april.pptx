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40_5E7BBA1A.xml" ContentType="application/vnd.ms-powerpoint.comments+xml"/>
  <Override PartName="/ppt/notesSlides/notesSlide11.xml" ContentType="application/vnd.openxmlformats-officedocument.presentationml.notesSlide+xml"/>
  <Override PartName="/ppt/comments/modernComment_191_7DBC5608.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0"/>
  </p:notesMasterIdLst>
  <p:sldIdLst>
    <p:sldId id="277" r:id="rId5"/>
    <p:sldId id="438" r:id="rId6"/>
    <p:sldId id="389" r:id="rId7"/>
    <p:sldId id="319" r:id="rId8"/>
    <p:sldId id="433" r:id="rId9"/>
    <p:sldId id="398" r:id="rId10"/>
    <p:sldId id="408" r:id="rId11"/>
    <p:sldId id="405" r:id="rId12"/>
    <p:sldId id="422" r:id="rId13"/>
    <p:sldId id="352" r:id="rId14"/>
    <p:sldId id="436" r:id="rId15"/>
    <p:sldId id="316" r:id="rId16"/>
    <p:sldId id="337" r:id="rId17"/>
    <p:sldId id="322" r:id="rId18"/>
    <p:sldId id="325" r:id="rId19"/>
    <p:sldId id="341" r:id="rId20"/>
    <p:sldId id="262" r:id="rId21"/>
    <p:sldId id="301" r:id="rId22"/>
    <p:sldId id="343" r:id="rId23"/>
    <p:sldId id="431" r:id="rId24"/>
    <p:sldId id="365" r:id="rId25"/>
    <p:sldId id="2147483645" r:id="rId26"/>
    <p:sldId id="426" r:id="rId27"/>
    <p:sldId id="394" r:id="rId28"/>
    <p:sldId id="395" r:id="rId29"/>
    <p:sldId id="2147480541" r:id="rId30"/>
    <p:sldId id="391" r:id="rId31"/>
    <p:sldId id="399" r:id="rId32"/>
    <p:sldId id="400" r:id="rId33"/>
    <p:sldId id="347" r:id="rId34"/>
    <p:sldId id="282" r:id="rId35"/>
    <p:sldId id="304" r:id="rId36"/>
    <p:sldId id="320" r:id="rId37"/>
    <p:sldId id="310" r:id="rId38"/>
    <p:sldId id="40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D3C921-0CCE-8306-67F4-24E9B8C6F346}" name="Samah Babbo" initials="SB" userId="S::v-sbabbo@mohg.com::b1fab2c4-6b20-4d32-ae55-3ce33391266e" providerId="AD"/>
  <p188:author id="{F6F885AE-59DB-2EDB-D208-9391DB202A32}" name="Kate Okrasinski" initials="" userId="S::kokrasinski@mohg.com::39c3dd25-8d8c-4979-b0ce-bb99ae76ba8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2"/>
    <p:restoredTop sz="94652"/>
  </p:normalViewPr>
  <p:slideViewPr>
    <p:cSldViewPr snapToGrid="0">
      <p:cViewPr varScale="1">
        <p:scale>
          <a:sx n="119" d="100"/>
          <a:sy n="119" d="100"/>
        </p:scale>
        <p:origin x="3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presProps" Target="presProps.xml"/></Relationships>
</file>

<file path=ppt/comments/modernComment_140_5E7BBA1A.xml><?xml version="1.0" encoding="utf-8"?>
<p188:cmLst xmlns:a="http://schemas.openxmlformats.org/drawingml/2006/main" xmlns:r="http://schemas.openxmlformats.org/officeDocument/2006/relationships" xmlns:p188="http://schemas.microsoft.com/office/powerpoint/2018/8/main">
  <p188:cm id="{74B23383-E208-CC48-805A-B961EFF8B1E9}" authorId="{F6F885AE-59DB-2EDB-D208-9391DB202A32}" created="2025-03-18T13:33:12.002">
    <pc:sldMkLst xmlns:pc="http://schemas.microsoft.com/office/powerpoint/2013/main/command">
      <pc:docMk/>
      <pc:sldMk cId="1585166874" sldId="320"/>
    </pc:sldMkLst>
    <p188:replyLst>
      <p188:reply id="{7B259D4F-D74A-8E49-B6D8-C5E774BA8730}" authorId="{F6F885AE-59DB-2EDB-D208-9391DB202A32}" created="2025-03-18T13:33:22.040">
        <p188:txBody>
          <a:bodyPr/>
          <a:lstStyle/>
          <a:p>
            <a:r>
              <a:rPr lang="en-US"/>
              <a:t>Or in their worksheet is fine! 
</a:t>
            </a:r>
          </a:p>
        </p188:txBody>
      </p188:reply>
      <p188:reply id="{6E4BCAE7-248E-4F6C-AEE9-A095F2C310DE}" authorId="{92D3C921-0CCE-8306-67F4-24E9B8C6F346}" created="2025-03-19T01:55:52.277">
        <p188:txBody>
          <a:bodyPr/>
          <a:lstStyle/>
          <a:p>
            <a:r>
              <a:rPr lang="en-US"/>
              <a:t>[@Kate Okrasinski] how much of the 45min is spent on the worksheet? </a:t>
            </a:r>
          </a:p>
        </p188:txBody>
      </p188:reply>
    </p188:replyLst>
    <p188:txBody>
      <a:bodyPr/>
      <a:lstStyle/>
      <a:p>
        <a:r>
          <a:rPr lang="en-US"/>
          <a:t>[@Samah Babbo] and [@Suki Jiaying Mai] to be printed A3 as a worksheet for each team to use </a:t>
        </a:r>
      </a:p>
    </p188:txBody>
  </p188:cm>
</p188:cmLst>
</file>

<file path=ppt/comments/modernComment_191_7DBC5608.xml><?xml version="1.0" encoding="utf-8"?>
<p188:cmLst xmlns:a="http://schemas.openxmlformats.org/drawingml/2006/main" xmlns:r="http://schemas.openxmlformats.org/officeDocument/2006/relationships" xmlns:p188="http://schemas.microsoft.com/office/powerpoint/2018/8/main">
  <p188:cm id="{A0AB5EAB-1EF9-4FFB-B3E4-5D6DE9B0B74E}" authorId="{92D3C921-0CCE-8306-67F4-24E9B8C6F346}" created="2025-03-19T03:06:45.260">
    <pc:sldMkLst xmlns:pc="http://schemas.microsoft.com/office/powerpoint/2013/main/command">
      <pc:docMk/>
      <pc:sldMk cId="2109494792" sldId="401"/>
    </pc:sldMkLst>
    <p188:txBody>
      <a:bodyPr/>
      <a:lstStyle/>
      <a:p>
        <a:r>
          <a:rPr lang="en-US"/>
          <a:t>[@Kate Okrasinski] [@Andrew Cleary] This was not in the original agenda, not sure we can accommodate the time. Could we add this to any of the other P&amp;P action/activities we have?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295C1-59CD-6341-BC6D-9C4B3CF2021B}" type="datetimeFigureOut">
              <a:rPr lang="en-US" smtClean="0"/>
              <a:t>9/9/26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B053F7-F52F-374A-9022-D626D1B559B8}" type="slidenum">
              <a:rPr lang="en-US" smtClean="0"/>
              <a:t>‹#›</a:t>
            </a:fld>
            <a:endParaRPr lang="en-US"/>
          </a:p>
        </p:txBody>
      </p:sp>
    </p:spTree>
    <p:extLst>
      <p:ext uri="{BB962C8B-B14F-4D97-AF65-F5344CB8AC3E}">
        <p14:creationId xmlns:p14="http://schemas.microsoft.com/office/powerpoint/2010/main" val="3286623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6781F-4309-9481-D41F-04436CB246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B4979-814D-38DB-C1E4-952884984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2C29DE-7985-08A5-5407-9A27357147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A84AEBA-B5A6-8932-30C7-9098BEDC85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0FF18C-0F16-A848-9631-712361F44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1536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30FC5-11AF-2E07-B0D2-49BBDBCD5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475CB6-1235-4899-42A9-AF2AEAAE2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EC67E5-ADC7-A4F6-DE17-B550C88A1D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9E99B3-D90A-0A0D-976F-B51C67A0A0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0FF18C-0F16-A848-9631-712361F44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7844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0FF18C-0F16-A848-9631-712361F44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6587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4EAD8-259C-0293-B4F0-064D24E09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570105-630D-3FDE-64BA-13B0CAC2A9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040988-731F-4FF3-89F3-23B7BC6B9A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A3D870-D29A-AFBD-4B1E-644C577D39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0FF18C-0F16-A848-9631-712361F44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6578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337B6-69A2-F91A-A8E2-C5C1CCA06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DCC011-C3A2-0F20-B9B4-CCE1516147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58EBA-3136-0789-1A42-C958D3C618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EE103C-F682-EEBE-7F62-EE77A14A3E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0FF18C-0F16-A848-9631-712361F44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9990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rtl="0" eaLnBrk="1" fontAlgn="auto" latinLnBrk="0" hangingPunct="1">
              <a:lnSpc>
                <a:spcPct val="100000"/>
              </a:lnSpc>
              <a:spcBef>
                <a:spcPts val="300"/>
              </a:spcBef>
              <a:spcAft>
                <a:spcPts val="0"/>
              </a:spcAft>
              <a:buClrTx/>
              <a:buSzTx/>
              <a:buFontTx/>
              <a:buNone/>
              <a:tabLst/>
              <a:defRPr/>
            </a:pPr>
            <a:r>
              <a:rPr lang="en-US" sz="1200" b="0" u="none" strike="noStrike" kern="1200" cap="none" spc="0" normalizeH="0" baseline="0" noProof="0">
                <a:ln>
                  <a:noFill/>
                </a:ln>
                <a:solidFill>
                  <a:srgbClr val="404040"/>
                </a:solidFill>
                <a:effectLst/>
                <a:uLnTx/>
                <a:uFillTx/>
                <a:latin typeface="+mj-lt"/>
              </a:rPr>
              <a:t>1/</a:t>
            </a:r>
            <a:r>
              <a:rPr lang="en-US" sz="1200">
                <a:solidFill>
                  <a:srgbClr val="404040"/>
                </a:solidFill>
                <a:latin typeface="+mj-lt"/>
              </a:rPr>
              <a:t>  how are you doing it today? Do you have a process in place today? </a:t>
            </a:r>
          </a:p>
          <a:p>
            <a:pPr marL="0" marR="0" lvl="0" indent="0" defTabSz="914400" rtl="0" eaLnBrk="1" fontAlgn="auto" latinLnBrk="0" hangingPunct="1">
              <a:lnSpc>
                <a:spcPct val="100000"/>
              </a:lnSpc>
              <a:spcBef>
                <a:spcPts val="300"/>
              </a:spcBef>
              <a:spcAft>
                <a:spcPts val="0"/>
              </a:spcAft>
              <a:buClrTx/>
              <a:buSzTx/>
              <a:buFontTx/>
              <a:buNone/>
              <a:tabLst/>
              <a:defRPr/>
            </a:pPr>
            <a:r>
              <a:rPr lang="en-US" sz="1200" b="0" u="none" strike="noStrike" kern="1200" cap="none" spc="0" normalizeH="0" baseline="0" noProof="0">
                <a:ln>
                  <a:noFill/>
                </a:ln>
                <a:solidFill>
                  <a:srgbClr val="404040"/>
                </a:solidFill>
                <a:effectLst/>
                <a:uLnTx/>
                <a:uFillTx/>
                <a:latin typeface="+mj-lt"/>
              </a:rPr>
              <a:t>Who is responsible for putting exclusions on the list? Who does the HNW outreach?  How will you onboard them? </a:t>
            </a:r>
          </a:p>
          <a:p>
            <a:pPr marL="0" marR="0" lvl="0" indent="0" defTabSz="914400" rtl="0" eaLnBrk="1" fontAlgn="auto" latinLnBrk="0" hangingPunct="1">
              <a:lnSpc>
                <a:spcPct val="100000"/>
              </a:lnSpc>
              <a:spcBef>
                <a:spcPts val="300"/>
              </a:spcBef>
              <a:spcAft>
                <a:spcPts val="0"/>
              </a:spcAft>
              <a:buClrTx/>
              <a:buSzTx/>
              <a:buFontTx/>
              <a:buNone/>
              <a:tabLst/>
              <a:defRPr/>
            </a:pPr>
            <a:r>
              <a:rPr lang="en-US" sz="1200" b="0" u="none" strike="noStrike" kern="1200" cap="none" spc="0" normalizeH="0" baseline="0" noProof="0">
                <a:ln>
                  <a:noFill/>
                </a:ln>
                <a:solidFill>
                  <a:srgbClr val="404040"/>
                </a:solidFill>
                <a:effectLst/>
                <a:uLnTx/>
                <a:uFillTx/>
                <a:latin typeface="+mj-lt"/>
              </a:rPr>
              <a:t>2/ if you don’t have a process in place today, what is required to fit this workflow? </a:t>
            </a:r>
          </a:p>
          <a:p>
            <a:pPr marL="0" marR="0" lvl="0" indent="0" defTabSz="914400" rtl="0" eaLnBrk="1" fontAlgn="auto" latinLnBrk="0" hangingPunct="1">
              <a:lnSpc>
                <a:spcPct val="100000"/>
              </a:lnSpc>
              <a:spcBef>
                <a:spcPts val="300"/>
              </a:spcBef>
              <a:spcAft>
                <a:spcPts val="0"/>
              </a:spcAft>
              <a:buClrTx/>
              <a:buSzTx/>
              <a:buFontTx/>
              <a:buNone/>
              <a:tabLst/>
              <a:defRPr/>
            </a:pPr>
            <a:r>
              <a:rPr lang="en-US" sz="1200">
                <a:solidFill>
                  <a:srgbClr val="404040"/>
                </a:solidFill>
                <a:latin typeface="+mj-lt"/>
              </a:rPr>
              <a:t>3/ For the 4 day booking window, do you have a process for double checking for short booking window VIP to determine outreach required. </a:t>
            </a:r>
          </a:p>
          <a:p>
            <a:pPr marL="0" marR="0" lvl="0" indent="0" defTabSz="914400" rtl="0" eaLnBrk="1" fontAlgn="auto" latinLnBrk="0" hangingPunct="1">
              <a:lnSpc>
                <a:spcPct val="100000"/>
              </a:lnSpc>
              <a:spcBef>
                <a:spcPts val="300"/>
              </a:spcBef>
              <a:spcAft>
                <a:spcPts val="0"/>
              </a:spcAft>
              <a:buClrTx/>
              <a:buSzTx/>
              <a:buFontTx/>
              <a:buNone/>
              <a:tabLst/>
              <a:defRPr/>
            </a:pPr>
            <a:r>
              <a:rPr lang="en-US" sz="1200" b="0" u="none" strike="noStrike" kern="1200" cap="none" spc="0" normalizeH="0" baseline="0" noProof="0">
                <a:ln>
                  <a:noFill/>
                </a:ln>
                <a:solidFill>
                  <a:srgbClr val="404040"/>
                </a:solidFill>
                <a:effectLst/>
                <a:uLnTx/>
                <a:uFillTx/>
                <a:latin typeface="+mj-lt"/>
              </a:rPr>
              <a:t>Prepare your teams for the impact of this new process in place </a:t>
            </a:r>
          </a:p>
          <a:p>
            <a:pPr marL="0" marR="0" lvl="0" indent="0" defTabSz="914400" rtl="0" eaLnBrk="1" fontAlgn="auto" latinLnBrk="0" hangingPunct="1">
              <a:lnSpc>
                <a:spcPct val="100000"/>
              </a:lnSpc>
              <a:spcBef>
                <a:spcPts val="300"/>
              </a:spcBef>
              <a:spcAft>
                <a:spcPts val="0"/>
              </a:spcAft>
              <a:buClrTx/>
              <a:buSzTx/>
              <a:buFontTx/>
              <a:buNone/>
              <a:tabLst/>
              <a:defRPr/>
            </a:pPr>
            <a:r>
              <a:rPr lang="en-US" sz="1200">
                <a:solidFill>
                  <a:srgbClr val="404040"/>
                </a:solidFill>
                <a:latin typeface="+mj-lt"/>
              </a:rPr>
              <a:t>4/ be aware, guests are updating their information in the app as well (without direct conversation with our teams). </a:t>
            </a:r>
            <a:endParaRPr lang="en-US" sz="1200" b="0" u="none" strike="noStrike" kern="1200" cap="none" spc="0" normalizeH="0" baseline="0" noProof="0">
              <a:ln>
                <a:noFill/>
              </a:ln>
              <a:solidFill>
                <a:srgbClr val="404040"/>
              </a:solidFill>
              <a:effectLst/>
              <a:uLnTx/>
              <a:uFillTx/>
              <a:latin typeface="+mj-lt"/>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0FF18C-0F16-A848-9631-712361F44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4154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0FF18C-0F16-A848-9631-712361F44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7145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9AD4B-5C5B-6BA4-93F8-CFF62AF9E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99633C-2C8A-D328-333B-F34C531BC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6D2479-73F5-F07A-B34A-DA9EC7B9F8FF}"/>
              </a:ext>
            </a:extLst>
          </p:cNvPr>
          <p:cNvSpPr>
            <a:spLocks noGrp="1"/>
          </p:cNvSpPr>
          <p:nvPr>
            <p:ph type="body" idx="1"/>
          </p:nvPr>
        </p:nvSpPr>
        <p:spPr/>
        <p:txBody>
          <a:bodyPr/>
          <a:lstStyle/>
          <a:p>
            <a:r>
              <a:rPr lang="en-US"/>
              <a:t>Let’s dive into the journey…</a:t>
            </a:r>
            <a:br>
              <a:rPr lang="en-US"/>
            </a:br>
            <a:br>
              <a:rPr lang="en-US"/>
            </a:br>
            <a:r>
              <a:rPr lang="en-US"/>
              <a:t>this will be workshopped and tailored to each of your properties</a:t>
            </a:r>
          </a:p>
        </p:txBody>
      </p:sp>
      <p:sp>
        <p:nvSpPr>
          <p:cNvPr id="4" name="Slide Number Placeholder 3">
            <a:extLst>
              <a:ext uri="{FF2B5EF4-FFF2-40B4-BE49-F238E27FC236}">
                <a16:creationId xmlns:a16="http://schemas.microsoft.com/office/drawing/2014/main" id="{84449776-C78A-D39D-2D1A-0E384D73FB2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0FF18C-0F16-A848-9631-712361F44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7186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what we will be embodied at your property. </a:t>
            </a:r>
          </a:p>
          <a:p>
            <a:endParaRPr lang="en-US"/>
          </a:p>
          <a:p>
            <a:r>
              <a:rPr lang="en-US"/>
              <a:t>For you to find your magic. </a:t>
            </a:r>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0FF18C-0F16-A848-9631-712361F44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4701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E686A-2584-AA66-046D-D4EC879FAA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A1226-87BE-9C09-50F8-77D6B3AEE0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A852F-1C83-A5C8-FB63-D1AA6B386D75}"/>
              </a:ext>
            </a:extLst>
          </p:cNvPr>
          <p:cNvSpPr>
            <a:spLocks noGrp="1"/>
          </p:cNvSpPr>
          <p:nvPr>
            <p:ph type="body" idx="1"/>
          </p:nvPr>
        </p:nvSpPr>
        <p:spPr/>
        <p:txBody>
          <a:bodyPr/>
          <a:lstStyle/>
          <a:p>
            <a:r>
              <a:rPr lang="en-US"/>
              <a:t>This is the what we will be embodied at your property. </a:t>
            </a:r>
          </a:p>
          <a:p>
            <a:endParaRPr lang="en-US"/>
          </a:p>
          <a:p>
            <a:r>
              <a:rPr lang="en-US"/>
              <a:t>For you to find your magic. </a:t>
            </a:r>
          </a:p>
          <a:p>
            <a:endParaRPr lang="en-US"/>
          </a:p>
          <a:p>
            <a:endParaRPr lang="en-US"/>
          </a:p>
        </p:txBody>
      </p:sp>
      <p:sp>
        <p:nvSpPr>
          <p:cNvPr id="4" name="Slide Number Placeholder 3">
            <a:extLst>
              <a:ext uri="{FF2B5EF4-FFF2-40B4-BE49-F238E27FC236}">
                <a16:creationId xmlns:a16="http://schemas.microsoft.com/office/drawing/2014/main" id="{31D9831B-A449-00CF-9F58-C81051243C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0FF18C-0F16-A848-9631-712361F44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6913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COLLEAUGE TO DRIVE THE CONVERSATION &amp; RESOLUTION </a:t>
            </a:r>
          </a:p>
          <a:p>
            <a:r>
              <a:rPr lang="en-US"/>
              <a:t>FACILITATOR TO STRUCTURE: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0FF18C-0F16-A848-9631-712361F44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3310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01">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C2348D3F-A6ED-C947-9514-B9F03E1B4A87}"/>
              </a:ext>
            </a:extLst>
          </p:cNvPr>
          <p:cNvSpPr>
            <a:spLocks noGrp="1"/>
          </p:cNvSpPr>
          <p:nvPr>
            <p:ph type="pic" sz="quarter" idx="13" hasCustomPrompt="1"/>
          </p:nvPr>
        </p:nvSpPr>
        <p:spPr>
          <a:xfrm>
            <a:off x="0" y="-9525"/>
            <a:ext cx="12192000" cy="6867525"/>
          </a:xfrm>
          <a:solidFill>
            <a:schemeClr val="accent5"/>
          </a:solidFill>
        </p:spPr>
        <p:txBody>
          <a:bodyPr>
            <a:normAutofit/>
          </a:bodyPr>
          <a:lstStyle>
            <a:lvl1pPr marL="0" indent="0" algn="ctr">
              <a:lnSpc>
                <a:spcPts val="55000"/>
              </a:lnSpc>
              <a:buFontTx/>
              <a:buNone/>
              <a:defRPr sz="1200" cap="all" baseline="0"/>
            </a:lvl1pPr>
          </a:lstStyle>
          <a:p>
            <a:r>
              <a:rPr lang="en-US"/>
              <a:t>insert image – Drag &amp; Drop</a:t>
            </a:r>
          </a:p>
        </p:txBody>
      </p:sp>
      <p:sp>
        <p:nvSpPr>
          <p:cNvPr id="2" name="Title 1">
            <a:extLst>
              <a:ext uri="{FF2B5EF4-FFF2-40B4-BE49-F238E27FC236}">
                <a16:creationId xmlns:a16="http://schemas.microsoft.com/office/drawing/2014/main" id="{CADF0142-9F9B-C041-9F59-97A2658D5DB2}"/>
              </a:ext>
            </a:extLst>
          </p:cNvPr>
          <p:cNvSpPr>
            <a:spLocks noGrp="1"/>
          </p:cNvSpPr>
          <p:nvPr>
            <p:ph type="ctrTitle" hasCustomPrompt="1"/>
          </p:nvPr>
        </p:nvSpPr>
        <p:spPr>
          <a:xfrm>
            <a:off x="3180556" y="6058129"/>
            <a:ext cx="5830888" cy="368552"/>
          </a:xfrm>
        </p:spPr>
        <p:txBody>
          <a:bodyPr anchor="t" anchorCtr="0">
            <a:noAutofit/>
          </a:bodyPr>
          <a:lstStyle>
            <a:lvl1pPr algn="ctr">
              <a:defRPr sz="3000" cap="all" baseline="0">
                <a:solidFill>
                  <a:schemeClr val="bg1"/>
                </a:solidFill>
              </a:defRPr>
            </a:lvl1pPr>
          </a:lstStyle>
          <a:p>
            <a:r>
              <a:rPr lang="en-US"/>
              <a:t>Lorem ipsum</a:t>
            </a:r>
          </a:p>
        </p:txBody>
      </p:sp>
      <p:sp>
        <p:nvSpPr>
          <p:cNvPr id="14" name="Text Placeholder 13">
            <a:extLst>
              <a:ext uri="{FF2B5EF4-FFF2-40B4-BE49-F238E27FC236}">
                <a16:creationId xmlns:a16="http://schemas.microsoft.com/office/drawing/2014/main" id="{FF20C364-B58A-F44A-A7F6-AB53B4919D73}"/>
              </a:ext>
            </a:extLst>
          </p:cNvPr>
          <p:cNvSpPr>
            <a:spLocks noGrp="1"/>
          </p:cNvSpPr>
          <p:nvPr>
            <p:ph type="body" sz="quarter" idx="12" hasCustomPrompt="1"/>
          </p:nvPr>
        </p:nvSpPr>
        <p:spPr>
          <a:xfrm>
            <a:off x="3180557" y="5802746"/>
            <a:ext cx="5830887" cy="199836"/>
          </a:xfrm>
        </p:spPr>
        <p:txBody>
          <a:bodyPr>
            <a:noAutofit/>
          </a:bodyPr>
          <a:lstStyle>
            <a:lvl1pPr marL="0" indent="0" algn="ctr">
              <a:buNone/>
              <a:defRPr sz="1000" cap="all" spc="3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0" name="Text Placeholder 19">
            <a:extLst>
              <a:ext uri="{FF2B5EF4-FFF2-40B4-BE49-F238E27FC236}">
                <a16:creationId xmlns:a16="http://schemas.microsoft.com/office/drawing/2014/main" id="{8DC416F1-B9C7-DA4C-93F8-1ED35328DC85}"/>
              </a:ext>
            </a:extLst>
          </p:cNvPr>
          <p:cNvSpPr>
            <a:spLocks noGrp="1"/>
          </p:cNvSpPr>
          <p:nvPr>
            <p:ph type="body" sz="quarter" idx="14" hasCustomPrompt="1"/>
          </p:nvPr>
        </p:nvSpPr>
        <p:spPr>
          <a:xfrm>
            <a:off x="4356090" y="2066305"/>
            <a:ext cx="3374746" cy="2707575"/>
          </a:xfrm>
          <a:blipFill>
            <a:blip r:embed="rId2"/>
            <a:stretch>
              <a:fillRect l="-15091" t="-5141" r="-15800" b="-10519"/>
            </a:stretch>
          </a:blipFill>
        </p:spPr>
        <p:txBody>
          <a:bodyPr/>
          <a:lstStyle>
            <a:lvl1pPr marL="0" indent="0">
              <a:buFontTx/>
              <a:buNone/>
              <a:defRPr>
                <a:blipFill>
                  <a:blip r:embed="rId2"/>
                  <a:stretch>
                    <a:fillRect/>
                  </a:stretch>
                </a:blipFill>
              </a:defRPr>
            </a:lvl1pPr>
          </a:lstStyle>
          <a:p>
            <a:pPr lvl="0"/>
            <a:r>
              <a:rPr lang="en-US"/>
              <a:t> </a:t>
            </a:r>
          </a:p>
        </p:txBody>
      </p:sp>
      <p:sp>
        <p:nvSpPr>
          <p:cNvPr id="9" name="Date Placeholder 8">
            <a:extLst>
              <a:ext uri="{FF2B5EF4-FFF2-40B4-BE49-F238E27FC236}">
                <a16:creationId xmlns:a16="http://schemas.microsoft.com/office/drawing/2014/main" id="{89F0ABC5-81E0-974B-917B-D7DACFE6B04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2" name="Footer Placeholder 11">
            <a:extLst>
              <a:ext uri="{FF2B5EF4-FFF2-40B4-BE49-F238E27FC236}">
                <a16:creationId xmlns:a16="http://schemas.microsoft.com/office/drawing/2014/main" id="{4237D86B-A235-D046-8570-B6B86028CCB1}"/>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Tree>
    <p:extLst>
      <p:ext uri="{BB962C8B-B14F-4D97-AF65-F5344CB8AC3E}">
        <p14:creationId xmlns:p14="http://schemas.microsoft.com/office/powerpoint/2010/main" val="30629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02">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C2348D3F-A6ED-C947-9514-B9F03E1B4A87}"/>
              </a:ext>
            </a:extLst>
          </p:cNvPr>
          <p:cNvSpPr>
            <a:spLocks noGrp="1"/>
          </p:cNvSpPr>
          <p:nvPr>
            <p:ph type="pic" sz="quarter" idx="13" hasCustomPrompt="1"/>
          </p:nvPr>
        </p:nvSpPr>
        <p:spPr>
          <a:xfrm>
            <a:off x="0" y="-9525"/>
            <a:ext cx="12192000" cy="6867525"/>
          </a:xfrm>
          <a:solidFill>
            <a:schemeClr val="accent5"/>
          </a:solidFill>
        </p:spPr>
        <p:txBody>
          <a:bodyPr>
            <a:normAutofit/>
          </a:bodyPr>
          <a:lstStyle>
            <a:lvl1pPr marL="0" indent="0" algn="ctr">
              <a:lnSpc>
                <a:spcPts val="55000"/>
              </a:lnSpc>
              <a:buFontTx/>
              <a:buNone/>
              <a:defRPr sz="1200" cap="all" baseline="0"/>
            </a:lvl1pPr>
          </a:lstStyle>
          <a:p>
            <a:r>
              <a:rPr lang="en-US"/>
              <a:t>insert image – Drag &amp; Drop</a:t>
            </a:r>
          </a:p>
        </p:txBody>
      </p:sp>
      <p:sp>
        <p:nvSpPr>
          <p:cNvPr id="2" name="Title 1">
            <a:extLst>
              <a:ext uri="{FF2B5EF4-FFF2-40B4-BE49-F238E27FC236}">
                <a16:creationId xmlns:a16="http://schemas.microsoft.com/office/drawing/2014/main" id="{CADF0142-9F9B-C041-9F59-97A2658D5DB2}"/>
              </a:ext>
            </a:extLst>
          </p:cNvPr>
          <p:cNvSpPr>
            <a:spLocks noGrp="1"/>
          </p:cNvSpPr>
          <p:nvPr>
            <p:ph type="ctrTitle" hasCustomPrompt="1"/>
          </p:nvPr>
        </p:nvSpPr>
        <p:spPr>
          <a:xfrm>
            <a:off x="3180556" y="3615638"/>
            <a:ext cx="5830888" cy="368552"/>
          </a:xfrm>
        </p:spPr>
        <p:txBody>
          <a:bodyPr anchor="t" anchorCtr="0">
            <a:noAutofit/>
          </a:bodyPr>
          <a:lstStyle>
            <a:lvl1pPr algn="ctr">
              <a:defRPr sz="3000" cap="all" baseline="0">
                <a:solidFill>
                  <a:schemeClr val="bg1"/>
                </a:solidFill>
              </a:defRPr>
            </a:lvl1pPr>
          </a:lstStyle>
          <a:p>
            <a:r>
              <a:rPr lang="en-US"/>
              <a:t>Lorem ipsum</a:t>
            </a:r>
          </a:p>
        </p:txBody>
      </p:sp>
      <p:sp>
        <p:nvSpPr>
          <p:cNvPr id="14" name="Text Placeholder 13">
            <a:extLst>
              <a:ext uri="{FF2B5EF4-FFF2-40B4-BE49-F238E27FC236}">
                <a16:creationId xmlns:a16="http://schemas.microsoft.com/office/drawing/2014/main" id="{FF20C364-B58A-F44A-A7F6-AB53B4919D73}"/>
              </a:ext>
            </a:extLst>
          </p:cNvPr>
          <p:cNvSpPr>
            <a:spLocks noGrp="1"/>
          </p:cNvSpPr>
          <p:nvPr>
            <p:ph type="body" sz="quarter" idx="12" hasCustomPrompt="1"/>
          </p:nvPr>
        </p:nvSpPr>
        <p:spPr>
          <a:xfrm>
            <a:off x="3180557" y="3360255"/>
            <a:ext cx="5830887" cy="199836"/>
          </a:xfrm>
        </p:spPr>
        <p:txBody>
          <a:bodyPr>
            <a:noAutofit/>
          </a:bodyPr>
          <a:lstStyle>
            <a:lvl1pPr marL="0" indent="0" algn="ctr">
              <a:buNone/>
              <a:defRPr sz="1000" cap="all" spc="3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0" name="Text Placeholder 19">
            <a:extLst>
              <a:ext uri="{FF2B5EF4-FFF2-40B4-BE49-F238E27FC236}">
                <a16:creationId xmlns:a16="http://schemas.microsoft.com/office/drawing/2014/main" id="{8DC416F1-B9C7-DA4C-93F8-1ED35328DC85}"/>
              </a:ext>
            </a:extLst>
          </p:cNvPr>
          <p:cNvSpPr>
            <a:spLocks noGrp="1"/>
          </p:cNvSpPr>
          <p:nvPr>
            <p:ph type="body" sz="quarter" idx="14" hasCustomPrompt="1"/>
          </p:nvPr>
        </p:nvSpPr>
        <p:spPr>
          <a:xfrm>
            <a:off x="5267093" y="2241394"/>
            <a:ext cx="1628078" cy="875205"/>
          </a:xfrm>
          <a:blipFill>
            <a:blip r:embed="rId2"/>
            <a:stretch>
              <a:fillRect l="-18444" t="-14389" r="-19577" b="-67633"/>
            </a:stretch>
          </a:blipFill>
        </p:spPr>
        <p:txBody>
          <a:bodyPr/>
          <a:lstStyle>
            <a:lvl1pPr marL="0" indent="0">
              <a:buFontTx/>
              <a:buNone/>
              <a:defRPr>
                <a:blipFill>
                  <a:blip r:embed="rId2"/>
                  <a:stretch>
                    <a:fillRect/>
                  </a:stretch>
                </a:blipFill>
              </a:defRPr>
            </a:lvl1pPr>
          </a:lstStyle>
          <a:p>
            <a:pPr lvl="0"/>
            <a:r>
              <a:rPr lang="en-US"/>
              <a:t> </a:t>
            </a:r>
          </a:p>
        </p:txBody>
      </p:sp>
      <p:sp>
        <p:nvSpPr>
          <p:cNvPr id="9" name="Date Placeholder 8">
            <a:extLst>
              <a:ext uri="{FF2B5EF4-FFF2-40B4-BE49-F238E27FC236}">
                <a16:creationId xmlns:a16="http://schemas.microsoft.com/office/drawing/2014/main" id="{DDEAAE5F-9160-E34B-93C9-26B411E34D02}"/>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2" name="Footer Placeholder 11">
            <a:extLst>
              <a:ext uri="{FF2B5EF4-FFF2-40B4-BE49-F238E27FC236}">
                <a16:creationId xmlns:a16="http://schemas.microsoft.com/office/drawing/2014/main" id="{F7C45AD5-9E1D-D24E-AE3D-3502E08025A8}"/>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Tree>
    <p:extLst>
      <p:ext uri="{BB962C8B-B14F-4D97-AF65-F5344CB8AC3E}">
        <p14:creationId xmlns:p14="http://schemas.microsoft.com/office/powerpoint/2010/main" val="1009525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03">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C2348D3F-A6ED-C947-9514-B9F03E1B4A87}"/>
              </a:ext>
            </a:extLst>
          </p:cNvPr>
          <p:cNvSpPr>
            <a:spLocks noGrp="1"/>
          </p:cNvSpPr>
          <p:nvPr>
            <p:ph type="pic" sz="quarter" idx="13" hasCustomPrompt="1"/>
          </p:nvPr>
        </p:nvSpPr>
        <p:spPr>
          <a:xfrm>
            <a:off x="0" y="-9525"/>
            <a:ext cx="12192000" cy="6867525"/>
          </a:xfrm>
          <a:solidFill>
            <a:schemeClr val="accent5"/>
          </a:solidFill>
        </p:spPr>
        <p:txBody>
          <a:bodyPr>
            <a:normAutofit/>
          </a:bodyPr>
          <a:lstStyle>
            <a:lvl1pPr marL="0" indent="0" algn="ctr">
              <a:lnSpc>
                <a:spcPts val="55000"/>
              </a:lnSpc>
              <a:buFontTx/>
              <a:buNone/>
              <a:defRPr sz="1200" cap="all" baseline="0"/>
            </a:lvl1pPr>
          </a:lstStyle>
          <a:p>
            <a:r>
              <a:rPr lang="en-US"/>
              <a:t>insert image – Drag &amp; Drop</a:t>
            </a:r>
          </a:p>
        </p:txBody>
      </p:sp>
      <p:sp>
        <p:nvSpPr>
          <p:cNvPr id="20" name="Text Placeholder 19">
            <a:extLst>
              <a:ext uri="{FF2B5EF4-FFF2-40B4-BE49-F238E27FC236}">
                <a16:creationId xmlns:a16="http://schemas.microsoft.com/office/drawing/2014/main" id="{8DC416F1-B9C7-DA4C-93F8-1ED35328DC85}"/>
              </a:ext>
            </a:extLst>
          </p:cNvPr>
          <p:cNvSpPr>
            <a:spLocks noGrp="1"/>
          </p:cNvSpPr>
          <p:nvPr>
            <p:ph type="body" sz="quarter" idx="14" hasCustomPrompt="1"/>
          </p:nvPr>
        </p:nvSpPr>
        <p:spPr>
          <a:xfrm>
            <a:off x="5267093" y="1517494"/>
            <a:ext cx="1628078" cy="875205"/>
          </a:xfrm>
          <a:blipFill>
            <a:blip r:embed="rId2"/>
            <a:stretch>
              <a:fillRect l="-18444" t="-14389" r="-19577" b="-67633"/>
            </a:stretch>
          </a:blipFill>
        </p:spPr>
        <p:txBody>
          <a:bodyPr/>
          <a:lstStyle>
            <a:lvl1pPr marL="0" indent="0">
              <a:buFontTx/>
              <a:buNone/>
              <a:defRPr>
                <a:blipFill>
                  <a:blip r:embed="rId2"/>
                  <a:stretch>
                    <a:fillRect/>
                  </a:stretch>
                </a:blipFill>
              </a:defRPr>
            </a:lvl1pPr>
          </a:lstStyle>
          <a:p>
            <a:pPr lvl="0"/>
            <a:r>
              <a:rPr lang="en-US"/>
              <a:t> </a:t>
            </a:r>
          </a:p>
        </p:txBody>
      </p:sp>
      <p:sp>
        <p:nvSpPr>
          <p:cNvPr id="11" name="Text Placeholder 13">
            <a:extLst>
              <a:ext uri="{FF2B5EF4-FFF2-40B4-BE49-F238E27FC236}">
                <a16:creationId xmlns:a16="http://schemas.microsoft.com/office/drawing/2014/main" id="{E1024329-4196-F540-92C3-BBB05EB67723}"/>
              </a:ext>
            </a:extLst>
          </p:cNvPr>
          <p:cNvSpPr>
            <a:spLocks noGrp="1"/>
          </p:cNvSpPr>
          <p:nvPr>
            <p:ph type="body" sz="quarter" idx="12" hasCustomPrompt="1"/>
          </p:nvPr>
        </p:nvSpPr>
        <p:spPr>
          <a:xfrm>
            <a:off x="3180557" y="2659692"/>
            <a:ext cx="5830887" cy="300324"/>
          </a:xfrm>
        </p:spPr>
        <p:txBody>
          <a:bodyPr>
            <a:noAutofit/>
          </a:bodyPr>
          <a:lstStyle>
            <a:lvl1pPr marL="0" indent="0" algn="ctr">
              <a:lnSpc>
                <a:spcPts val="2040"/>
              </a:lnSpc>
              <a:spcBef>
                <a:spcPts val="0"/>
              </a:spcBef>
              <a:buNone/>
              <a:defRPr sz="1700" cap="all" spc="3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2" name="Title 1">
            <a:extLst>
              <a:ext uri="{FF2B5EF4-FFF2-40B4-BE49-F238E27FC236}">
                <a16:creationId xmlns:a16="http://schemas.microsoft.com/office/drawing/2014/main" id="{B81A20B8-E665-CB44-8A83-F8F713E7D073}"/>
              </a:ext>
            </a:extLst>
          </p:cNvPr>
          <p:cNvSpPr>
            <a:spLocks noGrp="1"/>
          </p:cNvSpPr>
          <p:nvPr>
            <p:ph type="ctrTitle" hasCustomPrompt="1"/>
          </p:nvPr>
        </p:nvSpPr>
        <p:spPr>
          <a:xfrm>
            <a:off x="263525" y="3110644"/>
            <a:ext cx="11661775" cy="1664556"/>
          </a:xfrm>
        </p:spPr>
        <p:txBody>
          <a:bodyPr anchor="t" anchorCtr="0">
            <a:noAutofit/>
          </a:bodyPr>
          <a:lstStyle>
            <a:lvl1pPr algn="ctr">
              <a:lnSpc>
                <a:spcPts val="7000"/>
              </a:lnSpc>
              <a:defRPr sz="7200" cap="all" baseline="0">
                <a:solidFill>
                  <a:schemeClr val="bg1"/>
                </a:solidFill>
              </a:defRPr>
            </a:lvl1pPr>
          </a:lstStyle>
          <a:p>
            <a:r>
              <a:rPr lang="en-US"/>
              <a:t>Lorem ipsum           dolor </a:t>
            </a:r>
            <a:r>
              <a:rPr lang="en-US" err="1"/>
              <a:t>est</a:t>
            </a:r>
            <a:r>
              <a:rPr lang="en-US"/>
              <a:t> sit</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Tree>
    <p:extLst>
      <p:ext uri="{BB962C8B-B14F-4D97-AF65-F5344CB8AC3E}">
        <p14:creationId xmlns:p14="http://schemas.microsoft.com/office/powerpoint/2010/main" val="2454532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01">
    <p:spTree>
      <p:nvGrpSpPr>
        <p:cNvPr id="1" name=""/>
        <p:cNvGrpSpPr/>
        <p:nvPr/>
      </p:nvGrpSpPr>
      <p:grpSpPr>
        <a:xfrm>
          <a:off x="0" y="0"/>
          <a:ext cx="0" cy="0"/>
          <a:chOff x="0" y="0"/>
          <a:chExt cx="0" cy="0"/>
        </a:xfrm>
      </p:grpSpPr>
      <p:sp>
        <p:nvSpPr>
          <p:cNvPr id="11" name="Text Placeholder 13">
            <a:extLst>
              <a:ext uri="{FF2B5EF4-FFF2-40B4-BE49-F238E27FC236}">
                <a16:creationId xmlns:a16="http://schemas.microsoft.com/office/drawing/2014/main" id="{E1024329-4196-F540-92C3-BBB05EB67723}"/>
              </a:ext>
            </a:extLst>
          </p:cNvPr>
          <p:cNvSpPr>
            <a:spLocks noGrp="1"/>
          </p:cNvSpPr>
          <p:nvPr>
            <p:ph type="body" sz="quarter" idx="12" hasCustomPrompt="1"/>
          </p:nvPr>
        </p:nvSpPr>
        <p:spPr>
          <a:xfrm>
            <a:off x="3180557" y="826883"/>
            <a:ext cx="5830887" cy="300324"/>
          </a:xfrm>
        </p:spPr>
        <p:txBody>
          <a:bodyPr>
            <a:noAutofit/>
          </a:bodyPr>
          <a:lstStyle>
            <a:lvl1pPr marL="0" indent="0" algn="ctr">
              <a:lnSpc>
                <a:spcPts val="2200"/>
              </a:lnSpc>
              <a:spcBef>
                <a:spcPts val="0"/>
              </a:spcBef>
              <a:buNone/>
              <a:defRPr sz="2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Contents</a:t>
            </a:r>
          </a:p>
        </p:txBody>
      </p:sp>
      <p:sp>
        <p:nvSpPr>
          <p:cNvPr id="12" name="Title 1">
            <a:extLst>
              <a:ext uri="{FF2B5EF4-FFF2-40B4-BE49-F238E27FC236}">
                <a16:creationId xmlns:a16="http://schemas.microsoft.com/office/drawing/2014/main" id="{B81A20B8-E665-CB44-8A83-F8F713E7D073}"/>
              </a:ext>
            </a:extLst>
          </p:cNvPr>
          <p:cNvSpPr>
            <a:spLocks noGrp="1"/>
          </p:cNvSpPr>
          <p:nvPr>
            <p:ph type="ctrTitle" hasCustomPrompt="1"/>
          </p:nvPr>
        </p:nvSpPr>
        <p:spPr>
          <a:xfrm>
            <a:off x="278885" y="2009500"/>
            <a:ext cx="11646416" cy="2901166"/>
          </a:xfrm>
        </p:spPr>
        <p:txBody>
          <a:bodyPr anchor="t" anchorCtr="0">
            <a:noAutofit/>
          </a:bodyPr>
          <a:lstStyle>
            <a:lvl1pPr algn="ctr">
              <a:lnSpc>
                <a:spcPts val="4700"/>
              </a:lnSpc>
              <a:defRPr sz="4000" cap="none" baseline="0">
                <a:solidFill>
                  <a:schemeClr val="tx1"/>
                </a:solidFill>
                <a:latin typeface="+mn-lt"/>
              </a:defRPr>
            </a:lvl1pPr>
          </a:lstStyle>
          <a:p>
            <a:r>
              <a:rPr lang="en-US"/>
              <a:t>1 Lorem Ipsum Dolor</a:t>
            </a:r>
            <a:br>
              <a:rPr lang="en-US"/>
            </a:br>
            <a:r>
              <a:rPr lang="en-US"/>
              <a:t>2 Lorem Ipsum</a:t>
            </a:r>
            <a:br>
              <a:rPr lang="en-US"/>
            </a:br>
            <a:r>
              <a:rPr lang="en-US"/>
              <a:t>3 Lorem Ipsum Dolor</a:t>
            </a:r>
            <a:br>
              <a:rPr lang="en-US"/>
            </a:br>
            <a:r>
              <a:rPr lang="en-US"/>
              <a:t>4 Lorem Ipsum</a:t>
            </a:r>
            <a:br>
              <a:rPr lang="en-US"/>
            </a:br>
            <a:r>
              <a:rPr lang="en-US"/>
              <a:t>5 Lorem Ipsum Dolor</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Tree>
    <p:extLst>
      <p:ext uri="{BB962C8B-B14F-4D97-AF65-F5344CB8AC3E}">
        <p14:creationId xmlns:p14="http://schemas.microsoft.com/office/powerpoint/2010/main" val="2753536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02">
    <p:spTree>
      <p:nvGrpSpPr>
        <p:cNvPr id="1" name=""/>
        <p:cNvGrpSpPr/>
        <p:nvPr/>
      </p:nvGrpSpPr>
      <p:grpSpPr>
        <a:xfrm>
          <a:off x="0" y="0"/>
          <a:ext cx="0" cy="0"/>
          <a:chOff x="0" y="0"/>
          <a:chExt cx="0" cy="0"/>
        </a:xfrm>
      </p:grpSpPr>
      <p:sp>
        <p:nvSpPr>
          <p:cNvPr id="11" name="Text Placeholder 13">
            <a:extLst>
              <a:ext uri="{FF2B5EF4-FFF2-40B4-BE49-F238E27FC236}">
                <a16:creationId xmlns:a16="http://schemas.microsoft.com/office/drawing/2014/main" id="{E1024329-4196-F540-92C3-BBB05EB67723}"/>
              </a:ext>
            </a:extLst>
          </p:cNvPr>
          <p:cNvSpPr>
            <a:spLocks noGrp="1"/>
          </p:cNvSpPr>
          <p:nvPr>
            <p:ph type="body" sz="quarter" idx="12" hasCustomPrompt="1"/>
          </p:nvPr>
        </p:nvSpPr>
        <p:spPr>
          <a:xfrm>
            <a:off x="3180557" y="826883"/>
            <a:ext cx="5830887" cy="300324"/>
          </a:xfrm>
        </p:spPr>
        <p:txBody>
          <a:bodyPr>
            <a:noAutofit/>
          </a:bodyPr>
          <a:lstStyle>
            <a:lvl1pPr marL="0" indent="0" algn="ctr">
              <a:lnSpc>
                <a:spcPts val="2200"/>
              </a:lnSpc>
              <a:spcBef>
                <a:spcPts val="0"/>
              </a:spcBef>
              <a:buNone/>
              <a:defRPr sz="2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Contents</a:t>
            </a:r>
          </a:p>
        </p:txBody>
      </p:sp>
      <p:sp>
        <p:nvSpPr>
          <p:cNvPr id="12" name="Title 1">
            <a:extLst>
              <a:ext uri="{FF2B5EF4-FFF2-40B4-BE49-F238E27FC236}">
                <a16:creationId xmlns:a16="http://schemas.microsoft.com/office/drawing/2014/main" id="{B81A20B8-E665-CB44-8A83-F8F713E7D073}"/>
              </a:ext>
            </a:extLst>
          </p:cNvPr>
          <p:cNvSpPr>
            <a:spLocks noGrp="1"/>
          </p:cNvSpPr>
          <p:nvPr>
            <p:ph type="ctrTitle" hasCustomPrompt="1"/>
          </p:nvPr>
        </p:nvSpPr>
        <p:spPr>
          <a:xfrm>
            <a:off x="511200" y="2649600"/>
            <a:ext cx="2438533" cy="1565999"/>
          </a:xfrm>
        </p:spPr>
        <p:txBody>
          <a:bodyPr anchor="t" anchorCtr="0">
            <a:noAutofit/>
          </a:bodyPr>
          <a:lstStyle>
            <a:lvl1pPr algn="l">
              <a:lnSpc>
                <a:spcPct val="100000"/>
              </a:lnSpc>
              <a:defRPr sz="2000" cap="none" baseline="0">
                <a:solidFill>
                  <a:schemeClr val="tx1"/>
                </a:solidFill>
                <a:latin typeface="+mn-lt"/>
              </a:defRPr>
            </a:lvl1pPr>
          </a:lstStyle>
          <a:p>
            <a:r>
              <a:rPr lang="en-US"/>
              <a:t>1 Lorem Ipsum Dolor</a:t>
            </a:r>
            <a:br>
              <a:rPr lang="en-US"/>
            </a:br>
            <a:r>
              <a:rPr lang="en-US"/>
              <a:t>2 Lorem Ipsum</a:t>
            </a:r>
            <a:br>
              <a:rPr lang="en-US"/>
            </a:br>
            <a:r>
              <a:rPr lang="en-US"/>
              <a:t>3 Lorem Ipsum Dolor</a:t>
            </a:r>
            <a:br>
              <a:rPr lang="en-US"/>
            </a:br>
            <a:r>
              <a:rPr lang="en-US"/>
              <a:t>4 Lorem Ipsum</a:t>
            </a:r>
            <a:br>
              <a:rPr lang="en-US"/>
            </a:br>
            <a:r>
              <a:rPr lang="en-US"/>
              <a:t>5 Lorem Ipsum Dolor</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5" name="Text Placeholder 4">
            <a:extLst>
              <a:ext uri="{FF2B5EF4-FFF2-40B4-BE49-F238E27FC236}">
                <a16:creationId xmlns:a16="http://schemas.microsoft.com/office/drawing/2014/main" id="{47BA9F4C-1805-834E-B37A-9F1412667D28}"/>
              </a:ext>
            </a:extLst>
          </p:cNvPr>
          <p:cNvSpPr>
            <a:spLocks noGrp="1"/>
          </p:cNvSpPr>
          <p:nvPr>
            <p:ph type="body" sz="quarter" idx="17" hasCustomPrompt="1"/>
          </p:nvPr>
        </p:nvSpPr>
        <p:spPr>
          <a:xfrm>
            <a:off x="3442993" y="2649600"/>
            <a:ext cx="2438400" cy="1565999"/>
          </a:xfrm>
        </p:spPr>
        <p:txBody>
          <a:bodyPr lIns="0" tIns="0" rIns="0" bIns="0">
            <a:noAutofit/>
          </a:bodyPr>
          <a:lstStyle>
            <a:lvl1pPr marL="0" indent="0">
              <a:lnSpc>
                <a:spcPct val="100000"/>
              </a:lnSpc>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1 Lorem Ipsum Dolor  2 Lorem Ipsum             3 Lorem Ipsum Dolor  4 Lorem Ipsum             5 Lorem Ipsum Dolor</a:t>
            </a:r>
          </a:p>
        </p:txBody>
      </p:sp>
      <p:sp>
        <p:nvSpPr>
          <p:cNvPr id="14" name="Text Placeholder 4">
            <a:extLst>
              <a:ext uri="{FF2B5EF4-FFF2-40B4-BE49-F238E27FC236}">
                <a16:creationId xmlns:a16="http://schemas.microsoft.com/office/drawing/2014/main" id="{7D6AD537-AB59-D343-A164-995AA1FA7B8A}"/>
              </a:ext>
            </a:extLst>
          </p:cNvPr>
          <p:cNvSpPr>
            <a:spLocks noGrp="1"/>
          </p:cNvSpPr>
          <p:nvPr>
            <p:ph type="body" sz="quarter" idx="18" hasCustomPrompt="1"/>
          </p:nvPr>
        </p:nvSpPr>
        <p:spPr>
          <a:xfrm>
            <a:off x="9231476" y="2649600"/>
            <a:ext cx="2438400" cy="1565999"/>
          </a:xfrm>
        </p:spPr>
        <p:txBody>
          <a:bodyPr lIns="0" tIns="0" rIns="0" bIns="0">
            <a:noAutofit/>
          </a:bodyPr>
          <a:lstStyle>
            <a:lvl1pPr marL="0" indent="0">
              <a:lnSpc>
                <a:spcPct val="100000"/>
              </a:lnSpc>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1 Lorem Ipsum Dolor  2 Lorem Ipsum             3 Lorem Ipsum Dolor  4 Lorem Ipsum             5 Lorem Ipsum Dolor</a:t>
            </a:r>
          </a:p>
        </p:txBody>
      </p:sp>
      <p:sp>
        <p:nvSpPr>
          <p:cNvPr id="16" name="Text Placeholder 4">
            <a:extLst>
              <a:ext uri="{FF2B5EF4-FFF2-40B4-BE49-F238E27FC236}">
                <a16:creationId xmlns:a16="http://schemas.microsoft.com/office/drawing/2014/main" id="{957A3280-D892-F74C-A463-C5BA2D73F368}"/>
              </a:ext>
            </a:extLst>
          </p:cNvPr>
          <p:cNvSpPr>
            <a:spLocks noGrp="1"/>
          </p:cNvSpPr>
          <p:nvPr>
            <p:ph type="body" sz="quarter" idx="19" hasCustomPrompt="1"/>
          </p:nvPr>
        </p:nvSpPr>
        <p:spPr>
          <a:xfrm>
            <a:off x="6332265" y="2649600"/>
            <a:ext cx="2438400" cy="1565999"/>
          </a:xfrm>
        </p:spPr>
        <p:txBody>
          <a:bodyPr lIns="0" tIns="0" rIns="0" bIns="0">
            <a:noAutofit/>
          </a:bodyPr>
          <a:lstStyle>
            <a:lvl1pPr marL="0" indent="0">
              <a:lnSpc>
                <a:spcPct val="100000"/>
              </a:lnSpc>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1 Lorem Ipsum Dolor  2 Lorem Ipsum             3 Lorem Ipsum Dolor  4 Lorem Ipsum             5 Lorem Ipsum Dolor</a:t>
            </a:r>
          </a:p>
        </p:txBody>
      </p:sp>
    </p:spTree>
    <p:extLst>
      <p:ext uri="{BB962C8B-B14F-4D97-AF65-F5344CB8AC3E}">
        <p14:creationId xmlns:p14="http://schemas.microsoft.com/office/powerpoint/2010/main" val="2362520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0" name="Picture Placeholder 15">
            <a:extLst>
              <a:ext uri="{FF2B5EF4-FFF2-40B4-BE49-F238E27FC236}">
                <a16:creationId xmlns:a16="http://schemas.microsoft.com/office/drawing/2014/main" id="{48B64738-386D-6745-A73A-7234F7C645F4}"/>
              </a:ext>
            </a:extLst>
          </p:cNvPr>
          <p:cNvSpPr>
            <a:spLocks noGrp="1"/>
          </p:cNvSpPr>
          <p:nvPr>
            <p:ph type="pic" sz="quarter" idx="13" hasCustomPrompt="1"/>
          </p:nvPr>
        </p:nvSpPr>
        <p:spPr>
          <a:xfrm>
            <a:off x="0" y="-9525"/>
            <a:ext cx="12192000" cy="6867525"/>
          </a:xfrm>
          <a:solidFill>
            <a:schemeClr val="accent5"/>
          </a:solidFill>
        </p:spPr>
        <p:txBody>
          <a:bodyPr>
            <a:normAutofit/>
          </a:bodyPr>
          <a:lstStyle>
            <a:lvl1pPr marL="0" indent="0" algn="ctr">
              <a:lnSpc>
                <a:spcPts val="55000"/>
              </a:lnSpc>
              <a:buFontTx/>
              <a:buNone/>
              <a:defRPr sz="1200" cap="all" baseline="0"/>
            </a:lvl1pPr>
          </a:lstStyle>
          <a:p>
            <a:r>
              <a:rPr lang="en-US"/>
              <a:t>insert image – Drag &amp; Drop</a:t>
            </a:r>
          </a:p>
        </p:txBody>
      </p:sp>
      <p:sp>
        <p:nvSpPr>
          <p:cNvPr id="11" name="Text Placeholder 13">
            <a:extLst>
              <a:ext uri="{FF2B5EF4-FFF2-40B4-BE49-F238E27FC236}">
                <a16:creationId xmlns:a16="http://schemas.microsoft.com/office/drawing/2014/main" id="{E1024329-4196-F540-92C3-BBB05EB67723}"/>
              </a:ext>
            </a:extLst>
          </p:cNvPr>
          <p:cNvSpPr>
            <a:spLocks noGrp="1"/>
          </p:cNvSpPr>
          <p:nvPr>
            <p:ph type="body" sz="quarter" idx="12" hasCustomPrompt="1"/>
          </p:nvPr>
        </p:nvSpPr>
        <p:spPr>
          <a:xfrm>
            <a:off x="3180557" y="826883"/>
            <a:ext cx="5830887" cy="300324"/>
          </a:xfrm>
        </p:spPr>
        <p:txBody>
          <a:bodyPr>
            <a:noAutofit/>
          </a:bodyPr>
          <a:lstStyle>
            <a:lvl1pPr marL="0" indent="0" algn="ctr">
              <a:lnSpc>
                <a:spcPts val="2200"/>
              </a:lnSpc>
              <a:spcBef>
                <a:spcPts val="0"/>
              </a:spcBef>
              <a:buNone/>
              <a:defRPr sz="2500" cap="all"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5" name="Text Placeholder 4">
            <a:extLst>
              <a:ext uri="{FF2B5EF4-FFF2-40B4-BE49-F238E27FC236}">
                <a16:creationId xmlns:a16="http://schemas.microsoft.com/office/drawing/2014/main" id="{47BA9F4C-1805-834E-B37A-9F1412667D28}"/>
              </a:ext>
            </a:extLst>
          </p:cNvPr>
          <p:cNvSpPr>
            <a:spLocks noGrp="1"/>
          </p:cNvSpPr>
          <p:nvPr>
            <p:ph type="body" sz="quarter" idx="17" hasCustomPrompt="1"/>
          </p:nvPr>
        </p:nvSpPr>
        <p:spPr>
          <a:xfrm>
            <a:off x="3276164" y="2544147"/>
            <a:ext cx="1707316"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00:00 – 00:00 AM</a:t>
            </a:r>
          </a:p>
        </p:txBody>
      </p:sp>
      <p:cxnSp>
        <p:nvCxnSpPr>
          <p:cNvPr id="18" name="Straight Connector 17">
            <a:extLst>
              <a:ext uri="{FF2B5EF4-FFF2-40B4-BE49-F238E27FC236}">
                <a16:creationId xmlns:a16="http://schemas.microsoft.com/office/drawing/2014/main" id="{EEA19C35-B335-5844-A0F8-A84DA07B6B97}"/>
              </a:ext>
            </a:extLst>
          </p:cNvPr>
          <p:cNvCxnSpPr>
            <a:cxnSpLocks/>
          </p:cNvCxnSpPr>
          <p:nvPr userDrawn="1"/>
        </p:nvCxnSpPr>
        <p:spPr>
          <a:xfrm>
            <a:off x="317647" y="2479964"/>
            <a:ext cx="11292462"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8CE1B40E-1D7D-AB43-A158-E484CFB82128}"/>
              </a:ext>
            </a:extLst>
          </p:cNvPr>
          <p:cNvGrpSpPr/>
          <p:nvPr userDrawn="1"/>
        </p:nvGrpSpPr>
        <p:grpSpPr>
          <a:xfrm>
            <a:off x="3158836" y="2840182"/>
            <a:ext cx="8451273" cy="1440872"/>
            <a:chOff x="3158836" y="2840182"/>
            <a:chExt cx="8451273" cy="1440872"/>
          </a:xfrm>
        </p:grpSpPr>
        <p:cxnSp>
          <p:nvCxnSpPr>
            <p:cNvPr id="19" name="Straight Connector 18">
              <a:extLst>
                <a:ext uri="{FF2B5EF4-FFF2-40B4-BE49-F238E27FC236}">
                  <a16:creationId xmlns:a16="http://schemas.microsoft.com/office/drawing/2014/main" id="{7FC6344E-97B9-5141-9913-82CDB4A45583}"/>
                </a:ext>
              </a:extLst>
            </p:cNvPr>
            <p:cNvCxnSpPr/>
            <p:nvPr userDrawn="1"/>
          </p:nvCxnSpPr>
          <p:spPr>
            <a:xfrm>
              <a:off x="3158836" y="2840182"/>
              <a:ext cx="8451273"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9EE4CA6-360C-024E-86DD-5C5AE65DD128}"/>
                </a:ext>
              </a:extLst>
            </p:cNvPr>
            <p:cNvCxnSpPr/>
            <p:nvPr userDrawn="1"/>
          </p:nvCxnSpPr>
          <p:spPr>
            <a:xfrm>
              <a:off x="3158836" y="3200400"/>
              <a:ext cx="8451273"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A2A7A22B-9337-9743-ADEE-59B9EECD83D0}"/>
                </a:ext>
              </a:extLst>
            </p:cNvPr>
            <p:cNvCxnSpPr/>
            <p:nvPr userDrawn="1"/>
          </p:nvCxnSpPr>
          <p:spPr>
            <a:xfrm>
              <a:off x="3158836" y="3560618"/>
              <a:ext cx="8451273"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75C7706-81E3-5541-8854-F2A8097064E7}"/>
                </a:ext>
              </a:extLst>
            </p:cNvPr>
            <p:cNvCxnSpPr/>
            <p:nvPr userDrawn="1"/>
          </p:nvCxnSpPr>
          <p:spPr>
            <a:xfrm>
              <a:off x="3158836" y="3920836"/>
              <a:ext cx="8451273"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CD16070-4F0E-4648-98C3-CFC3EF463D7C}"/>
                </a:ext>
              </a:extLst>
            </p:cNvPr>
            <p:cNvCxnSpPr/>
            <p:nvPr userDrawn="1"/>
          </p:nvCxnSpPr>
          <p:spPr>
            <a:xfrm>
              <a:off x="3158836" y="4281054"/>
              <a:ext cx="8451273"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4" name="Text Placeholder 4">
            <a:extLst>
              <a:ext uri="{FF2B5EF4-FFF2-40B4-BE49-F238E27FC236}">
                <a16:creationId xmlns:a16="http://schemas.microsoft.com/office/drawing/2014/main" id="{E9D570AF-0328-1E46-928D-AD321E7F8AE7}"/>
              </a:ext>
            </a:extLst>
          </p:cNvPr>
          <p:cNvSpPr>
            <a:spLocks noGrp="1"/>
          </p:cNvSpPr>
          <p:nvPr>
            <p:ph type="body" sz="quarter" idx="18" hasCustomPrompt="1"/>
          </p:nvPr>
        </p:nvSpPr>
        <p:spPr>
          <a:xfrm>
            <a:off x="5584852" y="2548789"/>
            <a:ext cx="2221760"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cap="all" baseline="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6" name="Text Placeholder 4">
            <a:extLst>
              <a:ext uri="{FF2B5EF4-FFF2-40B4-BE49-F238E27FC236}">
                <a16:creationId xmlns:a16="http://schemas.microsoft.com/office/drawing/2014/main" id="{0157B37B-1405-F641-9E5A-F4B095DAA0EA}"/>
              </a:ext>
            </a:extLst>
          </p:cNvPr>
          <p:cNvSpPr>
            <a:spLocks noGrp="1"/>
          </p:cNvSpPr>
          <p:nvPr>
            <p:ph type="body" sz="quarter" idx="19" hasCustomPrompt="1"/>
          </p:nvPr>
        </p:nvSpPr>
        <p:spPr>
          <a:xfrm>
            <a:off x="8608902" y="2544146"/>
            <a:ext cx="2221760"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cap="none" baseline="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endParaRPr lang="en-US"/>
          </a:p>
        </p:txBody>
      </p:sp>
      <p:sp>
        <p:nvSpPr>
          <p:cNvPr id="27" name="Text Placeholder 4">
            <a:extLst>
              <a:ext uri="{FF2B5EF4-FFF2-40B4-BE49-F238E27FC236}">
                <a16:creationId xmlns:a16="http://schemas.microsoft.com/office/drawing/2014/main" id="{33C4C9FB-1B63-484C-A8C8-CCE34AA866E3}"/>
              </a:ext>
            </a:extLst>
          </p:cNvPr>
          <p:cNvSpPr>
            <a:spLocks noGrp="1"/>
          </p:cNvSpPr>
          <p:nvPr>
            <p:ph type="body" sz="quarter" idx="20" hasCustomPrompt="1"/>
          </p:nvPr>
        </p:nvSpPr>
        <p:spPr>
          <a:xfrm>
            <a:off x="3276164" y="2910564"/>
            <a:ext cx="1707316"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00:00 – 00:00 AM</a:t>
            </a:r>
          </a:p>
        </p:txBody>
      </p:sp>
      <p:sp>
        <p:nvSpPr>
          <p:cNvPr id="28" name="Text Placeholder 4">
            <a:extLst>
              <a:ext uri="{FF2B5EF4-FFF2-40B4-BE49-F238E27FC236}">
                <a16:creationId xmlns:a16="http://schemas.microsoft.com/office/drawing/2014/main" id="{A7B82221-FBE8-8D49-AC52-34A0CFDB7571}"/>
              </a:ext>
            </a:extLst>
          </p:cNvPr>
          <p:cNvSpPr>
            <a:spLocks noGrp="1"/>
          </p:cNvSpPr>
          <p:nvPr>
            <p:ph type="body" sz="quarter" idx="21" hasCustomPrompt="1"/>
          </p:nvPr>
        </p:nvSpPr>
        <p:spPr>
          <a:xfrm>
            <a:off x="5584852" y="2915206"/>
            <a:ext cx="2221760"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cap="all" baseline="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9" name="Text Placeholder 4">
            <a:extLst>
              <a:ext uri="{FF2B5EF4-FFF2-40B4-BE49-F238E27FC236}">
                <a16:creationId xmlns:a16="http://schemas.microsoft.com/office/drawing/2014/main" id="{512559D0-DDE0-D64C-B2F9-B36E00D8D379}"/>
              </a:ext>
            </a:extLst>
          </p:cNvPr>
          <p:cNvSpPr>
            <a:spLocks noGrp="1"/>
          </p:cNvSpPr>
          <p:nvPr>
            <p:ph type="body" sz="quarter" idx="22" hasCustomPrompt="1"/>
          </p:nvPr>
        </p:nvSpPr>
        <p:spPr>
          <a:xfrm>
            <a:off x="8608902" y="2910563"/>
            <a:ext cx="2221760"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cap="none" baseline="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endParaRPr lang="en-US"/>
          </a:p>
        </p:txBody>
      </p:sp>
      <p:sp>
        <p:nvSpPr>
          <p:cNvPr id="30" name="Text Placeholder 4">
            <a:extLst>
              <a:ext uri="{FF2B5EF4-FFF2-40B4-BE49-F238E27FC236}">
                <a16:creationId xmlns:a16="http://schemas.microsoft.com/office/drawing/2014/main" id="{37C9C376-8F41-2449-9C2B-1D28F1965085}"/>
              </a:ext>
            </a:extLst>
          </p:cNvPr>
          <p:cNvSpPr>
            <a:spLocks noGrp="1"/>
          </p:cNvSpPr>
          <p:nvPr>
            <p:ph type="body" sz="quarter" idx="23" hasCustomPrompt="1"/>
          </p:nvPr>
        </p:nvSpPr>
        <p:spPr>
          <a:xfrm>
            <a:off x="3276164" y="3266339"/>
            <a:ext cx="1707316"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00:00 – 00:00 AM</a:t>
            </a:r>
          </a:p>
        </p:txBody>
      </p:sp>
      <p:sp>
        <p:nvSpPr>
          <p:cNvPr id="31" name="Text Placeholder 4">
            <a:extLst>
              <a:ext uri="{FF2B5EF4-FFF2-40B4-BE49-F238E27FC236}">
                <a16:creationId xmlns:a16="http://schemas.microsoft.com/office/drawing/2014/main" id="{6F1BF33A-03A9-6849-BB20-D7C3DBFC8EAC}"/>
              </a:ext>
            </a:extLst>
          </p:cNvPr>
          <p:cNvSpPr>
            <a:spLocks noGrp="1"/>
          </p:cNvSpPr>
          <p:nvPr>
            <p:ph type="body" sz="quarter" idx="24" hasCustomPrompt="1"/>
          </p:nvPr>
        </p:nvSpPr>
        <p:spPr>
          <a:xfrm>
            <a:off x="5584852" y="3270981"/>
            <a:ext cx="2221760"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cap="all" baseline="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2" name="Text Placeholder 4">
            <a:extLst>
              <a:ext uri="{FF2B5EF4-FFF2-40B4-BE49-F238E27FC236}">
                <a16:creationId xmlns:a16="http://schemas.microsoft.com/office/drawing/2014/main" id="{9985FAB4-2F96-1341-9E2A-A6E17DE131DF}"/>
              </a:ext>
            </a:extLst>
          </p:cNvPr>
          <p:cNvSpPr>
            <a:spLocks noGrp="1"/>
          </p:cNvSpPr>
          <p:nvPr>
            <p:ph type="body" sz="quarter" idx="25" hasCustomPrompt="1"/>
          </p:nvPr>
        </p:nvSpPr>
        <p:spPr>
          <a:xfrm>
            <a:off x="8608902" y="3266338"/>
            <a:ext cx="2221760"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cap="none" baseline="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endParaRPr lang="en-US"/>
          </a:p>
        </p:txBody>
      </p:sp>
      <p:sp>
        <p:nvSpPr>
          <p:cNvPr id="33" name="Text Placeholder 4">
            <a:extLst>
              <a:ext uri="{FF2B5EF4-FFF2-40B4-BE49-F238E27FC236}">
                <a16:creationId xmlns:a16="http://schemas.microsoft.com/office/drawing/2014/main" id="{7B8B8975-0BEC-AB4F-B849-14AE397CDA01}"/>
              </a:ext>
            </a:extLst>
          </p:cNvPr>
          <p:cNvSpPr>
            <a:spLocks noGrp="1"/>
          </p:cNvSpPr>
          <p:nvPr>
            <p:ph type="body" sz="quarter" idx="26" hasCustomPrompt="1"/>
          </p:nvPr>
        </p:nvSpPr>
        <p:spPr>
          <a:xfrm>
            <a:off x="3276164" y="3623808"/>
            <a:ext cx="1707316"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00:00 – 00:00 AM</a:t>
            </a:r>
          </a:p>
        </p:txBody>
      </p:sp>
      <p:sp>
        <p:nvSpPr>
          <p:cNvPr id="34" name="Text Placeholder 4">
            <a:extLst>
              <a:ext uri="{FF2B5EF4-FFF2-40B4-BE49-F238E27FC236}">
                <a16:creationId xmlns:a16="http://schemas.microsoft.com/office/drawing/2014/main" id="{5FFA2D80-7B80-7F4F-9AC9-8A9C6AC8E8C6}"/>
              </a:ext>
            </a:extLst>
          </p:cNvPr>
          <p:cNvSpPr>
            <a:spLocks noGrp="1"/>
          </p:cNvSpPr>
          <p:nvPr>
            <p:ph type="body" sz="quarter" idx="27" hasCustomPrompt="1"/>
          </p:nvPr>
        </p:nvSpPr>
        <p:spPr>
          <a:xfrm>
            <a:off x="5584852" y="3628450"/>
            <a:ext cx="2221760"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cap="all" baseline="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5" name="Text Placeholder 4">
            <a:extLst>
              <a:ext uri="{FF2B5EF4-FFF2-40B4-BE49-F238E27FC236}">
                <a16:creationId xmlns:a16="http://schemas.microsoft.com/office/drawing/2014/main" id="{D430BCBB-BAA2-8C44-99E2-A962B745824C}"/>
              </a:ext>
            </a:extLst>
          </p:cNvPr>
          <p:cNvSpPr>
            <a:spLocks noGrp="1"/>
          </p:cNvSpPr>
          <p:nvPr>
            <p:ph type="body" sz="quarter" idx="28" hasCustomPrompt="1"/>
          </p:nvPr>
        </p:nvSpPr>
        <p:spPr>
          <a:xfrm>
            <a:off x="8608902" y="3623807"/>
            <a:ext cx="2221760"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cap="none" baseline="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endParaRPr lang="en-US"/>
          </a:p>
        </p:txBody>
      </p:sp>
      <p:sp>
        <p:nvSpPr>
          <p:cNvPr id="36" name="Text Placeholder 4">
            <a:extLst>
              <a:ext uri="{FF2B5EF4-FFF2-40B4-BE49-F238E27FC236}">
                <a16:creationId xmlns:a16="http://schemas.microsoft.com/office/drawing/2014/main" id="{A18E9F46-441F-B44F-A578-B652446D500F}"/>
              </a:ext>
            </a:extLst>
          </p:cNvPr>
          <p:cNvSpPr>
            <a:spLocks noGrp="1"/>
          </p:cNvSpPr>
          <p:nvPr>
            <p:ph type="body" sz="quarter" idx="29" hasCustomPrompt="1"/>
          </p:nvPr>
        </p:nvSpPr>
        <p:spPr>
          <a:xfrm>
            <a:off x="3276164" y="3994285"/>
            <a:ext cx="1707316"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00:00 – 00:00 AM</a:t>
            </a:r>
          </a:p>
        </p:txBody>
      </p:sp>
      <p:sp>
        <p:nvSpPr>
          <p:cNvPr id="37" name="Text Placeholder 4">
            <a:extLst>
              <a:ext uri="{FF2B5EF4-FFF2-40B4-BE49-F238E27FC236}">
                <a16:creationId xmlns:a16="http://schemas.microsoft.com/office/drawing/2014/main" id="{E41242D6-1AFA-F74C-9F64-13A69FDD3AC8}"/>
              </a:ext>
            </a:extLst>
          </p:cNvPr>
          <p:cNvSpPr>
            <a:spLocks noGrp="1"/>
          </p:cNvSpPr>
          <p:nvPr>
            <p:ph type="body" sz="quarter" idx="30" hasCustomPrompt="1"/>
          </p:nvPr>
        </p:nvSpPr>
        <p:spPr>
          <a:xfrm>
            <a:off x="5584852" y="3998927"/>
            <a:ext cx="2221760"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cap="all" baseline="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8" name="Text Placeholder 4">
            <a:extLst>
              <a:ext uri="{FF2B5EF4-FFF2-40B4-BE49-F238E27FC236}">
                <a16:creationId xmlns:a16="http://schemas.microsoft.com/office/drawing/2014/main" id="{6EF6C6A3-21B2-D54A-B836-0AD8AE1CFB7C}"/>
              </a:ext>
            </a:extLst>
          </p:cNvPr>
          <p:cNvSpPr>
            <a:spLocks noGrp="1"/>
          </p:cNvSpPr>
          <p:nvPr>
            <p:ph type="body" sz="quarter" idx="31" hasCustomPrompt="1"/>
          </p:nvPr>
        </p:nvSpPr>
        <p:spPr>
          <a:xfrm>
            <a:off x="8608902" y="3994284"/>
            <a:ext cx="2221760" cy="211631"/>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cap="none" baseline="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endParaRPr lang="en-US"/>
          </a:p>
        </p:txBody>
      </p:sp>
      <p:sp>
        <p:nvSpPr>
          <p:cNvPr id="7" name="Text Placeholder 6">
            <a:extLst>
              <a:ext uri="{FF2B5EF4-FFF2-40B4-BE49-F238E27FC236}">
                <a16:creationId xmlns:a16="http://schemas.microsoft.com/office/drawing/2014/main" id="{FBEDF1D6-90F6-7D4B-A92B-F76582D3AB32}"/>
              </a:ext>
            </a:extLst>
          </p:cNvPr>
          <p:cNvSpPr>
            <a:spLocks noGrp="1"/>
          </p:cNvSpPr>
          <p:nvPr>
            <p:ph type="body" sz="quarter" idx="32" hasCustomPrompt="1"/>
          </p:nvPr>
        </p:nvSpPr>
        <p:spPr>
          <a:xfrm>
            <a:off x="389645" y="2763446"/>
            <a:ext cx="2595293" cy="1724471"/>
          </a:xfrm>
        </p:spPr>
        <p:txBody>
          <a:bodyPr lIns="0" tIns="0" rIns="0" bIns="0">
            <a:noAutofit/>
          </a:bodyPr>
          <a:lstStyle>
            <a:lvl1pPr marL="0" indent="0">
              <a:lnSpc>
                <a:spcPts val="7000"/>
              </a:lnSpc>
              <a:spcBef>
                <a:spcPts val="0"/>
              </a:spcBef>
              <a:buNone/>
              <a:defRPr sz="8500" cap="all"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MON 28/4</a:t>
            </a:r>
          </a:p>
        </p:txBody>
      </p:sp>
      <p:sp>
        <p:nvSpPr>
          <p:cNvPr id="9" name="Text Placeholder 8">
            <a:extLst>
              <a:ext uri="{FF2B5EF4-FFF2-40B4-BE49-F238E27FC236}">
                <a16:creationId xmlns:a16="http://schemas.microsoft.com/office/drawing/2014/main" id="{B29898C7-6892-8C42-89EB-370A865D2D22}"/>
              </a:ext>
            </a:extLst>
          </p:cNvPr>
          <p:cNvSpPr>
            <a:spLocks noGrp="1"/>
          </p:cNvSpPr>
          <p:nvPr>
            <p:ph type="body" sz="quarter" idx="33" hasCustomPrompt="1"/>
          </p:nvPr>
        </p:nvSpPr>
        <p:spPr>
          <a:xfrm>
            <a:off x="317648" y="2425040"/>
            <a:ext cx="11292462" cy="74474"/>
          </a:xfrm>
          <a:blipFill>
            <a:blip r:embed="rId2"/>
            <a:stretch>
              <a:fillRect l="-18444" t="-14389" r="-19577" b="-67633"/>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 </a:t>
            </a:r>
          </a:p>
        </p:txBody>
      </p:sp>
      <p:sp>
        <p:nvSpPr>
          <p:cNvPr id="43" name="Text Placeholder 8">
            <a:extLst>
              <a:ext uri="{FF2B5EF4-FFF2-40B4-BE49-F238E27FC236}">
                <a16:creationId xmlns:a16="http://schemas.microsoft.com/office/drawing/2014/main" id="{5472400D-ADD8-AD4D-A0EE-E3E810BBAAB0}"/>
              </a:ext>
            </a:extLst>
          </p:cNvPr>
          <p:cNvSpPr>
            <a:spLocks noGrp="1"/>
          </p:cNvSpPr>
          <p:nvPr>
            <p:ph type="body" sz="quarter" idx="34" hasCustomPrompt="1"/>
          </p:nvPr>
        </p:nvSpPr>
        <p:spPr>
          <a:xfrm>
            <a:off x="3182281" y="2786800"/>
            <a:ext cx="8424000" cy="74474"/>
          </a:xfrm>
          <a:blipFill>
            <a:blip r:embed="rId2"/>
            <a:stretch>
              <a:fillRect l="-18444" t="-14389" r="-19577" b="-67633"/>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 </a:t>
            </a:r>
          </a:p>
        </p:txBody>
      </p:sp>
      <p:sp>
        <p:nvSpPr>
          <p:cNvPr id="45" name="Text Placeholder 8">
            <a:extLst>
              <a:ext uri="{FF2B5EF4-FFF2-40B4-BE49-F238E27FC236}">
                <a16:creationId xmlns:a16="http://schemas.microsoft.com/office/drawing/2014/main" id="{C164E677-8716-0444-86F6-8F69C3F19905}"/>
              </a:ext>
            </a:extLst>
          </p:cNvPr>
          <p:cNvSpPr>
            <a:spLocks noGrp="1"/>
          </p:cNvSpPr>
          <p:nvPr>
            <p:ph type="body" sz="quarter" idx="35" hasCustomPrompt="1"/>
          </p:nvPr>
        </p:nvSpPr>
        <p:spPr>
          <a:xfrm>
            <a:off x="3179662" y="3150839"/>
            <a:ext cx="8424000" cy="74474"/>
          </a:xfrm>
          <a:blipFill>
            <a:blip r:embed="rId2"/>
            <a:stretch>
              <a:fillRect l="-18444" t="-14389" r="-19577" b="-67633"/>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 </a:t>
            </a:r>
          </a:p>
        </p:txBody>
      </p:sp>
      <p:sp>
        <p:nvSpPr>
          <p:cNvPr id="46" name="Text Placeholder 8">
            <a:extLst>
              <a:ext uri="{FF2B5EF4-FFF2-40B4-BE49-F238E27FC236}">
                <a16:creationId xmlns:a16="http://schemas.microsoft.com/office/drawing/2014/main" id="{6681F14F-3C2B-E645-AE8C-96A292CA6264}"/>
              </a:ext>
            </a:extLst>
          </p:cNvPr>
          <p:cNvSpPr>
            <a:spLocks noGrp="1"/>
          </p:cNvSpPr>
          <p:nvPr>
            <p:ph type="body" sz="quarter" idx="36" hasCustomPrompt="1"/>
          </p:nvPr>
        </p:nvSpPr>
        <p:spPr>
          <a:xfrm>
            <a:off x="3186109" y="3504527"/>
            <a:ext cx="8424000" cy="74474"/>
          </a:xfrm>
          <a:blipFill>
            <a:blip r:embed="rId2"/>
            <a:stretch>
              <a:fillRect l="-18444" t="-14389" r="-19577" b="-67633"/>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 </a:t>
            </a:r>
          </a:p>
        </p:txBody>
      </p:sp>
      <p:sp>
        <p:nvSpPr>
          <p:cNvPr id="47" name="Text Placeholder 8">
            <a:extLst>
              <a:ext uri="{FF2B5EF4-FFF2-40B4-BE49-F238E27FC236}">
                <a16:creationId xmlns:a16="http://schemas.microsoft.com/office/drawing/2014/main" id="{5FEE0FBB-077D-DB45-B1ED-FD2B28B1352E}"/>
              </a:ext>
            </a:extLst>
          </p:cNvPr>
          <p:cNvSpPr>
            <a:spLocks noGrp="1"/>
          </p:cNvSpPr>
          <p:nvPr>
            <p:ph type="body" sz="quarter" idx="37" hasCustomPrompt="1"/>
          </p:nvPr>
        </p:nvSpPr>
        <p:spPr>
          <a:xfrm>
            <a:off x="3186109" y="3869139"/>
            <a:ext cx="8424000" cy="74474"/>
          </a:xfrm>
          <a:blipFill>
            <a:blip r:embed="rId2"/>
            <a:stretch>
              <a:fillRect l="-18444" t="-14389" r="-19577" b="-67633"/>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 </a:t>
            </a:r>
          </a:p>
        </p:txBody>
      </p:sp>
      <p:sp>
        <p:nvSpPr>
          <p:cNvPr id="48" name="Text Placeholder 8">
            <a:extLst>
              <a:ext uri="{FF2B5EF4-FFF2-40B4-BE49-F238E27FC236}">
                <a16:creationId xmlns:a16="http://schemas.microsoft.com/office/drawing/2014/main" id="{8C0DC119-D966-B94A-8DA6-416A7F1A03B0}"/>
              </a:ext>
            </a:extLst>
          </p:cNvPr>
          <p:cNvSpPr>
            <a:spLocks noGrp="1"/>
          </p:cNvSpPr>
          <p:nvPr>
            <p:ph type="body" sz="quarter" idx="38" hasCustomPrompt="1"/>
          </p:nvPr>
        </p:nvSpPr>
        <p:spPr>
          <a:xfrm>
            <a:off x="3172472" y="4225435"/>
            <a:ext cx="8424000" cy="74474"/>
          </a:xfrm>
          <a:blipFill>
            <a:blip r:embed="rId2"/>
            <a:stretch>
              <a:fillRect l="-18444" t="-14389" r="-19577" b="-67633"/>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 </a:t>
            </a:r>
          </a:p>
        </p:txBody>
      </p:sp>
      <p:sp>
        <p:nvSpPr>
          <p:cNvPr id="39" name="Text Placeholder 19">
            <a:extLst>
              <a:ext uri="{FF2B5EF4-FFF2-40B4-BE49-F238E27FC236}">
                <a16:creationId xmlns:a16="http://schemas.microsoft.com/office/drawing/2014/main" id="{EEFE8018-41FA-414A-9529-3BB5FD1B0AFA}"/>
              </a:ext>
            </a:extLst>
          </p:cNvPr>
          <p:cNvSpPr>
            <a:spLocks noGrp="1"/>
          </p:cNvSpPr>
          <p:nvPr>
            <p:ph type="body" sz="quarter" idx="14" hasCustomPrompt="1"/>
          </p:nvPr>
        </p:nvSpPr>
        <p:spPr>
          <a:xfrm>
            <a:off x="5727392" y="202622"/>
            <a:ext cx="728287" cy="391504"/>
          </a:xfrm>
          <a:blipFill>
            <a:blip r:embed="rId3">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4"/>
                  <a:stretch>
                    <a:fillRect/>
                  </a:stretch>
                </a:blipFill>
              </a:defRPr>
            </a:lvl1pPr>
          </a:lstStyle>
          <a:p>
            <a:pPr lvl="0"/>
            <a:r>
              <a:rPr lang="en-US"/>
              <a:t> </a:t>
            </a:r>
          </a:p>
        </p:txBody>
      </p:sp>
    </p:spTree>
    <p:extLst>
      <p:ext uri="{BB962C8B-B14F-4D97-AF65-F5344CB8AC3E}">
        <p14:creationId xmlns:p14="http://schemas.microsoft.com/office/powerpoint/2010/main" val="1487469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01">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C2348D3F-A6ED-C947-9514-B9F03E1B4A87}"/>
              </a:ext>
            </a:extLst>
          </p:cNvPr>
          <p:cNvSpPr>
            <a:spLocks noGrp="1"/>
          </p:cNvSpPr>
          <p:nvPr>
            <p:ph type="pic" sz="quarter" idx="13" hasCustomPrompt="1"/>
          </p:nvPr>
        </p:nvSpPr>
        <p:spPr>
          <a:xfrm>
            <a:off x="0" y="-9525"/>
            <a:ext cx="12192000" cy="6867525"/>
          </a:xfrm>
          <a:solidFill>
            <a:schemeClr val="accent5"/>
          </a:solidFill>
        </p:spPr>
        <p:txBody>
          <a:bodyPr>
            <a:normAutofit/>
          </a:bodyPr>
          <a:lstStyle>
            <a:lvl1pPr marL="0" indent="0" algn="ctr">
              <a:lnSpc>
                <a:spcPts val="55000"/>
              </a:lnSpc>
              <a:buFontTx/>
              <a:buNone/>
              <a:defRPr sz="1200" cap="all" baseline="0"/>
            </a:lvl1pPr>
          </a:lstStyle>
          <a:p>
            <a:r>
              <a:rPr lang="en-US"/>
              <a:t>insert image – Drag &amp; Drop</a:t>
            </a:r>
          </a:p>
        </p:txBody>
      </p:sp>
      <p:sp>
        <p:nvSpPr>
          <p:cNvPr id="11" name="Text Placeholder 13">
            <a:extLst>
              <a:ext uri="{FF2B5EF4-FFF2-40B4-BE49-F238E27FC236}">
                <a16:creationId xmlns:a16="http://schemas.microsoft.com/office/drawing/2014/main" id="{E1024329-4196-F540-92C3-BBB05EB67723}"/>
              </a:ext>
            </a:extLst>
          </p:cNvPr>
          <p:cNvSpPr>
            <a:spLocks noGrp="1"/>
          </p:cNvSpPr>
          <p:nvPr>
            <p:ph type="body" sz="quarter" idx="12" hasCustomPrompt="1"/>
          </p:nvPr>
        </p:nvSpPr>
        <p:spPr>
          <a:xfrm>
            <a:off x="3180557" y="2139398"/>
            <a:ext cx="5830887" cy="300324"/>
          </a:xfrm>
        </p:spPr>
        <p:txBody>
          <a:bodyPr>
            <a:noAutofit/>
          </a:bodyPr>
          <a:lstStyle>
            <a:lvl1pPr marL="0" indent="0" algn="ctr">
              <a:lnSpc>
                <a:spcPts val="2040"/>
              </a:lnSpc>
              <a:spcBef>
                <a:spcPts val="0"/>
              </a:spcBef>
              <a:buNone/>
              <a:defRPr sz="1700" cap="all" spc="3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2" name="Title 1">
            <a:extLst>
              <a:ext uri="{FF2B5EF4-FFF2-40B4-BE49-F238E27FC236}">
                <a16:creationId xmlns:a16="http://schemas.microsoft.com/office/drawing/2014/main" id="{B81A20B8-E665-CB44-8A83-F8F713E7D073}"/>
              </a:ext>
            </a:extLst>
          </p:cNvPr>
          <p:cNvSpPr>
            <a:spLocks noGrp="1"/>
          </p:cNvSpPr>
          <p:nvPr>
            <p:ph type="ctrTitle" hasCustomPrompt="1"/>
          </p:nvPr>
        </p:nvSpPr>
        <p:spPr>
          <a:xfrm>
            <a:off x="263525" y="2733524"/>
            <a:ext cx="11661775" cy="1664556"/>
          </a:xfrm>
        </p:spPr>
        <p:txBody>
          <a:bodyPr anchor="t" anchorCtr="0">
            <a:noAutofit/>
          </a:bodyPr>
          <a:lstStyle>
            <a:lvl1pPr algn="ctr">
              <a:lnSpc>
                <a:spcPts val="7000"/>
              </a:lnSpc>
              <a:defRPr sz="7200" cap="all" baseline="0">
                <a:solidFill>
                  <a:schemeClr val="bg1"/>
                </a:solidFill>
              </a:defRPr>
            </a:lvl1pPr>
          </a:lstStyle>
          <a:p>
            <a:r>
              <a:rPr lang="en-US"/>
              <a:t>Lorem ipsum           dolor </a:t>
            </a:r>
            <a:r>
              <a:rPr lang="en-US" err="1"/>
              <a:t>est</a:t>
            </a:r>
            <a:r>
              <a:rPr lang="en-US"/>
              <a:t> sit</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9" name="Text Placeholder 19">
            <a:extLst>
              <a:ext uri="{FF2B5EF4-FFF2-40B4-BE49-F238E27FC236}">
                <a16:creationId xmlns:a16="http://schemas.microsoft.com/office/drawing/2014/main" id="{6E9DB731-9FB7-3F40-BB2A-86FA86CF6D46}"/>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3820216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02">
    <p:spTree>
      <p:nvGrpSpPr>
        <p:cNvPr id="1" name=""/>
        <p:cNvGrpSpPr/>
        <p:nvPr/>
      </p:nvGrpSpPr>
      <p:grpSpPr>
        <a:xfrm>
          <a:off x="0" y="0"/>
          <a:ext cx="0" cy="0"/>
          <a:chOff x="0" y="0"/>
          <a:chExt cx="0" cy="0"/>
        </a:xfrm>
      </p:grpSpPr>
      <p:sp>
        <p:nvSpPr>
          <p:cNvPr id="11" name="Text Placeholder 13">
            <a:extLst>
              <a:ext uri="{FF2B5EF4-FFF2-40B4-BE49-F238E27FC236}">
                <a16:creationId xmlns:a16="http://schemas.microsoft.com/office/drawing/2014/main" id="{E1024329-4196-F540-92C3-BBB05EB67723}"/>
              </a:ext>
            </a:extLst>
          </p:cNvPr>
          <p:cNvSpPr>
            <a:spLocks noGrp="1"/>
          </p:cNvSpPr>
          <p:nvPr>
            <p:ph type="body" sz="quarter" idx="12" hasCustomPrompt="1"/>
          </p:nvPr>
        </p:nvSpPr>
        <p:spPr>
          <a:xfrm>
            <a:off x="3180557" y="2139398"/>
            <a:ext cx="5830887" cy="300324"/>
          </a:xfrm>
        </p:spPr>
        <p:txBody>
          <a:bodyPr>
            <a:noAutofit/>
          </a:bodyPr>
          <a:lstStyle>
            <a:lvl1pPr marL="0" indent="0" algn="ctr">
              <a:lnSpc>
                <a:spcPts val="2040"/>
              </a:lnSpc>
              <a:spcBef>
                <a:spcPts val="0"/>
              </a:spcBef>
              <a:buNone/>
              <a:defRPr sz="1700" cap="all" spc="3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2" name="Title 1">
            <a:extLst>
              <a:ext uri="{FF2B5EF4-FFF2-40B4-BE49-F238E27FC236}">
                <a16:creationId xmlns:a16="http://schemas.microsoft.com/office/drawing/2014/main" id="{B81A20B8-E665-CB44-8A83-F8F713E7D073}"/>
              </a:ext>
            </a:extLst>
          </p:cNvPr>
          <p:cNvSpPr>
            <a:spLocks noGrp="1"/>
          </p:cNvSpPr>
          <p:nvPr>
            <p:ph type="ctrTitle" hasCustomPrompt="1"/>
          </p:nvPr>
        </p:nvSpPr>
        <p:spPr>
          <a:xfrm>
            <a:off x="263525" y="2733524"/>
            <a:ext cx="11661775" cy="1664556"/>
          </a:xfrm>
        </p:spPr>
        <p:txBody>
          <a:bodyPr anchor="t" anchorCtr="0">
            <a:noAutofit/>
          </a:bodyPr>
          <a:lstStyle>
            <a:lvl1pPr algn="ctr">
              <a:lnSpc>
                <a:spcPts val="7000"/>
              </a:lnSpc>
              <a:defRPr sz="7200" cap="all" baseline="0">
                <a:solidFill>
                  <a:schemeClr val="tx1"/>
                </a:solidFill>
              </a:defRPr>
            </a:lvl1pPr>
          </a:lstStyle>
          <a:p>
            <a:r>
              <a:rPr lang="en-US"/>
              <a:t>Lorem ipsum           dolor </a:t>
            </a:r>
            <a:r>
              <a:rPr lang="en-US" err="1"/>
              <a:t>est</a:t>
            </a:r>
            <a:r>
              <a:rPr lang="en-US"/>
              <a:t> sit</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10" name="Text Placeholder 13">
            <a:extLst>
              <a:ext uri="{FF2B5EF4-FFF2-40B4-BE49-F238E27FC236}">
                <a16:creationId xmlns:a16="http://schemas.microsoft.com/office/drawing/2014/main" id="{2584C36F-BF5A-9D46-A1AF-2705122948D0}"/>
              </a:ext>
            </a:extLst>
          </p:cNvPr>
          <p:cNvSpPr>
            <a:spLocks noGrp="1"/>
          </p:cNvSpPr>
          <p:nvPr>
            <p:ph type="body" sz="quarter" idx="17" hasCustomPrompt="1"/>
          </p:nvPr>
        </p:nvSpPr>
        <p:spPr>
          <a:xfrm>
            <a:off x="3184087" y="4432116"/>
            <a:ext cx="5830887" cy="278620"/>
          </a:xfrm>
        </p:spPr>
        <p:txBody>
          <a:bodyPr>
            <a:noAutofit/>
          </a:bodyPr>
          <a:lstStyle>
            <a:lvl1pPr marL="0" indent="0" algn="ctr">
              <a:lnSpc>
                <a:spcPts val="204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 Presenter Name )</a:t>
            </a:r>
          </a:p>
        </p:txBody>
      </p:sp>
    </p:spTree>
    <p:extLst>
      <p:ext uri="{BB962C8B-B14F-4D97-AF65-F5344CB8AC3E}">
        <p14:creationId xmlns:p14="http://schemas.microsoft.com/office/powerpoint/2010/main" val="3577607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03">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81A20B8-E665-CB44-8A83-F8F713E7D073}"/>
              </a:ext>
            </a:extLst>
          </p:cNvPr>
          <p:cNvSpPr>
            <a:spLocks noGrp="1"/>
          </p:cNvSpPr>
          <p:nvPr>
            <p:ph type="ctrTitle" hasCustomPrompt="1"/>
          </p:nvPr>
        </p:nvSpPr>
        <p:spPr>
          <a:xfrm>
            <a:off x="263525" y="3151213"/>
            <a:ext cx="11661775" cy="562831"/>
          </a:xfrm>
        </p:spPr>
        <p:txBody>
          <a:bodyPr anchor="t" anchorCtr="0">
            <a:noAutofit/>
          </a:bodyPr>
          <a:lstStyle>
            <a:lvl1pPr algn="ctr">
              <a:lnSpc>
                <a:spcPts val="5000"/>
              </a:lnSpc>
              <a:defRPr sz="5000" cap="all" baseline="0">
                <a:solidFill>
                  <a:schemeClr val="tx1"/>
                </a:solidFill>
              </a:defRPr>
            </a:lvl1pPr>
          </a:lstStyle>
          <a:p>
            <a:r>
              <a:rPr lang="en-US"/>
              <a:t>Lorem ipsum</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Tree>
    <p:extLst>
      <p:ext uri="{BB962C8B-B14F-4D97-AF65-F5344CB8AC3E}">
        <p14:creationId xmlns:p14="http://schemas.microsoft.com/office/powerpoint/2010/main" val="71324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HORT FORM TEXT SLIDE 01">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C2348D3F-A6ED-C947-9514-B9F03E1B4A87}"/>
              </a:ext>
            </a:extLst>
          </p:cNvPr>
          <p:cNvSpPr>
            <a:spLocks noGrp="1"/>
          </p:cNvSpPr>
          <p:nvPr>
            <p:ph type="pic" sz="quarter" idx="13" hasCustomPrompt="1"/>
          </p:nvPr>
        </p:nvSpPr>
        <p:spPr>
          <a:xfrm>
            <a:off x="0" y="-9525"/>
            <a:ext cx="12192000" cy="6867525"/>
          </a:xfrm>
          <a:solidFill>
            <a:schemeClr val="accent5"/>
          </a:solidFill>
        </p:spPr>
        <p:txBody>
          <a:bodyPr>
            <a:normAutofit/>
          </a:bodyPr>
          <a:lstStyle>
            <a:lvl1pPr marL="0" indent="0" algn="ctr">
              <a:lnSpc>
                <a:spcPts val="55000"/>
              </a:lnSpc>
              <a:buFontTx/>
              <a:buNone/>
              <a:defRPr sz="1200" cap="all" baseline="0"/>
            </a:lvl1pPr>
          </a:lstStyle>
          <a:p>
            <a:r>
              <a:rPr lang="en-US"/>
              <a:t>insert image – Drag &amp; Drop</a:t>
            </a:r>
          </a:p>
        </p:txBody>
      </p:sp>
      <p:sp>
        <p:nvSpPr>
          <p:cNvPr id="12" name="Title 1">
            <a:extLst>
              <a:ext uri="{FF2B5EF4-FFF2-40B4-BE49-F238E27FC236}">
                <a16:creationId xmlns:a16="http://schemas.microsoft.com/office/drawing/2014/main" id="{B81A20B8-E665-CB44-8A83-F8F713E7D073}"/>
              </a:ext>
            </a:extLst>
          </p:cNvPr>
          <p:cNvSpPr>
            <a:spLocks noGrp="1"/>
          </p:cNvSpPr>
          <p:nvPr>
            <p:ph type="ctrTitle" hasCustomPrompt="1"/>
          </p:nvPr>
        </p:nvSpPr>
        <p:spPr>
          <a:xfrm>
            <a:off x="1715911" y="2848895"/>
            <a:ext cx="8745538" cy="1248972"/>
          </a:xfrm>
        </p:spPr>
        <p:txBody>
          <a:bodyPr anchor="t" anchorCtr="0">
            <a:noAutofit/>
          </a:bodyPr>
          <a:lstStyle>
            <a:lvl1pPr algn="ctr">
              <a:lnSpc>
                <a:spcPts val="4500"/>
              </a:lnSpc>
              <a:defRPr sz="4000" cap="none" baseline="0">
                <a:solidFill>
                  <a:schemeClr val="bg1"/>
                </a:solidFill>
              </a:defRPr>
            </a:lvl1pPr>
          </a:lstStyle>
          <a:p>
            <a:r>
              <a:rPr lang="en-US"/>
              <a:t>Lorem ipsum dolor </a:t>
            </a:r>
            <a:r>
              <a:rPr lang="en-US" err="1"/>
              <a:t>est</a:t>
            </a:r>
            <a:r>
              <a:rPr lang="en-US"/>
              <a:t>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8" name="Text Placeholder 19">
            <a:extLst>
              <a:ext uri="{FF2B5EF4-FFF2-40B4-BE49-F238E27FC236}">
                <a16:creationId xmlns:a16="http://schemas.microsoft.com/office/drawing/2014/main" id="{4C623EC5-159C-B04F-8296-B3264AEB4A42}"/>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761547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HORT FORM TEXT SLIDE 02">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81A20B8-E665-CB44-8A83-F8F713E7D073}"/>
              </a:ext>
            </a:extLst>
          </p:cNvPr>
          <p:cNvSpPr>
            <a:spLocks noGrp="1"/>
          </p:cNvSpPr>
          <p:nvPr>
            <p:ph type="ctrTitle" hasCustomPrompt="1"/>
          </p:nvPr>
        </p:nvSpPr>
        <p:spPr>
          <a:xfrm>
            <a:off x="1715911" y="2848895"/>
            <a:ext cx="8745538" cy="1248972"/>
          </a:xfrm>
        </p:spPr>
        <p:txBody>
          <a:bodyPr anchor="t" anchorCtr="0">
            <a:noAutofit/>
          </a:bodyPr>
          <a:lstStyle>
            <a:lvl1pPr algn="ctr">
              <a:lnSpc>
                <a:spcPts val="4500"/>
              </a:lnSpc>
              <a:defRPr sz="4000" cap="none" baseline="0">
                <a:solidFill>
                  <a:schemeClr val="tx1"/>
                </a:solidFill>
              </a:defRPr>
            </a:lvl1pPr>
          </a:lstStyle>
          <a:p>
            <a:r>
              <a:rPr lang="en-US"/>
              <a:t>Lorem ipsum dolor </a:t>
            </a:r>
            <a:r>
              <a:rPr lang="en-US" err="1"/>
              <a:t>est</a:t>
            </a:r>
            <a:r>
              <a:rPr lang="en-US"/>
              <a:t>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Tree>
    <p:extLst>
      <p:ext uri="{BB962C8B-B14F-4D97-AF65-F5344CB8AC3E}">
        <p14:creationId xmlns:p14="http://schemas.microsoft.com/office/powerpoint/2010/main" val="28035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HORT FORM TEXT SLIDE 03">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81A20B8-E665-CB44-8A83-F8F713E7D073}"/>
              </a:ext>
            </a:extLst>
          </p:cNvPr>
          <p:cNvSpPr>
            <a:spLocks noGrp="1"/>
          </p:cNvSpPr>
          <p:nvPr>
            <p:ph type="ctrTitle" hasCustomPrompt="1"/>
          </p:nvPr>
        </p:nvSpPr>
        <p:spPr>
          <a:xfrm>
            <a:off x="1715911" y="2848895"/>
            <a:ext cx="8745538" cy="1153762"/>
          </a:xfrm>
        </p:spPr>
        <p:txBody>
          <a:bodyPr anchor="t" anchorCtr="0">
            <a:noAutofit/>
          </a:bodyPr>
          <a:lstStyle>
            <a:lvl1pPr algn="ctr">
              <a:lnSpc>
                <a:spcPts val="4500"/>
              </a:lnSpc>
              <a:defRPr sz="4000" cap="none" baseline="0">
                <a:solidFill>
                  <a:schemeClr val="tx1"/>
                </a:solidFill>
              </a:defRPr>
            </a:lvl1pPr>
          </a:lstStyle>
          <a:p>
            <a:r>
              <a:rPr lang="en-US"/>
              <a:t>Lorem ipsum dolor </a:t>
            </a:r>
            <a:r>
              <a:rPr lang="en-US" err="1"/>
              <a:t>est</a:t>
            </a:r>
            <a:r>
              <a:rPr lang="en-US"/>
              <a:t>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5" name="Text Placeholder 4">
            <a:extLst>
              <a:ext uri="{FF2B5EF4-FFF2-40B4-BE49-F238E27FC236}">
                <a16:creationId xmlns:a16="http://schemas.microsoft.com/office/drawing/2014/main" id="{559BC42C-F1E4-1144-87AC-E2F2F4DCB572}"/>
              </a:ext>
            </a:extLst>
          </p:cNvPr>
          <p:cNvSpPr>
            <a:spLocks noGrp="1"/>
          </p:cNvSpPr>
          <p:nvPr>
            <p:ph type="body" sz="quarter" idx="17" hasCustomPrompt="1"/>
          </p:nvPr>
        </p:nvSpPr>
        <p:spPr>
          <a:xfrm>
            <a:off x="3179763" y="4153877"/>
            <a:ext cx="5830887" cy="644172"/>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consectetur</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adipiscing</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elit</a:t>
            </a:r>
            <a:r>
              <a:rPr lang="en-US" sz="1200" b="0" i="0">
                <a:latin typeface="Helvetica Neue Light" panose="02000403000000020004" pitchFamily="2" charset="0"/>
                <a:ea typeface="Helvetica Neue Light" panose="02000403000000020004" pitchFamily="2" charset="0"/>
              </a:rPr>
              <a:t>.                                       Nunc </a:t>
            </a:r>
            <a:r>
              <a:rPr lang="en-US" sz="1200" b="0" i="0" err="1">
                <a:latin typeface="Helvetica Neue Light" panose="02000403000000020004" pitchFamily="2" charset="0"/>
                <a:ea typeface="Helvetica Neue Light" panose="02000403000000020004" pitchFamily="2" charset="0"/>
              </a:rPr>
              <a:t>rhoncus</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massa</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sed</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eros</a:t>
            </a:r>
            <a:r>
              <a:rPr lang="en-US" sz="1200" b="0" i="0">
                <a:latin typeface="Helvetica Neue Light" panose="02000403000000020004" pitchFamily="2" charset="0"/>
                <a:ea typeface="Helvetica Neue Light" panose="02000403000000020004" pitchFamily="2" charset="0"/>
              </a:rPr>
              <a:t> porta, </a:t>
            </a:r>
            <a:r>
              <a:rPr lang="en-US" sz="1200" b="0" i="0" err="1">
                <a:latin typeface="Helvetica Neue Light" panose="02000403000000020004" pitchFamily="2" charset="0"/>
                <a:ea typeface="Helvetica Neue Light" panose="02000403000000020004" pitchFamily="2" charset="0"/>
              </a:rPr>
              <a:t>sed</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egestas</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turpis</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commodo</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Etiam</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quis</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turpis</a:t>
            </a:r>
            <a:r>
              <a:rPr lang="en-US" sz="1200" b="0" i="0">
                <a:latin typeface="Helvetica Neue Light" panose="02000403000000020004" pitchFamily="2" charset="0"/>
                <a:ea typeface="Helvetica Neue Light" panose="02000403000000020004" pitchFamily="2" charset="0"/>
              </a:rPr>
              <a:t> in </a:t>
            </a:r>
            <a:r>
              <a:rPr lang="en-US" sz="1200" b="0" i="0" err="1">
                <a:latin typeface="Helvetica Neue Light" panose="02000403000000020004" pitchFamily="2" charset="0"/>
                <a:ea typeface="Helvetica Neue Light" panose="02000403000000020004" pitchFamily="2" charset="0"/>
              </a:rPr>
              <a:t>erat</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varius</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tincidunt</a:t>
            </a:r>
            <a:r>
              <a:rPr lang="en-US" sz="1200" b="0" i="0">
                <a:latin typeface="Helvetica Neue Light" panose="02000403000000020004" pitchFamily="2" charset="0"/>
                <a:ea typeface="Helvetica Neue Light" panose="02000403000000020004" pitchFamily="2" charset="0"/>
              </a:rPr>
              <a:t>.</a:t>
            </a:r>
          </a:p>
        </p:txBody>
      </p:sp>
    </p:spTree>
    <p:extLst>
      <p:ext uri="{BB962C8B-B14F-4D97-AF65-F5344CB8AC3E}">
        <p14:creationId xmlns:p14="http://schemas.microsoft.com/office/powerpoint/2010/main" val="3990430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HORT FORM TEXT SLIDE 04">
    <p:spTree>
      <p:nvGrpSpPr>
        <p:cNvPr id="1" name=""/>
        <p:cNvGrpSpPr/>
        <p:nvPr/>
      </p:nvGrpSpPr>
      <p:grpSpPr>
        <a:xfrm>
          <a:off x="0" y="0"/>
          <a:ext cx="0" cy="0"/>
          <a:chOff x="0" y="0"/>
          <a:chExt cx="0" cy="0"/>
        </a:xfrm>
      </p:grpSpPr>
      <p:sp>
        <p:nvSpPr>
          <p:cNvPr id="7" name="Picture Placeholder 15">
            <a:extLst>
              <a:ext uri="{FF2B5EF4-FFF2-40B4-BE49-F238E27FC236}">
                <a16:creationId xmlns:a16="http://schemas.microsoft.com/office/drawing/2014/main" id="{7AB64576-8EB0-B046-9180-08777A0C5FA0}"/>
              </a:ext>
            </a:extLst>
          </p:cNvPr>
          <p:cNvSpPr>
            <a:spLocks noGrp="1"/>
          </p:cNvSpPr>
          <p:nvPr>
            <p:ph type="pic" sz="quarter" idx="13" hasCustomPrompt="1"/>
          </p:nvPr>
        </p:nvSpPr>
        <p:spPr>
          <a:xfrm>
            <a:off x="0" y="-9525"/>
            <a:ext cx="12192000" cy="6867525"/>
          </a:xfrm>
          <a:solidFill>
            <a:schemeClr val="accent5"/>
          </a:solidFill>
        </p:spPr>
        <p:txBody>
          <a:bodyPr>
            <a:normAutofit/>
          </a:bodyPr>
          <a:lstStyle>
            <a:lvl1pPr marL="0" indent="0" algn="ctr">
              <a:lnSpc>
                <a:spcPts val="55000"/>
              </a:lnSpc>
              <a:buFontTx/>
              <a:buNone/>
              <a:defRPr sz="1200" cap="all" baseline="0"/>
            </a:lvl1pPr>
          </a:lstStyle>
          <a:p>
            <a:r>
              <a:rPr lang="en-US"/>
              <a:t>insert image – Drag &amp; Drop</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9" name="Text Placeholder 13">
            <a:extLst>
              <a:ext uri="{FF2B5EF4-FFF2-40B4-BE49-F238E27FC236}">
                <a16:creationId xmlns:a16="http://schemas.microsoft.com/office/drawing/2014/main" id="{0E14A61B-7CBE-8544-A350-F60B35323967}"/>
              </a:ext>
            </a:extLst>
          </p:cNvPr>
          <p:cNvSpPr>
            <a:spLocks noGrp="1"/>
          </p:cNvSpPr>
          <p:nvPr>
            <p:ph type="body" sz="quarter" idx="12" hasCustomPrompt="1"/>
          </p:nvPr>
        </p:nvSpPr>
        <p:spPr>
          <a:xfrm>
            <a:off x="3178800" y="1953282"/>
            <a:ext cx="5830887" cy="300324"/>
          </a:xfrm>
        </p:spPr>
        <p:txBody>
          <a:bodyPr>
            <a:noAutofit/>
          </a:bodyPr>
          <a:lstStyle>
            <a:lvl1pPr marL="0" indent="0" algn="ctr">
              <a:lnSpc>
                <a:spcPts val="2040"/>
              </a:lnSpc>
              <a:spcBef>
                <a:spcPts val="0"/>
              </a:spcBef>
              <a:buNone/>
              <a:defRPr sz="1700" cap="all" spc="3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0" name="Text Placeholder 13">
            <a:extLst>
              <a:ext uri="{FF2B5EF4-FFF2-40B4-BE49-F238E27FC236}">
                <a16:creationId xmlns:a16="http://schemas.microsoft.com/office/drawing/2014/main" id="{D5F97092-30F7-4243-BEDE-8246E78D52AB}"/>
              </a:ext>
            </a:extLst>
          </p:cNvPr>
          <p:cNvSpPr>
            <a:spLocks noGrp="1"/>
          </p:cNvSpPr>
          <p:nvPr>
            <p:ph type="body" sz="quarter" idx="17" hasCustomPrompt="1"/>
          </p:nvPr>
        </p:nvSpPr>
        <p:spPr>
          <a:xfrm>
            <a:off x="3178800" y="2263130"/>
            <a:ext cx="5830887" cy="291600"/>
          </a:xfrm>
        </p:spPr>
        <p:txBody>
          <a:bodyPr>
            <a:noAutofit/>
          </a:bodyPr>
          <a:lstStyle>
            <a:lvl1pPr marL="0" indent="0" algn="ctr">
              <a:lnSpc>
                <a:spcPts val="1800"/>
              </a:lnSpc>
              <a:spcBef>
                <a:spcPts val="0"/>
              </a:spcBef>
              <a:buNone/>
              <a:defRPr sz="1700" cap="none"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r>
              <a:rPr lang="en-US"/>
              <a:t> sit </a:t>
            </a:r>
            <a:r>
              <a:rPr lang="en-US" err="1"/>
              <a:t>amet</a:t>
            </a:r>
            <a:r>
              <a:rPr lang="en-US"/>
              <a:t> </a:t>
            </a:r>
          </a:p>
        </p:txBody>
      </p:sp>
      <p:sp>
        <p:nvSpPr>
          <p:cNvPr id="11" name="Text Placeholder 13">
            <a:extLst>
              <a:ext uri="{FF2B5EF4-FFF2-40B4-BE49-F238E27FC236}">
                <a16:creationId xmlns:a16="http://schemas.microsoft.com/office/drawing/2014/main" id="{A7630407-E42E-F849-82CA-D209BFF4EB4C}"/>
              </a:ext>
            </a:extLst>
          </p:cNvPr>
          <p:cNvSpPr>
            <a:spLocks noGrp="1"/>
          </p:cNvSpPr>
          <p:nvPr>
            <p:ph type="body" sz="quarter" idx="18" hasCustomPrompt="1"/>
          </p:nvPr>
        </p:nvSpPr>
        <p:spPr>
          <a:xfrm>
            <a:off x="3178800" y="3202962"/>
            <a:ext cx="5830887" cy="300324"/>
          </a:xfrm>
        </p:spPr>
        <p:txBody>
          <a:bodyPr>
            <a:noAutofit/>
          </a:bodyPr>
          <a:lstStyle>
            <a:lvl1pPr marL="0" indent="0" algn="ctr">
              <a:lnSpc>
                <a:spcPts val="2040"/>
              </a:lnSpc>
              <a:spcBef>
                <a:spcPts val="0"/>
              </a:spcBef>
              <a:buNone/>
              <a:defRPr sz="1700" cap="all" spc="3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3" name="Text Placeholder 13">
            <a:extLst>
              <a:ext uri="{FF2B5EF4-FFF2-40B4-BE49-F238E27FC236}">
                <a16:creationId xmlns:a16="http://schemas.microsoft.com/office/drawing/2014/main" id="{95A7859D-FD9E-C448-ACC2-C67E3DB8BFB0}"/>
              </a:ext>
            </a:extLst>
          </p:cNvPr>
          <p:cNvSpPr>
            <a:spLocks noGrp="1"/>
          </p:cNvSpPr>
          <p:nvPr>
            <p:ph type="body" sz="quarter" idx="19" hasCustomPrompt="1"/>
          </p:nvPr>
        </p:nvSpPr>
        <p:spPr>
          <a:xfrm>
            <a:off x="3178800" y="3512810"/>
            <a:ext cx="5830887" cy="291600"/>
          </a:xfrm>
        </p:spPr>
        <p:txBody>
          <a:bodyPr>
            <a:noAutofit/>
          </a:bodyPr>
          <a:lstStyle>
            <a:lvl1pPr marL="0" indent="0" algn="ctr">
              <a:lnSpc>
                <a:spcPts val="1800"/>
              </a:lnSpc>
              <a:spcBef>
                <a:spcPts val="0"/>
              </a:spcBef>
              <a:buNone/>
              <a:defRPr sz="1700" cap="none"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r>
              <a:rPr lang="en-US"/>
              <a:t> sit </a:t>
            </a:r>
            <a:r>
              <a:rPr lang="en-US" err="1"/>
              <a:t>amet</a:t>
            </a:r>
            <a:r>
              <a:rPr lang="en-US"/>
              <a:t> </a:t>
            </a:r>
          </a:p>
        </p:txBody>
      </p:sp>
      <p:sp>
        <p:nvSpPr>
          <p:cNvPr id="14" name="Text Placeholder 13">
            <a:extLst>
              <a:ext uri="{FF2B5EF4-FFF2-40B4-BE49-F238E27FC236}">
                <a16:creationId xmlns:a16="http://schemas.microsoft.com/office/drawing/2014/main" id="{162F3E79-48F2-DE46-A89C-A65CDCE3E2CC}"/>
              </a:ext>
            </a:extLst>
          </p:cNvPr>
          <p:cNvSpPr>
            <a:spLocks noGrp="1"/>
          </p:cNvSpPr>
          <p:nvPr>
            <p:ph type="body" sz="quarter" idx="20" hasCustomPrompt="1"/>
          </p:nvPr>
        </p:nvSpPr>
        <p:spPr>
          <a:xfrm>
            <a:off x="3178800" y="4366574"/>
            <a:ext cx="5830887" cy="300324"/>
          </a:xfrm>
        </p:spPr>
        <p:txBody>
          <a:bodyPr>
            <a:noAutofit/>
          </a:bodyPr>
          <a:lstStyle>
            <a:lvl1pPr marL="0" indent="0" algn="ctr">
              <a:lnSpc>
                <a:spcPts val="2040"/>
              </a:lnSpc>
              <a:spcBef>
                <a:spcPts val="0"/>
              </a:spcBef>
              <a:buNone/>
              <a:defRPr sz="1700" cap="all" spc="3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6" name="Text Placeholder 13">
            <a:extLst>
              <a:ext uri="{FF2B5EF4-FFF2-40B4-BE49-F238E27FC236}">
                <a16:creationId xmlns:a16="http://schemas.microsoft.com/office/drawing/2014/main" id="{AE40B06F-1DF5-334E-85A5-9DC75A696AF7}"/>
              </a:ext>
            </a:extLst>
          </p:cNvPr>
          <p:cNvSpPr>
            <a:spLocks noGrp="1"/>
          </p:cNvSpPr>
          <p:nvPr>
            <p:ph type="body" sz="quarter" idx="21" hasCustomPrompt="1"/>
          </p:nvPr>
        </p:nvSpPr>
        <p:spPr>
          <a:xfrm>
            <a:off x="3178800" y="4676422"/>
            <a:ext cx="5830887" cy="291600"/>
          </a:xfrm>
        </p:spPr>
        <p:txBody>
          <a:bodyPr>
            <a:noAutofit/>
          </a:bodyPr>
          <a:lstStyle>
            <a:lvl1pPr marL="0" indent="0" algn="ctr">
              <a:lnSpc>
                <a:spcPts val="1800"/>
              </a:lnSpc>
              <a:spcBef>
                <a:spcPts val="0"/>
              </a:spcBef>
              <a:buNone/>
              <a:defRPr sz="1700" cap="none"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r>
              <a:rPr lang="en-US"/>
              <a:t> sit </a:t>
            </a:r>
            <a:r>
              <a:rPr lang="en-US" err="1"/>
              <a:t>amet</a:t>
            </a:r>
            <a:r>
              <a:rPr lang="en-US"/>
              <a:t> </a:t>
            </a:r>
          </a:p>
        </p:txBody>
      </p:sp>
      <p:sp>
        <p:nvSpPr>
          <p:cNvPr id="18" name="Text Placeholder 19">
            <a:extLst>
              <a:ext uri="{FF2B5EF4-FFF2-40B4-BE49-F238E27FC236}">
                <a16:creationId xmlns:a16="http://schemas.microsoft.com/office/drawing/2014/main" id="{354CD267-B8F0-284B-920A-8ED9D09233DD}"/>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32340611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HORT FORM TEXT SLIDE 05">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81A20B8-E665-CB44-8A83-F8F713E7D073}"/>
              </a:ext>
            </a:extLst>
          </p:cNvPr>
          <p:cNvSpPr>
            <a:spLocks noGrp="1"/>
          </p:cNvSpPr>
          <p:nvPr>
            <p:ph type="ctrTitle" hasCustomPrompt="1"/>
          </p:nvPr>
        </p:nvSpPr>
        <p:spPr>
          <a:xfrm>
            <a:off x="1723231" y="2296227"/>
            <a:ext cx="8745538" cy="2265546"/>
          </a:xfrm>
        </p:spPr>
        <p:txBody>
          <a:bodyPr anchor="t" anchorCtr="0">
            <a:noAutofit/>
          </a:bodyPr>
          <a:lstStyle>
            <a:lvl1pPr algn="ctr">
              <a:lnSpc>
                <a:spcPts val="4500"/>
              </a:lnSpc>
              <a:defRPr sz="4000" cap="none" baseline="0">
                <a:solidFill>
                  <a:schemeClr val="tx1"/>
                </a:solidFill>
              </a:defRPr>
            </a:lvl1pPr>
          </a:lstStyle>
          <a:p>
            <a:r>
              <a:rPr lang="en-US"/>
              <a:t>Lorem ipsum dolor </a:t>
            </a:r>
            <a:r>
              <a:rPr lang="en-US" err="1"/>
              <a:t>est</a:t>
            </a:r>
            <a:r>
              <a:rPr lang="en-US"/>
              <a:t>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Tree>
    <p:extLst>
      <p:ext uri="{BB962C8B-B14F-4D97-AF65-F5344CB8AC3E}">
        <p14:creationId xmlns:p14="http://schemas.microsoft.com/office/powerpoint/2010/main" val="23083397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HORT FORM TEXT SLIDE 06">
    <p:spTree>
      <p:nvGrpSpPr>
        <p:cNvPr id="1" name=""/>
        <p:cNvGrpSpPr/>
        <p:nvPr/>
      </p:nvGrpSpPr>
      <p:grpSpPr>
        <a:xfrm>
          <a:off x="0" y="0"/>
          <a:ext cx="0" cy="0"/>
          <a:chOff x="0" y="0"/>
          <a:chExt cx="0" cy="0"/>
        </a:xfrm>
      </p:grpSpPr>
      <p:sp>
        <p:nvSpPr>
          <p:cNvPr id="5" name="Picture Placeholder 15">
            <a:extLst>
              <a:ext uri="{FF2B5EF4-FFF2-40B4-BE49-F238E27FC236}">
                <a16:creationId xmlns:a16="http://schemas.microsoft.com/office/drawing/2014/main" id="{3597FD9A-3C46-3045-918B-07526F0BEDF5}"/>
              </a:ext>
            </a:extLst>
          </p:cNvPr>
          <p:cNvSpPr>
            <a:spLocks noGrp="1"/>
          </p:cNvSpPr>
          <p:nvPr>
            <p:ph type="pic" sz="quarter" idx="13" hasCustomPrompt="1"/>
          </p:nvPr>
        </p:nvSpPr>
        <p:spPr>
          <a:xfrm>
            <a:off x="0" y="-9525"/>
            <a:ext cx="12192000" cy="6867525"/>
          </a:xfrm>
          <a:solidFill>
            <a:schemeClr val="accent5"/>
          </a:solidFill>
        </p:spPr>
        <p:txBody>
          <a:bodyPr>
            <a:normAutofit/>
          </a:bodyPr>
          <a:lstStyle>
            <a:lvl1pPr marL="0" indent="0" algn="ctr">
              <a:lnSpc>
                <a:spcPts val="55000"/>
              </a:lnSpc>
              <a:buFontTx/>
              <a:buNone/>
              <a:defRPr sz="1200" cap="all" baseline="0"/>
            </a:lvl1pPr>
          </a:lstStyle>
          <a:p>
            <a:r>
              <a:rPr lang="en-US"/>
              <a:t>insert image – Drag &amp; Drop</a:t>
            </a:r>
          </a:p>
        </p:txBody>
      </p:sp>
      <p:sp>
        <p:nvSpPr>
          <p:cNvPr id="12" name="Title 1">
            <a:extLst>
              <a:ext uri="{FF2B5EF4-FFF2-40B4-BE49-F238E27FC236}">
                <a16:creationId xmlns:a16="http://schemas.microsoft.com/office/drawing/2014/main" id="{B81A20B8-E665-CB44-8A83-F8F713E7D073}"/>
              </a:ext>
            </a:extLst>
          </p:cNvPr>
          <p:cNvSpPr>
            <a:spLocks noGrp="1"/>
          </p:cNvSpPr>
          <p:nvPr>
            <p:ph type="ctrTitle" hasCustomPrompt="1"/>
          </p:nvPr>
        </p:nvSpPr>
        <p:spPr>
          <a:xfrm>
            <a:off x="1723231" y="2296227"/>
            <a:ext cx="8745538" cy="2265546"/>
          </a:xfrm>
        </p:spPr>
        <p:txBody>
          <a:bodyPr anchor="t" anchorCtr="0">
            <a:noAutofit/>
          </a:bodyPr>
          <a:lstStyle>
            <a:lvl1pPr algn="ctr">
              <a:lnSpc>
                <a:spcPts val="4500"/>
              </a:lnSpc>
              <a:defRPr sz="4000" cap="none" baseline="0">
                <a:solidFill>
                  <a:schemeClr val="bg1"/>
                </a:solidFill>
              </a:defRPr>
            </a:lvl1pPr>
          </a:lstStyle>
          <a:p>
            <a:r>
              <a:rPr lang="en-US"/>
              <a:t>Lorem ipsum dolor </a:t>
            </a:r>
            <a:r>
              <a:rPr lang="en-US" err="1"/>
              <a:t>est</a:t>
            </a:r>
            <a:r>
              <a:rPr lang="en-US"/>
              <a:t>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8" name="Text Placeholder 19">
            <a:extLst>
              <a:ext uri="{FF2B5EF4-FFF2-40B4-BE49-F238E27FC236}">
                <a16:creationId xmlns:a16="http://schemas.microsoft.com/office/drawing/2014/main" id="{FDC49BDA-37AB-B64F-A73C-F2A79C4E3D66}"/>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3908540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HORT FORM TEXT SLIDE 07">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5" name="Text Placeholder 4">
            <a:extLst>
              <a:ext uri="{FF2B5EF4-FFF2-40B4-BE49-F238E27FC236}">
                <a16:creationId xmlns:a16="http://schemas.microsoft.com/office/drawing/2014/main" id="{559BC42C-F1E4-1144-87AC-E2F2F4DCB572}"/>
              </a:ext>
            </a:extLst>
          </p:cNvPr>
          <p:cNvSpPr>
            <a:spLocks noGrp="1"/>
          </p:cNvSpPr>
          <p:nvPr>
            <p:ph type="body" sz="quarter" idx="17" hasCustomPrompt="1"/>
          </p:nvPr>
        </p:nvSpPr>
        <p:spPr>
          <a:xfrm>
            <a:off x="3184264" y="5204084"/>
            <a:ext cx="5826386" cy="505802"/>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consectetur</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adipiscing</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elit</a:t>
            </a:r>
            <a:r>
              <a:rPr lang="en-US" sz="1200" b="0" i="0">
                <a:latin typeface="Helvetica Neue Light" panose="02000403000000020004" pitchFamily="2" charset="0"/>
                <a:ea typeface="Helvetica Neue Light" panose="02000403000000020004" pitchFamily="2" charset="0"/>
              </a:rPr>
              <a:t>.                                       Nunc </a:t>
            </a:r>
            <a:r>
              <a:rPr lang="en-US" sz="1200" b="0" i="0" err="1">
                <a:latin typeface="Helvetica Neue Light" panose="02000403000000020004" pitchFamily="2" charset="0"/>
                <a:ea typeface="Helvetica Neue Light" panose="02000403000000020004" pitchFamily="2" charset="0"/>
              </a:rPr>
              <a:t>rhoncus</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massa</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sed</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eros</a:t>
            </a:r>
            <a:r>
              <a:rPr lang="en-US" sz="1200" b="0" i="0">
                <a:latin typeface="Helvetica Neue Light" panose="02000403000000020004" pitchFamily="2" charset="0"/>
                <a:ea typeface="Helvetica Neue Light" panose="02000403000000020004" pitchFamily="2" charset="0"/>
              </a:rPr>
              <a:t> porta, </a:t>
            </a:r>
            <a:r>
              <a:rPr lang="en-US" sz="1200" b="0" i="0" err="1">
                <a:latin typeface="Helvetica Neue Light" panose="02000403000000020004" pitchFamily="2" charset="0"/>
                <a:ea typeface="Helvetica Neue Light" panose="02000403000000020004" pitchFamily="2" charset="0"/>
              </a:rPr>
              <a:t>sed</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egestas</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turpis</a:t>
            </a:r>
            <a:r>
              <a:rPr lang="en-US" sz="1200" b="0" i="0">
                <a:latin typeface="Helvetica Neue Light" panose="02000403000000020004" pitchFamily="2" charset="0"/>
                <a:ea typeface="Helvetica Neue Light" panose="02000403000000020004" pitchFamily="2" charset="0"/>
              </a:rPr>
              <a:t> </a:t>
            </a:r>
            <a:r>
              <a:rPr lang="en-US" sz="1200" b="0" i="0" err="1">
                <a:latin typeface="Helvetica Neue Light" panose="02000403000000020004" pitchFamily="2" charset="0"/>
                <a:ea typeface="Helvetica Neue Light" panose="02000403000000020004" pitchFamily="2" charset="0"/>
              </a:rPr>
              <a:t>commodo</a:t>
            </a:r>
            <a:r>
              <a:rPr lang="en-US" sz="1200" b="0" i="0">
                <a:latin typeface="Helvetica Neue Light" panose="02000403000000020004" pitchFamily="2" charset="0"/>
                <a:ea typeface="Helvetica Neue Light" panose="02000403000000020004" pitchFamily="2" charset="0"/>
              </a:rPr>
              <a:t>.</a:t>
            </a:r>
          </a:p>
        </p:txBody>
      </p:sp>
      <p:sp>
        <p:nvSpPr>
          <p:cNvPr id="8" name="Title 1">
            <a:extLst>
              <a:ext uri="{FF2B5EF4-FFF2-40B4-BE49-F238E27FC236}">
                <a16:creationId xmlns:a16="http://schemas.microsoft.com/office/drawing/2014/main" id="{B8511C2B-6EC4-B14F-A2FA-C1FDF36CC4CD}"/>
              </a:ext>
            </a:extLst>
          </p:cNvPr>
          <p:cNvSpPr>
            <a:spLocks noGrp="1"/>
          </p:cNvSpPr>
          <p:nvPr>
            <p:ph type="ctrTitle" hasCustomPrompt="1"/>
          </p:nvPr>
        </p:nvSpPr>
        <p:spPr>
          <a:xfrm>
            <a:off x="1723231" y="2296227"/>
            <a:ext cx="8745538" cy="2265546"/>
          </a:xfrm>
        </p:spPr>
        <p:txBody>
          <a:bodyPr anchor="t" anchorCtr="0">
            <a:noAutofit/>
          </a:bodyPr>
          <a:lstStyle>
            <a:lvl1pPr algn="ctr">
              <a:lnSpc>
                <a:spcPts val="4500"/>
              </a:lnSpc>
              <a:defRPr sz="4000" cap="none" baseline="0">
                <a:solidFill>
                  <a:schemeClr val="tx1"/>
                </a:solidFill>
              </a:defRPr>
            </a:lvl1pPr>
          </a:lstStyle>
          <a:p>
            <a:r>
              <a:rPr lang="en-US"/>
              <a:t>Lorem ipsum dolor </a:t>
            </a:r>
            <a:r>
              <a:rPr lang="en-US" err="1"/>
              <a:t>est</a:t>
            </a:r>
            <a:r>
              <a:rPr lang="en-US"/>
              <a:t> sit </a:t>
            </a:r>
            <a:r>
              <a:rPr lang="en-US" err="1"/>
              <a:t>amet</a:t>
            </a:r>
            <a:r>
              <a:rPr lang="en-US"/>
              <a:t>, </a:t>
            </a:r>
            <a:r>
              <a:rPr lang="en-US" err="1"/>
              <a:t>consectetur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a:t>
            </a:r>
          </a:p>
        </p:txBody>
      </p:sp>
    </p:spTree>
    <p:extLst>
      <p:ext uri="{BB962C8B-B14F-4D97-AF65-F5344CB8AC3E}">
        <p14:creationId xmlns:p14="http://schemas.microsoft.com/office/powerpoint/2010/main" val="8169885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HORT FORM TEXT SLIDE 08">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9" name="Text Placeholder 13">
            <a:extLst>
              <a:ext uri="{FF2B5EF4-FFF2-40B4-BE49-F238E27FC236}">
                <a16:creationId xmlns:a16="http://schemas.microsoft.com/office/drawing/2014/main" id="{0E14A61B-7CBE-8544-A350-F60B35323967}"/>
              </a:ext>
            </a:extLst>
          </p:cNvPr>
          <p:cNvSpPr>
            <a:spLocks noGrp="1"/>
          </p:cNvSpPr>
          <p:nvPr>
            <p:ph type="body" sz="quarter" idx="12" hasCustomPrompt="1"/>
          </p:nvPr>
        </p:nvSpPr>
        <p:spPr>
          <a:xfrm>
            <a:off x="3178800" y="1953282"/>
            <a:ext cx="5830887" cy="300324"/>
          </a:xfrm>
        </p:spPr>
        <p:txBody>
          <a:bodyPr>
            <a:noAutofit/>
          </a:bodyPr>
          <a:lstStyle>
            <a:lvl1pPr marL="0" indent="0" algn="ctr">
              <a:lnSpc>
                <a:spcPts val="2040"/>
              </a:lnSpc>
              <a:spcBef>
                <a:spcPts val="0"/>
              </a:spcBef>
              <a:buNone/>
              <a:defRPr sz="1700" cap="all" spc="3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0" name="Text Placeholder 13">
            <a:extLst>
              <a:ext uri="{FF2B5EF4-FFF2-40B4-BE49-F238E27FC236}">
                <a16:creationId xmlns:a16="http://schemas.microsoft.com/office/drawing/2014/main" id="{D5F97092-30F7-4243-BEDE-8246E78D52AB}"/>
              </a:ext>
            </a:extLst>
          </p:cNvPr>
          <p:cNvSpPr>
            <a:spLocks noGrp="1"/>
          </p:cNvSpPr>
          <p:nvPr>
            <p:ph type="body" sz="quarter" idx="17" hasCustomPrompt="1"/>
          </p:nvPr>
        </p:nvSpPr>
        <p:spPr>
          <a:xfrm>
            <a:off x="3178800" y="2263130"/>
            <a:ext cx="5830887" cy="291600"/>
          </a:xfrm>
        </p:spPr>
        <p:txBody>
          <a:bodyPr>
            <a:noAutofit/>
          </a:bodyPr>
          <a:lstStyle>
            <a:lvl1pPr marL="0" indent="0" algn="ctr">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r>
              <a:rPr lang="en-US"/>
              <a:t> sit </a:t>
            </a:r>
            <a:r>
              <a:rPr lang="en-US" err="1"/>
              <a:t>amet</a:t>
            </a:r>
            <a:r>
              <a:rPr lang="en-US"/>
              <a:t> </a:t>
            </a:r>
          </a:p>
        </p:txBody>
      </p:sp>
      <p:sp>
        <p:nvSpPr>
          <p:cNvPr id="11" name="Text Placeholder 13">
            <a:extLst>
              <a:ext uri="{FF2B5EF4-FFF2-40B4-BE49-F238E27FC236}">
                <a16:creationId xmlns:a16="http://schemas.microsoft.com/office/drawing/2014/main" id="{A7630407-E42E-F849-82CA-D209BFF4EB4C}"/>
              </a:ext>
            </a:extLst>
          </p:cNvPr>
          <p:cNvSpPr>
            <a:spLocks noGrp="1"/>
          </p:cNvSpPr>
          <p:nvPr>
            <p:ph type="body" sz="quarter" idx="18" hasCustomPrompt="1"/>
          </p:nvPr>
        </p:nvSpPr>
        <p:spPr>
          <a:xfrm>
            <a:off x="3178800" y="3202962"/>
            <a:ext cx="5830887" cy="300324"/>
          </a:xfrm>
        </p:spPr>
        <p:txBody>
          <a:bodyPr>
            <a:noAutofit/>
          </a:bodyPr>
          <a:lstStyle>
            <a:lvl1pPr marL="0" indent="0" algn="ctr">
              <a:lnSpc>
                <a:spcPts val="2040"/>
              </a:lnSpc>
              <a:spcBef>
                <a:spcPts val="0"/>
              </a:spcBef>
              <a:buNone/>
              <a:defRPr sz="1700" cap="all" spc="3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3" name="Text Placeholder 13">
            <a:extLst>
              <a:ext uri="{FF2B5EF4-FFF2-40B4-BE49-F238E27FC236}">
                <a16:creationId xmlns:a16="http://schemas.microsoft.com/office/drawing/2014/main" id="{95A7859D-FD9E-C448-ACC2-C67E3DB8BFB0}"/>
              </a:ext>
            </a:extLst>
          </p:cNvPr>
          <p:cNvSpPr>
            <a:spLocks noGrp="1"/>
          </p:cNvSpPr>
          <p:nvPr>
            <p:ph type="body" sz="quarter" idx="19" hasCustomPrompt="1"/>
          </p:nvPr>
        </p:nvSpPr>
        <p:spPr>
          <a:xfrm>
            <a:off x="3178800" y="3512810"/>
            <a:ext cx="5830887" cy="291600"/>
          </a:xfrm>
        </p:spPr>
        <p:txBody>
          <a:bodyPr>
            <a:noAutofit/>
          </a:bodyPr>
          <a:lstStyle>
            <a:lvl1pPr marL="0" indent="0" algn="ctr">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r>
              <a:rPr lang="en-US"/>
              <a:t> sit </a:t>
            </a:r>
            <a:r>
              <a:rPr lang="en-US" err="1"/>
              <a:t>amet</a:t>
            </a:r>
            <a:r>
              <a:rPr lang="en-US"/>
              <a:t> </a:t>
            </a:r>
          </a:p>
        </p:txBody>
      </p:sp>
      <p:sp>
        <p:nvSpPr>
          <p:cNvPr id="14" name="Text Placeholder 13">
            <a:extLst>
              <a:ext uri="{FF2B5EF4-FFF2-40B4-BE49-F238E27FC236}">
                <a16:creationId xmlns:a16="http://schemas.microsoft.com/office/drawing/2014/main" id="{162F3E79-48F2-DE46-A89C-A65CDCE3E2CC}"/>
              </a:ext>
            </a:extLst>
          </p:cNvPr>
          <p:cNvSpPr>
            <a:spLocks noGrp="1"/>
          </p:cNvSpPr>
          <p:nvPr>
            <p:ph type="body" sz="quarter" idx="20" hasCustomPrompt="1"/>
          </p:nvPr>
        </p:nvSpPr>
        <p:spPr>
          <a:xfrm>
            <a:off x="3178800" y="4366574"/>
            <a:ext cx="5830887" cy="300324"/>
          </a:xfrm>
        </p:spPr>
        <p:txBody>
          <a:bodyPr>
            <a:noAutofit/>
          </a:bodyPr>
          <a:lstStyle>
            <a:lvl1pPr marL="0" indent="0" algn="ctr">
              <a:lnSpc>
                <a:spcPts val="2040"/>
              </a:lnSpc>
              <a:spcBef>
                <a:spcPts val="0"/>
              </a:spcBef>
              <a:buNone/>
              <a:defRPr sz="1700" cap="all" spc="3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6" name="Text Placeholder 13">
            <a:extLst>
              <a:ext uri="{FF2B5EF4-FFF2-40B4-BE49-F238E27FC236}">
                <a16:creationId xmlns:a16="http://schemas.microsoft.com/office/drawing/2014/main" id="{AE40B06F-1DF5-334E-85A5-9DC75A696AF7}"/>
              </a:ext>
            </a:extLst>
          </p:cNvPr>
          <p:cNvSpPr>
            <a:spLocks noGrp="1"/>
          </p:cNvSpPr>
          <p:nvPr>
            <p:ph type="body" sz="quarter" idx="21" hasCustomPrompt="1"/>
          </p:nvPr>
        </p:nvSpPr>
        <p:spPr>
          <a:xfrm>
            <a:off x="3178800" y="4676422"/>
            <a:ext cx="5830887" cy="291600"/>
          </a:xfrm>
        </p:spPr>
        <p:txBody>
          <a:bodyPr>
            <a:noAutofit/>
          </a:bodyPr>
          <a:lstStyle>
            <a:lvl1pPr marL="0" indent="0" algn="ctr">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r>
              <a:rPr lang="en-US"/>
              <a:t> sit </a:t>
            </a:r>
            <a:r>
              <a:rPr lang="en-US" err="1"/>
              <a:t>amet</a:t>
            </a:r>
            <a:r>
              <a:rPr lang="en-US"/>
              <a:t> </a:t>
            </a:r>
          </a:p>
        </p:txBody>
      </p:sp>
    </p:spTree>
    <p:extLst>
      <p:ext uri="{BB962C8B-B14F-4D97-AF65-F5344CB8AC3E}">
        <p14:creationId xmlns:p14="http://schemas.microsoft.com/office/powerpoint/2010/main" val="2521151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HORT FORM TEXT SLIDE 09">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8" name="Title 1">
            <a:extLst>
              <a:ext uri="{FF2B5EF4-FFF2-40B4-BE49-F238E27FC236}">
                <a16:creationId xmlns:a16="http://schemas.microsoft.com/office/drawing/2014/main" id="{B8511C2B-6EC4-B14F-A2FA-C1FDF36CC4CD}"/>
              </a:ext>
            </a:extLst>
          </p:cNvPr>
          <p:cNvSpPr>
            <a:spLocks noGrp="1"/>
          </p:cNvSpPr>
          <p:nvPr>
            <p:ph type="ctrTitle" hasCustomPrompt="1"/>
          </p:nvPr>
        </p:nvSpPr>
        <p:spPr>
          <a:xfrm>
            <a:off x="3179663" y="2518537"/>
            <a:ext cx="5830988" cy="1889340"/>
          </a:xfrm>
        </p:spPr>
        <p:txBody>
          <a:bodyPr anchor="t" anchorCtr="0">
            <a:noAutofit/>
          </a:bodyPr>
          <a:lstStyle>
            <a:lvl1pPr algn="ctr">
              <a:lnSpc>
                <a:spcPts val="4800"/>
              </a:lnSpc>
              <a:defRPr sz="5000" cap="none" baseline="0">
                <a:solidFill>
                  <a:schemeClr val="tx1"/>
                </a:solidFill>
              </a:defRPr>
            </a:lvl1pPr>
          </a:lstStyle>
          <a:p>
            <a:r>
              <a:rPr lang="en-US"/>
              <a:t>Lorem ipsum dolor   </a:t>
            </a:r>
            <a:r>
              <a:rPr lang="en-US" err="1"/>
              <a:t>est</a:t>
            </a:r>
            <a:r>
              <a:rPr lang="en-US"/>
              <a:t> sit </a:t>
            </a:r>
            <a:r>
              <a:rPr lang="en-US" err="1"/>
              <a:t>amet</a:t>
            </a:r>
            <a:r>
              <a:rPr lang="en-US"/>
              <a:t>, </a:t>
            </a:r>
            <a:r>
              <a:rPr lang="en-US" err="1"/>
              <a:t>consetetur</a:t>
            </a:r>
            <a:r>
              <a:rPr lang="en-US"/>
              <a:t> </a:t>
            </a:r>
            <a:r>
              <a:rPr lang="en-US" err="1"/>
              <a:t>adipiscing</a:t>
            </a:r>
            <a:r>
              <a:rPr lang="en-US"/>
              <a:t> </a:t>
            </a:r>
            <a:r>
              <a:rPr lang="en-US" err="1"/>
              <a:t>elit</a:t>
            </a:r>
            <a:r>
              <a:rPr lang="en-US"/>
              <a:t>. </a:t>
            </a:r>
          </a:p>
        </p:txBody>
      </p:sp>
      <p:sp>
        <p:nvSpPr>
          <p:cNvPr id="6" name="Text Placeholder 5">
            <a:extLst>
              <a:ext uri="{FF2B5EF4-FFF2-40B4-BE49-F238E27FC236}">
                <a16:creationId xmlns:a16="http://schemas.microsoft.com/office/drawing/2014/main" id="{EF2DED2D-E653-2D4E-A98B-27025F92E5B5}"/>
              </a:ext>
            </a:extLst>
          </p:cNvPr>
          <p:cNvSpPr>
            <a:spLocks noGrp="1"/>
          </p:cNvSpPr>
          <p:nvPr>
            <p:ph type="body" sz="quarter" idx="17" hasCustomPrompt="1"/>
          </p:nvPr>
        </p:nvSpPr>
        <p:spPr>
          <a:xfrm>
            <a:off x="5248229" y="4842058"/>
            <a:ext cx="1695541" cy="1136711"/>
          </a:xfrm>
        </p:spPr>
        <p:txBody>
          <a:bodyPr>
            <a:noAutofit/>
          </a:bodyPr>
          <a:lstStyle>
            <a:lvl1pPr marL="231775" indent="-231775">
              <a:lnSpc>
                <a:spcPct val="100000"/>
              </a:lnSpc>
              <a:spcBef>
                <a:spcPts val="0"/>
              </a:spcBef>
              <a:buFont typeface="+mj-lt"/>
              <a:buAutoNum type="arabicPeriod"/>
              <a:tabLst/>
              <a:defRPr sz="1700"/>
            </a:lvl1pPr>
            <a:lvl2pPr marL="342900" indent="-342900">
              <a:lnSpc>
                <a:spcPct val="100000"/>
              </a:lnSpc>
              <a:buFont typeface="+mj-lt"/>
              <a:buAutoNum type="arabicPeriod"/>
              <a:defRPr sz="1700"/>
            </a:lvl2pPr>
            <a:lvl3pPr marL="342900" indent="-342900">
              <a:lnSpc>
                <a:spcPct val="100000"/>
              </a:lnSpc>
              <a:buFont typeface="+mj-lt"/>
              <a:buAutoNum type="arabicPeriod"/>
              <a:defRPr sz="1700"/>
            </a:lvl3pPr>
            <a:lvl4pPr marL="342900" indent="-342900">
              <a:lnSpc>
                <a:spcPct val="100000"/>
              </a:lnSpc>
              <a:buFont typeface="+mj-lt"/>
              <a:buAutoNum type="arabicPeriod"/>
              <a:defRPr sz="1700"/>
            </a:lvl4pPr>
            <a:lvl5pPr marL="342900" indent="-342900">
              <a:lnSpc>
                <a:spcPct val="100000"/>
              </a:lnSpc>
              <a:buFont typeface="+mj-lt"/>
              <a:buAutoNum type="arabicPeriod"/>
              <a:defRPr sz="1700"/>
            </a:lvl5pPr>
          </a:lstStyle>
          <a:p>
            <a:pPr lvl="0"/>
            <a:r>
              <a:rPr lang="en-US"/>
              <a:t>Lorem Ipsum</a:t>
            </a:r>
          </a:p>
          <a:p>
            <a:pPr lvl="0"/>
            <a:r>
              <a:rPr lang="en-US"/>
              <a:t>Lorem Ipsum</a:t>
            </a:r>
          </a:p>
          <a:p>
            <a:pPr lvl="0"/>
            <a:r>
              <a:rPr lang="en-US"/>
              <a:t>Lorem Ipsum</a:t>
            </a:r>
          </a:p>
          <a:p>
            <a:pPr lvl="0"/>
            <a:r>
              <a:rPr lang="en-US"/>
              <a:t>Lorem Ipsum</a:t>
            </a:r>
          </a:p>
        </p:txBody>
      </p:sp>
    </p:spTree>
    <p:extLst>
      <p:ext uri="{BB962C8B-B14F-4D97-AF65-F5344CB8AC3E}">
        <p14:creationId xmlns:p14="http://schemas.microsoft.com/office/powerpoint/2010/main" val="30623106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HORT FORM TEXT SLIDE 10">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10" name="Text Placeholder 13">
            <a:extLst>
              <a:ext uri="{FF2B5EF4-FFF2-40B4-BE49-F238E27FC236}">
                <a16:creationId xmlns:a16="http://schemas.microsoft.com/office/drawing/2014/main" id="{D5F97092-30F7-4243-BEDE-8246E78D52AB}"/>
              </a:ext>
            </a:extLst>
          </p:cNvPr>
          <p:cNvSpPr>
            <a:spLocks noGrp="1"/>
          </p:cNvSpPr>
          <p:nvPr>
            <p:ph type="body" sz="quarter" idx="17" hasCustomPrompt="1"/>
          </p:nvPr>
        </p:nvSpPr>
        <p:spPr>
          <a:xfrm>
            <a:off x="263526" y="2576077"/>
            <a:ext cx="4857510" cy="291600"/>
          </a:xfrm>
        </p:spPr>
        <p:txBody>
          <a:bodyPr>
            <a:noAutofit/>
          </a:bodyPr>
          <a:lstStyle>
            <a:lvl1pPr marL="0" indent="0" algn="r">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2" name="Text Placeholder 13">
            <a:extLst>
              <a:ext uri="{FF2B5EF4-FFF2-40B4-BE49-F238E27FC236}">
                <a16:creationId xmlns:a16="http://schemas.microsoft.com/office/drawing/2014/main" id="{CB5BC3CD-813A-1849-B1F2-FE33EA3F946C}"/>
              </a:ext>
            </a:extLst>
          </p:cNvPr>
          <p:cNvSpPr>
            <a:spLocks noGrp="1"/>
          </p:cNvSpPr>
          <p:nvPr>
            <p:ph type="body" sz="quarter" idx="22" hasCustomPrompt="1"/>
          </p:nvPr>
        </p:nvSpPr>
        <p:spPr>
          <a:xfrm>
            <a:off x="7066800" y="2577600"/>
            <a:ext cx="4857510" cy="291600"/>
          </a:xfrm>
        </p:spPr>
        <p:txBody>
          <a:bodyPr>
            <a:noAutofit/>
          </a:bodyPr>
          <a:lstStyle>
            <a:lvl1pPr marL="0" indent="0" algn="l">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cxnSp>
        <p:nvCxnSpPr>
          <p:cNvPr id="18" name="Straight Arrow Connector 17">
            <a:extLst>
              <a:ext uri="{FF2B5EF4-FFF2-40B4-BE49-F238E27FC236}">
                <a16:creationId xmlns:a16="http://schemas.microsoft.com/office/drawing/2014/main" id="{B069D635-31D1-234E-8445-E2CD01E1ABC1}"/>
              </a:ext>
            </a:extLst>
          </p:cNvPr>
          <p:cNvCxnSpPr/>
          <p:nvPr userDrawn="1"/>
        </p:nvCxnSpPr>
        <p:spPr>
          <a:xfrm>
            <a:off x="5189253" y="2719019"/>
            <a:ext cx="1807285" cy="0"/>
          </a:xfrm>
          <a:prstGeom prst="straightConnector1">
            <a:avLst/>
          </a:prstGeom>
          <a:ln w="1270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2A52EEF8-C85B-354A-82DF-44FFF363DA99}"/>
              </a:ext>
            </a:extLst>
          </p:cNvPr>
          <p:cNvCxnSpPr/>
          <p:nvPr userDrawn="1"/>
        </p:nvCxnSpPr>
        <p:spPr>
          <a:xfrm>
            <a:off x="5189253" y="3270325"/>
            <a:ext cx="1807285" cy="0"/>
          </a:xfrm>
          <a:prstGeom prst="straightConnector1">
            <a:avLst/>
          </a:prstGeom>
          <a:ln w="1270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CE09DFCE-D9A0-A84E-BB96-DC242B26CD7E}"/>
              </a:ext>
            </a:extLst>
          </p:cNvPr>
          <p:cNvCxnSpPr/>
          <p:nvPr userDrawn="1"/>
        </p:nvCxnSpPr>
        <p:spPr>
          <a:xfrm>
            <a:off x="5189253" y="3808207"/>
            <a:ext cx="1807285" cy="0"/>
          </a:xfrm>
          <a:prstGeom prst="straightConnector1">
            <a:avLst/>
          </a:prstGeom>
          <a:ln w="1270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EFD1D736-2714-F442-830F-6888A9CD9C2C}"/>
              </a:ext>
            </a:extLst>
          </p:cNvPr>
          <p:cNvCxnSpPr/>
          <p:nvPr userDrawn="1"/>
        </p:nvCxnSpPr>
        <p:spPr>
          <a:xfrm>
            <a:off x="5189253" y="4356847"/>
            <a:ext cx="1807285" cy="0"/>
          </a:xfrm>
          <a:prstGeom prst="straightConnector1">
            <a:avLst/>
          </a:prstGeom>
          <a:ln w="1270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26" name="Text Placeholder 13">
            <a:extLst>
              <a:ext uri="{FF2B5EF4-FFF2-40B4-BE49-F238E27FC236}">
                <a16:creationId xmlns:a16="http://schemas.microsoft.com/office/drawing/2014/main" id="{2947DED9-9844-CF41-B609-590F1A410120}"/>
              </a:ext>
            </a:extLst>
          </p:cNvPr>
          <p:cNvSpPr>
            <a:spLocks noGrp="1"/>
          </p:cNvSpPr>
          <p:nvPr>
            <p:ph type="body" sz="quarter" idx="23" hasCustomPrompt="1"/>
          </p:nvPr>
        </p:nvSpPr>
        <p:spPr>
          <a:xfrm>
            <a:off x="263526" y="3096000"/>
            <a:ext cx="4857510" cy="291600"/>
          </a:xfrm>
        </p:spPr>
        <p:txBody>
          <a:bodyPr>
            <a:noAutofit/>
          </a:bodyPr>
          <a:lstStyle>
            <a:lvl1pPr marL="0" indent="0" algn="r">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7" name="Text Placeholder 13">
            <a:extLst>
              <a:ext uri="{FF2B5EF4-FFF2-40B4-BE49-F238E27FC236}">
                <a16:creationId xmlns:a16="http://schemas.microsoft.com/office/drawing/2014/main" id="{9B897A3E-D404-EA4F-BAD7-8C48656F6E03}"/>
              </a:ext>
            </a:extLst>
          </p:cNvPr>
          <p:cNvSpPr>
            <a:spLocks noGrp="1"/>
          </p:cNvSpPr>
          <p:nvPr>
            <p:ph type="body" sz="quarter" idx="24" hasCustomPrompt="1"/>
          </p:nvPr>
        </p:nvSpPr>
        <p:spPr>
          <a:xfrm>
            <a:off x="263324" y="3661200"/>
            <a:ext cx="4857510" cy="291600"/>
          </a:xfrm>
        </p:spPr>
        <p:txBody>
          <a:bodyPr>
            <a:noAutofit/>
          </a:bodyPr>
          <a:lstStyle>
            <a:lvl1pPr marL="0" indent="0" algn="r">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8" name="Text Placeholder 13">
            <a:extLst>
              <a:ext uri="{FF2B5EF4-FFF2-40B4-BE49-F238E27FC236}">
                <a16:creationId xmlns:a16="http://schemas.microsoft.com/office/drawing/2014/main" id="{FF342896-CE2B-5348-BF1F-B18075C6FF82}"/>
              </a:ext>
            </a:extLst>
          </p:cNvPr>
          <p:cNvSpPr>
            <a:spLocks noGrp="1"/>
          </p:cNvSpPr>
          <p:nvPr>
            <p:ph type="body" sz="quarter" idx="25" hasCustomPrompt="1"/>
          </p:nvPr>
        </p:nvSpPr>
        <p:spPr>
          <a:xfrm>
            <a:off x="263324" y="4179600"/>
            <a:ext cx="4857510" cy="291600"/>
          </a:xfrm>
        </p:spPr>
        <p:txBody>
          <a:bodyPr>
            <a:noAutofit/>
          </a:bodyPr>
          <a:lstStyle>
            <a:lvl1pPr marL="0" indent="0" algn="r">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9" name="Text Placeholder 13">
            <a:extLst>
              <a:ext uri="{FF2B5EF4-FFF2-40B4-BE49-F238E27FC236}">
                <a16:creationId xmlns:a16="http://schemas.microsoft.com/office/drawing/2014/main" id="{80A34CC2-CFDE-F144-861E-6DC36BAFE44E}"/>
              </a:ext>
            </a:extLst>
          </p:cNvPr>
          <p:cNvSpPr>
            <a:spLocks noGrp="1"/>
          </p:cNvSpPr>
          <p:nvPr>
            <p:ph type="body" sz="quarter" idx="26" hasCustomPrompt="1"/>
          </p:nvPr>
        </p:nvSpPr>
        <p:spPr>
          <a:xfrm>
            <a:off x="7066800" y="3096000"/>
            <a:ext cx="4857510" cy="291600"/>
          </a:xfrm>
        </p:spPr>
        <p:txBody>
          <a:bodyPr>
            <a:noAutofit/>
          </a:bodyPr>
          <a:lstStyle>
            <a:lvl1pPr marL="0" indent="0" algn="l">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0" name="Text Placeholder 13">
            <a:extLst>
              <a:ext uri="{FF2B5EF4-FFF2-40B4-BE49-F238E27FC236}">
                <a16:creationId xmlns:a16="http://schemas.microsoft.com/office/drawing/2014/main" id="{4A534552-849D-CF49-AE16-9FF79016CB2D}"/>
              </a:ext>
            </a:extLst>
          </p:cNvPr>
          <p:cNvSpPr>
            <a:spLocks noGrp="1"/>
          </p:cNvSpPr>
          <p:nvPr>
            <p:ph type="body" sz="quarter" idx="27" hasCustomPrompt="1"/>
          </p:nvPr>
        </p:nvSpPr>
        <p:spPr>
          <a:xfrm>
            <a:off x="7066800" y="3661200"/>
            <a:ext cx="4857510" cy="291600"/>
          </a:xfrm>
        </p:spPr>
        <p:txBody>
          <a:bodyPr>
            <a:noAutofit/>
          </a:bodyPr>
          <a:lstStyle>
            <a:lvl1pPr marL="0" indent="0" algn="l">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1" name="Text Placeholder 13">
            <a:extLst>
              <a:ext uri="{FF2B5EF4-FFF2-40B4-BE49-F238E27FC236}">
                <a16:creationId xmlns:a16="http://schemas.microsoft.com/office/drawing/2014/main" id="{CF7AF848-45E5-E44D-8055-352E3ADE21A5}"/>
              </a:ext>
            </a:extLst>
          </p:cNvPr>
          <p:cNvSpPr>
            <a:spLocks noGrp="1"/>
          </p:cNvSpPr>
          <p:nvPr>
            <p:ph type="body" sz="quarter" idx="28" hasCustomPrompt="1"/>
          </p:nvPr>
        </p:nvSpPr>
        <p:spPr>
          <a:xfrm>
            <a:off x="7066800" y="4179600"/>
            <a:ext cx="4857510" cy="291600"/>
          </a:xfrm>
        </p:spPr>
        <p:txBody>
          <a:bodyPr>
            <a:noAutofit/>
          </a:bodyPr>
          <a:lstStyle>
            <a:lvl1pPr marL="0" indent="0" algn="l">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Tree>
    <p:extLst>
      <p:ext uri="{BB962C8B-B14F-4D97-AF65-F5344CB8AC3E}">
        <p14:creationId xmlns:p14="http://schemas.microsoft.com/office/powerpoint/2010/main" val="5655441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HORT FORM TEXT SLIDE 11">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A422A73-85C6-7249-9B1A-2D892800D0C3}"/>
              </a:ext>
            </a:extLst>
          </p:cNvPr>
          <p:cNvSpPr>
            <a:spLocks noGrp="1"/>
          </p:cNvSpPr>
          <p:nvPr>
            <p:ph type="pic" sz="quarter" idx="13" hasCustomPrompt="1"/>
          </p:nvPr>
        </p:nvSpPr>
        <p:spPr>
          <a:xfrm>
            <a:off x="0" y="-9525"/>
            <a:ext cx="12192000" cy="6867525"/>
          </a:xfrm>
          <a:solidFill>
            <a:schemeClr val="accent5"/>
          </a:solidFill>
        </p:spPr>
        <p:txBody>
          <a:bodyPr>
            <a:normAutofit/>
          </a:bodyPr>
          <a:lstStyle>
            <a:lvl1pPr marL="0" indent="0" algn="ctr">
              <a:lnSpc>
                <a:spcPts val="55000"/>
              </a:lnSpc>
              <a:buFontTx/>
              <a:buNone/>
              <a:defRPr sz="1200" cap="all" baseline="0"/>
            </a:lvl1pPr>
          </a:lstStyle>
          <a:p>
            <a:r>
              <a:rPr lang="en-US"/>
              <a:t>insert image – Drag &amp; Drop</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10" name="Text Placeholder 13">
            <a:extLst>
              <a:ext uri="{FF2B5EF4-FFF2-40B4-BE49-F238E27FC236}">
                <a16:creationId xmlns:a16="http://schemas.microsoft.com/office/drawing/2014/main" id="{D5F97092-30F7-4243-BEDE-8246E78D52AB}"/>
              </a:ext>
            </a:extLst>
          </p:cNvPr>
          <p:cNvSpPr>
            <a:spLocks noGrp="1"/>
          </p:cNvSpPr>
          <p:nvPr>
            <p:ph type="body" sz="quarter" idx="17" hasCustomPrompt="1"/>
          </p:nvPr>
        </p:nvSpPr>
        <p:spPr>
          <a:xfrm>
            <a:off x="263526" y="2576077"/>
            <a:ext cx="4857510" cy="291600"/>
          </a:xfrm>
        </p:spPr>
        <p:txBody>
          <a:bodyPr>
            <a:noAutofit/>
          </a:bodyPr>
          <a:lstStyle>
            <a:lvl1pPr marL="0" indent="0" algn="r">
              <a:lnSpc>
                <a:spcPts val="1800"/>
              </a:lnSpc>
              <a:spcBef>
                <a:spcPts val="0"/>
              </a:spcBef>
              <a:buNone/>
              <a:defRPr sz="1700" cap="none"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2" name="Text Placeholder 13">
            <a:extLst>
              <a:ext uri="{FF2B5EF4-FFF2-40B4-BE49-F238E27FC236}">
                <a16:creationId xmlns:a16="http://schemas.microsoft.com/office/drawing/2014/main" id="{CB5BC3CD-813A-1849-B1F2-FE33EA3F946C}"/>
              </a:ext>
            </a:extLst>
          </p:cNvPr>
          <p:cNvSpPr>
            <a:spLocks noGrp="1"/>
          </p:cNvSpPr>
          <p:nvPr>
            <p:ph type="body" sz="quarter" idx="22" hasCustomPrompt="1"/>
          </p:nvPr>
        </p:nvSpPr>
        <p:spPr>
          <a:xfrm>
            <a:off x="7066800" y="2577600"/>
            <a:ext cx="4857510" cy="291600"/>
          </a:xfrm>
        </p:spPr>
        <p:txBody>
          <a:bodyPr>
            <a:noAutofit/>
          </a:bodyPr>
          <a:lstStyle>
            <a:lvl1pPr marL="0" indent="0" algn="l">
              <a:lnSpc>
                <a:spcPts val="1800"/>
              </a:lnSpc>
              <a:spcBef>
                <a:spcPts val="0"/>
              </a:spcBef>
              <a:buNone/>
              <a:defRPr sz="1700" cap="none"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cxnSp>
        <p:nvCxnSpPr>
          <p:cNvPr id="18" name="Straight Arrow Connector 17">
            <a:extLst>
              <a:ext uri="{FF2B5EF4-FFF2-40B4-BE49-F238E27FC236}">
                <a16:creationId xmlns:a16="http://schemas.microsoft.com/office/drawing/2014/main" id="{B069D635-31D1-234E-8445-E2CD01E1ABC1}"/>
              </a:ext>
            </a:extLst>
          </p:cNvPr>
          <p:cNvCxnSpPr/>
          <p:nvPr userDrawn="1"/>
        </p:nvCxnSpPr>
        <p:spPr>
          <a:xfrm>
            <a:off x="5189253" y="2719019"/>
            <a:ext cx="1807285" cy="0"/>
          </a:xfrm>
          <a:prstGeom prst="straightConnector1">
            <a:avLst/>
          </a:prstGeom>
          <a:ln w="1270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2A52EEF8-C85B-354A-82DF-44FFF363DA99}"/>
              </a:ext>
            </a:extLst>
          </p:cNvPr>
          <p:cNvCxnSpPr/>
          <p:nvPr userDrawn="1"/>
        </p:nvCxnSpPr>
        <p:spPr>
          <a:xfrm>
            <a:off x="5189253" y="3270325"/>
            <a:ext cx="1807285" cy="0"/>
          </a:xfrm>
          <a:prstGeom prst="straightConnector1">
            <a:avLst/>
          </a:prstGeom>
          <a:ln w="1270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CE09DFCE-D9A0-A84E-BB96-DC242B26CD7E}"/>
              </a:ext>
            </a:extLst>
          </p:cNvPr>
          <p:cNvCxnSpPr/>
          <p:nvPr userDrawn="1"/>
        </p:nvCxnSpPr>
        <p:spPr>
          <a:xfrm>
            <a:off x="5189253" y="3808207"/>
            <a:ext cx="1807285" cy="0"/>
          </a:xfrm>
          <a:prstGeom prst="straightConnector1">
            <a:avLst/>
          </a:prstGeom>
          <a:ln w="12700">
            <a:solidFill>
              <a:schemeClr val="bg1"/>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EFD1D736-2714-F442-830F-6888A9CD9C2C}"/>
              </a:ext>
            </a:extLst>
          </p:cNvPr>
          <p:cNvCxnSpPr/>
          <p:nvPr userDrawn="1"/>
        </p:nvCxnSpPr>
        <p:spPr>
          <a:xfrm>
            <a:off x="5189253" y="4356847"/>
            <a:ext cx="1807285" cy="0"/>
          </a:xfrm>
          <a:prstGeom prst="straightConnector1">
            <a:avLst/>
          </a:prstGeom>
          <a:ln w="12700">
            <a:solidFill>
              <a:schemeClr val="bg1"/>
            </a:solidFill>
            <a:tailEnd type="triangle"/>
          </a:ln>
        </p:spPr>
        <p:style>
          <a:lnRef idx="2">
            <a:schemeClr val="dk1"/>
          </a:lnRef>
          <a:fillRef idx="0">
            <a:schemeClr val="dk1"/>
          </a:fillRef>
          <a:effectRef idx="1">
            <a:schemeClr val="dk1"/>
          </a:effectRef>
          <a:fontRef idx="minor">
            <a:schemeClr val="tx1"/>
          </a:fontRef>
        </p:style>
      </p:cxnSp>
      <p:sp>
        <p:nvSpPr>
          <p:cNvPr id="26" name="Text Placeholder 13">
            <a:extLst>
              <a:ext uri="{FF2B5EF4-FFF2-40B4-BE49-F238E27FC236}">
                <a16:creationId xmlns:a16="http://schemas.microsoft.com/office/drawing/2014/main" id="{2947DED9-9844-CF41-B609-590F1A410120}"/>
              </a:ext>
            </a:extLst>
          </p:cNvPr>
          <p:cNvSpPr>
            <a:spLocks noGrp="1"/>
          </p:cNvSpPr>
          <p:nvPr>
            <p:ph type="body" sz="quarter" idx="23" hasCustomPrompt="1"/>
          </p:nvPr>
        </p:nvSpPr>
        <p:spPr>
          <a:xfrm>
            <a:off x="263526" y="3096000"/>
            <a:ext cx="4857510" cy="291600"/>
          </a:xfrm>
        </p:spPr>
        <p:txBody>
          <a:bodyPr>
            <a:noAutofit/>
          </a:bodyPr>
          <a:lstStyle>
            <a:lvl1pPr marL="0" indent="0" algn="r">
              <a:lnSpc>
                <a:spcPts val="1800"/>
              </a:lnSpc>
              <a:spcBef>
                <a:spcPts val="0"/>
              </a:spcBef>
              <a:buNone/>
              <a:defRPr sz="1700" cap="none"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7" name="Text Placeholder 13">
            <a:extLst>
              <a:ext uri="{FF2B5EF4-FFF2-40B4-BE49-F238E27FC236}">
                <a16:creationId xmlns:a16="http://schemas.microsoft.com/office/drawing/2014/main" id="{9B897A3E-D404-EA4F-BAD7-8C48656F6E03}"/>
              </a:ext>
            </a:extLst>
          </p:cNvPr>
          <p:cNvSpPr>
            <a:spLocks noGrp="1"/>
          </p:cNvSpPr>
          <p:nvPr>
            <p:ph type="body" sz="quarter" idx="24" hasCustomPrompt="1"/>
          </p:nvPr>
        </p:nvSpPr>
        <p:spPr>
          <a:xfrm>
            <a:off x="263324" y="3661200"/>
            <a:ext cx="4857510" cy="291600"/>
          </a:xfrm>
        </p:spPr>
        <p:txBody>
          <a:bodyPr>
            <a:noAutofit/>
          </a:bodyPr>
          <a:lstStyle>
            <a:lvl1pPr marL="0" indent="0" algn="r">
              <a:lnSpc>
                <a:spcPts val="1800"/>
              </a:lnSpc>
              <a:spcBef>
                <a:spcPts val="0"/>
              </a:spcBef>
              <a:buNone/>
              <a:defRPr sz="1700" cap="none"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8" name="Text Placeholder 13">
            <a:extLst>
              <a:ext uri="{FF2B5EF4-FFF2-40B4-BE49-F238E27FC236}">
                <a16:creationId xmlns:a16="http://schemas.microsoft.com/office/drawing/2014/main" id="{FF342896-CE2B-5348-BF1F-B18075C6FF82}"/>
              </a:ext>
            </a:extLst>
          </p:cNvPr>
          <p:cNvSpPr>
            <a:spLocks noGrp="1"/>
          </p:cNvSpPr>
          <p:nvPr>
            <p:ph type="body" sz="quarter" idx="25" hasCustomPrompt="1"/>
          </p:nvPr>
        </p:nvSpPr>
        <p:spPr>
          <a:xfrm>
            <a:off x="263324" y="4179600"/>
            <a:ext cx="4857510" cy="291600"/>
          </a:xfrm>
        </p:spPr>
        <p:txBody>
          <a:bodyPr>
            <a:noAutofit/>
          </a:bodyPr>
          <a:lstStyle>
            <a:lvl1pPr marL="0" indent="0" algn="r">
              <a:lnSpc>
                <a:spcPts val="1800"/>
              </a:lnSpc>
              <a:spcBef>
                <a:spcPts val="0"/>
              </a:spcBef>
              <a:buNone/>
              <a:defRPr sz="1700" cap="none"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9" name="Text Placeholder 13">
            <a:extLst>
              <a:ext uri="{FF2B5EF4-FFF2-40B4-BE49-F238E27FC236}">
                <a16:creationId xmlns:a16="http://schemas.microsoft.com/office/drawing/2014/main" id="{80A34CC2-CFDE-F144-861E-6DC36BAFE44E}"/>
              </a:ext>
            </a:extLst>
          </p:cNvPr>
          <p:cNvSpPr>
            <a:spLocks noGrp="1"/>
          </p:cNvSpPr>
          <p:nvPr>
            <p:ph type="body" sz="quarter" idx="26" hasCustomPrompt="1"/>
          </p:nvPr>
        </p:nvSpPr>
        <p:spPr>
          <a:xfrm>
            <a:off x="7066800" y="3096000"/>
            <a:ext cx="4857510" cy="291600"/>
          </a:xfrm>
        </p:spPr>
        <p:txBody>
          <a:bodyPr>
            <a:noAutofit/>
          </a:bodyPr>
          <a:lstStyle>
            <a:lvl1pPr marL="0" indent="0" algn="l">
              <a:lnSpc>
                <a:spcPts val="1800"/>
              </a:lnSpc>
              <a:spcBef>
                <a:spcPts val="0"/>
              </a:spcBef>
              <a:buNone/>
              <a:defRPr sz="1700" cap="none"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0" name="Text Placeholder 13">
            <a:extLst>
              <a:ext uri="{FF2B5EF4-FFF2-40B4-BE49-F238E27FC236}">
                <a16:creationId xmlns:a16="http://schemas.microsoft.com/office/drawing/2014/main" id="{4A534552-849D-CF49-AE16-9FF79016CB2D}"/>
              </a:ext>
            </a:extLst>
          </p:cNvPr>
          <p:cNvSpPr>
            <a:spLocks noGrp="1"/>
          </p:cNvSpPr>
          <p:nvPr>
            <p:ph type="body" sz="quarter" idx="27" hasCustomPrompt="1"/>
          </p:nvPr>
        </p:nvSpPr>
        <p:spPr>
          <a:xfrm>
            <a:off x="7066800" y="3661200"/>
            <a:ext cx="4857510" cy="291600"/>
          </a:xfrm>
        </p:spPr>
        <p:txBody>
          <a:bodyPr>
            <a:noAutofit/>
          </a:bodyPr>
          <a:lstStyle>
            <a:lvl1pPr marL="0" indent="0" algn="l">
              <a:lnSpc>
                <a:spcPts val="1800"/>
              </a:lnSpc>
              <a:spcBef>
                <a:spcPts val="0"/>
              </a:spcBef>
              <a:buNone/>
              <a:defRPr sz="1700" cap="none"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1" name="Text Placeholder 13">
            <a:extLst>
              <a:ext uri="{FF2B5EF4-FFF2-40B4-BE49-F238E27FC236}">
                <a16:creationId xmlns:a16="http://schemas.microsoft.com/office/drawing/2014/main" id="{CF7AF848-45E5-E44D-8055-352E3ADE21A5}"/>
              </a:ext>
            </a:extLst>
          </p:cNvPr>
          <p:cNvSpPr>
            <a:spLocks noGrp="1"/>
          </p:cNvSpPr>
          <p:nvPr>
            <p:ph type="body" sz="quarter" idx="28" hasCustomPrompt="1"/>
          </p:nvPr>
        </p:nvSpPr>
        <p:spPr>
          <a:xfrm>
            <a:off x="7066800" y="4179600"/>
            <a:ext cx="4857510" cy="291600"/>
          </a:xfrm>
        </p:spPr>
        <p:txBody>
          <a:bodyPr>
            <a:noAutofit/>
          </a:bodyPr>
          <a:lstStyle>
            <a:lvl1pPr marL="0" indent="0" algn="l">
              <a:lnSpc>
                <a:spcPts val="1800"/>
              </a:lnSpc>
              <a:spcBef>
                <a:spcPts val="0"/>
              </a:spcBef>
              <a:buNone/>
              <a:defRPr sz="1700" cap="none"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4" name="Text Placeholder 19">
            <a:extLst>
              <a:ext uri="{FF2B5EF4-FFF2-40B4-BE49-F238E27FC236}">
                <a16:creationId xmlns:a16="http://schemas.microsoft.com/office/drawing/2014/main" id="{D02558AE-4AA7-DE42-8957-ACE2E818FD74}"/>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1367933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ONG FORM TEXT SLIDE 01">
    <p:spTree>
      <p:nvGrpSpPr>
        <p:cNvPr id="1" name=""/>
        <p:cNvGrpSpPr/>
        <p:nvPr/>
      </p:nvGrpSpPr>
      <p:grpSpPr>
        <a:xfrm>
          <a:off x="0" y="0"/>
          <a:ext cx="0" cy="0"/>
          <a:chOff x="0" y="0"/>
          <a:chExt cx="0" cy="0"/>
        </a:xfrm>
      </p:grpSpPr>
      <p:sp>
        <p:nvSpPr>
          <p:cNvPr id="11" name="Text Placeholder 13">
            <a:extLst>
              <a:ext uri="{FF2B5EF4-FFF2-40B4-BE49-F238E27FC236}">
                <a16:creationId xmlns:a16="http://schemas.microsoft.com/office/drawing/2014/main" id="{E1024329-4196-F540-92C3-BBB05EB67723}"/>
              </a:ext>
            </a:extLst>
          </p:cNvPr>
          <p:cNvSpPr>
            <a:spLocks noGrp="1"/>
          </p:cNvSpPr>
          <p:nvPr>
            <p:ph type="body" sz="quarter" idx="12" hasCustomPrompt="1"/>
          </p:nvPr>
        </p:nvSpPr>
        <p:spPr>
          <a:xfrm>
            <a:off x="3180557" y="678337"/>
            <a:ext cx="5830887"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cxnSp>
        <p:nvCxnSpPr>
          <p:cNvPr id="8" name="Straight Connector 7">
            <a:extLst>
              <a:ext uri="{FF2B5EF4-FFF2-40B4-BE49-F238E27FC236}">
                <a16:creationId xmlns:a16="http://schemas.microsoft.com/office/drawing/2014/main" id="{7BEC9B18-4C60-C54F-99FA-98549FC182CF}"/>
              </a:ext>
            </a:extLst>
          </p:cNvPr>
          <p:cNvCxnSpPr>
            <a:cxnSpLocks/>
          </p:cNvCxnSpPr>
          <p:nvPr userDrawn="1"/>
        </p:nvCxnSpPr>
        <p:spPr>
          <a:xfrm flipH="1">
            <a:off x="6352700" y="3614112"/>
            <a:ext cx="5575775"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74CC80E0-A579-EA4A-8D76-0C55E75DA56E}"/>
              </a:ext>
            </a:extLst>
          </p:cNvPr>
          <p:cNvCxnSpPr>
            <a:cxnSpLocks/>
          </p:cNvCxnSpPr>
          <p:nvPr userDrawn="1"/>
        </p:nvCxnSpPr>
        <p:spPr>
          <a:xfrm>
            <a:off x="6092970" y="1082233"/>
            <a:ext cx="0" cy="5174188"/>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16BB60F8-CC8E-6643-81EF-B6E3AAC148E8}"/>
              </a:ext>
            </a:extLst>
          </p:cNvPr>
          <p:cNvCxnSpPr>
            <a:cxnSpLocks/>
          </p:cNvCxnSpPr>
          <p:nvPr userDrawn="1"/>
        </p:nvCxnSpPr>
        <p:spPr>
          <a:xfrm flipH="1">
            <a:off x="244508" y="3614112"/>
            <a:ext cx="5575775"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13" name="Text Placeholder 13">
            <a:extLst>
              <a:ext uri="{FF2B5EF4-FFF2-40B4-BE49-F238E27FC236}">
                <a16:creationId xmlns:a16="http://schemas.microsoft.com/office/drawing/2014/main" id="{6896880A-CA9E-BB4D-ABC3-B8E4DBD5EF05}"/>
              </a:ext>
            </a:extLst>
          </p:cNvPr>
          <p:cNvSpPr>
            <a:spLocks noGrp="1"/>
          </p:cNvSpPr>
          <p:nvPr>
            <p:ph type="body" sz="quarter" idx="17" hasCustomPrompt="1"/>
          </p:nvPr>
        </p:nvSpPr>
        <p:spPr>
          <a:xfrm>
            <a:off x="1018209" y="1292400"/>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01</a:t>
            </a:r>
          </a:p>
        </p:txBody>
      </p:sp>
      <p:sp>
        <p:nvSpPr>
          <p:cNvPr id="14" name="Text Placeholder 13">
            <a:extLst>
              <a:ext uri="{FF2B5EF4-FFF2-40B4-BE49-F238E27FC236}">
                <a16:creationId xmlns:a16="http://schemas.microsoft.com/office/drawing/2014/main" id="{A587D7EF-E56A-DF48-AB01-452E194DB113}"/>
              </a:ext>
            </a:extLst>
          </p:cNvPr>
          <p:cNvSpPr>
            <a:spLocks noGrp="1"/>
          </p:cNvSpPr>
          <p:nvPr>
            <p:ph type="body" sz="quarter" idx="18" hasCustomPrompt="1"/>
          </p:nvPr>
        </p:nvSpPr>
        <p:spPr>
          <a:xfrm>
            <a:off x="1018210" y="1569600"/>
            <a:ext cx="4204580" cy="1463259"/>
          </a:xfrm>
        </p:spPr>
        <p:txBody>
          <a:bodyPr lIns="0" tIns="0" rIns="0" bIns="0">
            <a:noAutofit/>
          </a:bodyPr>
          <a:lstStyle>
            <a:lvl1pPr marL="0" indent="0" algn="l">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 </a:t>
            </a:r>
            <a:r>
              <a:rPr lang="en-US" err="1"/>
              <a:t>nulla</a:t>
            </a:r>
            <a:r>
              <a:rPr lang="en-US"/>
              <a:t>.</a:t>
            </a:r>
          </a:p>
        </p:txBody>
      </p:sp>
      <p:sp>
        <p:nvSpPr>
          <p:cNvPr id="16" name="Text Placeholder 13">
            <a:extLst>
              <a:ext uri="{FF2B5EF4-FFF2-40B4-BE49-F238E27FC236}">
                <a16:creationId xmlns:a16="http://schemas.microsoft.com/office/drawing/2014/main" id="{E02E667F-8398-7B4B-8DF7-505C2A9F35C5}"/>
              </a:ext>
            </a:extLst>
          </p:cNvPr>
          <p:cNvSpPr>
            <a:spLocks noGrp="1"/>
          </p:cNvSpPr>
          <p:nvPr>
            <p:ph type="body" sz="quarter" idx="19" hasCustomPrompt="1"/>
          </p:nvPr>
        </p:nvSpPr>
        <p:spPr>
          <a:xfrm>
            <a:off x="6846195" y="1292400"/>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02</a:t>
            </a:r>
          </a:p>
        </p:txBody>
      </p:sp>
      <p:sp>
        <p:nvSpPr>
          <p:cNvPr id="18" name="Text Placeholder 13">
            <a:extLst>
              <a:ext uri="{FF2B5EF4-FFF2-40B4-BE49-F238E27FC236}">
                <a16:creationId xmlns:a16="http://schemas.microsoft.com/office/drawing/2014/main" id="{850525B8-15A3-BE44-A2E8-05C19693E7FF}"/>
              </a:ext>
            </a:extLst>
          </p:cNvPr>
          <p:cNvSpPr>
            <a:spLocks noGrp="1"/>
          </p:cNvSpPr>
          <p:nvPr>
            <p:ph type="body" sz="quarter" idx="20" hasCustomPrompt="1"/>
          </p:nvPr>
        </p:nvSpPr>
        <p:spPr>
          <a:xfrm>
            <a:off x="6846196" y="1569600"/>
            <a:ext cx="4204580" cy="1463259"/>
          </a:xfrm>
        </p:spPr>
        <p:txBody>
          <a:bodyPr lIns="0" tIns="0" rIns="0" bIns="0">
            <a:noAutofit/>
          </a:bodyPr>
          <a:lstStyle>
            <a:lvl1pPr marL="0" indent="0" algn="l">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 </a:t>
            </a:r>
            <a:r>
              <a:rPr lang="en-US" err="1"/>
              <a:t>nulla</a:t>
            </a:r>
            <a:r>
              <a:rPr lang="en-US"/>
              <a:t>.</a:t>
            </a:r>
          </a:p>
        </p:txBody>
      </p:sp>
      <p:sp>
        <p:nvSpPr>
          <p:cNvPr id="23" name="Text Placeholder 13">
            <a:extLst>
              <a:ext uri="{FF2B5EF4-FFF2-40B4-BE49-F238E27FC236}">
                <a16:creationId xmlns:a16="http://schemas.microsoft.com/office/drawing/2014/main" id="{7ED5161D-E3F4-2E47-BAAE-353A7602EFEF}"/>
              </a:ext>
            </a:extLst>
          </p:cNvPr>
          <p:cNvSpPr>
            <a:spLocks noGrp="1"/>
          </p:cNvSpPr>
          <p:nvPr>
            <p:ph type="body" sz="quarter" idx="21" hasCustomPrompt="1"/>
          </p:nvPr>
        </p:nvSpPr>
        <p:spPr>
          <a:xfrm>
            <a:off x="1018209" y="4107600"/>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03</a:t>
            </a:r>
          </a:p>
        </p:txBody>
      </p:sp>
      <p:sp>
        <p:nvSpPr>
          <p:cNvPr id="24" name="Text Placeholder 13">
            <a:extLst>
              <a:ext uri="{FF2B5EF4-FFF2-40B4-BE49-F238E27FC236}">
                <a16:creationId xmlns:a16="http://schemas.microsoft.com/office/drawing/2014/main" id="{4DB199D7-D1D9-7348-B34A-E97149464665}"/>
              </a:ext>
            </a:extLst>
          </p:cNvPr>
          <p:cNvSpPr>
            <a:spLocks noGrp="1"/>
          </p:cNvSpPr>
          <p:nvPr>
            <p:ph type="body" sz="quarter" idx="22" hasCustomPrompt="1"/>
          </p:nvPr>
        </p:nvSpPr>
        <p:spPr>
          <a:xfrm>
            <a:off x="1018210" y="4381200"/>
            <a:ext cx="4204580" cy="1463259"/>
          </a:xfrm>
        </p:spPr>
        <p:txBody>
          <a:bodyPr lIns="0" tIns="0" rIns="0" bIns="0">
            <a:noAutofit/>
          </a:bodyPr>
          <a:lstStyle>
            <a:lvl1pPr marL="0" indent="0" algn="l">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 </a:t>
            </a:r>
            <a:r>
              <a:rPr lang="en-US" err="1"/>
              <a:t>nulla</a:t>
            </a:r>
            <a:r>
              <a:rPr lang="en-US"/>
              <a:t>.</a:t>
            </a:r>
          </a:p>
        </p:txBody>
      </p:sp>
      <p:sp>
        <p:nvSpPr>
          <p:cNvPr id="25" name="Text Placeholder 13">
            <a:extLst>
              <a:ext uri="{FF2B5EF4-FFF2-40B4-BE49-F238E27FC236}">
                <a16:creationId xmlns:a16="http://schemas.microsoft.com/office/drawing/2014/main" id="{43EE6875-1154-E446-AEE5-180A91260E2B}"/>
              </a:ext>
            </a:extLst>
          </p:cNvPr>
          <p:cNvSpPr>
            <a:spLocks noGrp="1"/>
          </p:cNvSpPr>
          <p:nvPr>
            <p:ph type="body" sz="quarter" idx="23" hasCustomPrompt="1"/>
          </p:nvPr>
        </p:nvSpPr>
        <p:spPr>
          <a:xfrm>
            <a:off x="6846195" y="4107600"/>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04</a:t>
            </a:r>
          </a:p>
        </p:txBody>
      </p:sp>
      <p:sp>
        <p:nvSpPr>
          <p:cNvPr id="26" name="Text Placeholder 13">
            <a:extLst>
              <a:ext uri="{FF2B5EF4-FFF2-40B4-BE49-F238E27FC236}">
                <a16:creationId xmlns:a16="http://schemas.microsoft.com/office/drawing/2014/main" id="{A2EA05B4-FF90-754A-88F8-0DE511189048}"/>
              </a:ext>
            </a:extLst>
          </p:cNvPr>
          <p:cNvSpPr>
            <a:spLocks noGrp="1"/>
          </p:cNvSpPr>
          <p:nvPr>
            <p:ph type="body" sz="quarter" idx="24" hasCustomPrompt="1"/>
          </p:nvPr>
        </p:nvSpPr>
        <p:spPr>
          <a:xfrm>
            <a:off x="6846196" y="4381200"/>
            <a:ext cx="4204580" cy="1463259"/>
          </a:xfrm>
        </p:spPr>
        <p:txBody>
          <a:bodyPr lIns="0" tIns="0" rIns="0" bIns="0">
            <a:noAutofit/>
          </a:bodyPr>
          <a:lstStyle>
            <a:lvl1pPr marL="0" indent="0" algn="l">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 </a:t>
            </a:r>
            <a:r>
              <a:rPr lang="en-US" err="1"/>
              <a:t>nulla</a:t>
            </a:r>
            <a:r>
              <a:rPr lang="en-US"/>
              <a:t>.</a:t>
            </a:r>
          </a:p>
        </p:txBody>
      </p:sp>
    </p:spTree>
    <p:extLst>
      <p:ext uri="{BB962C8B-B14F-4D97-AF65-F5344CB8AC3E}">
        <p14:creationId xmlns:p14="http://schemas.microsoft.com/office/powerpoint/2010/main" val="4268109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ONG FORM TEXT SLIDE 02">
    <p:spTree>
      <p:nvGrpSpPr>
        <p:cNvPr id="1" name=""/>
        <p:cNvGrpSpPr/>
        <p:nvPr/>
      </p:nvGrpSpPr>
      <p:grpSpPr>
        <a:xfrm>
          <a:off x="0" y="0"/>
          <a:ext cx="0" cy="0"/>
          <a:chOff x="0" y="0"/>
          <a:chExt cx="0" cy="0"/>
        </a:xfrm>
      </p:grpSpPr>
      <p:sp>
        <p:nvSpPr>
          <p:cNvPr id="11" name="Text Placeholder 13">
            <a:extLst>
              <a:ext uri="{FF2B5EF4-FFF2-40B4-BE49-F238E27FC236}">
                <a16:creationId xmlns:a16="http://schemas.microsoft.com/office/drawing/2014/main" id="{E1024329-4196-F540-92C3-BBB05EB67723}"/>
              </a:ext>
            </a:extLst>
          </p:cNvPr>
          <p:cNvSpPr>
            <a:spLocks noGrp="1"/>
          </p:cNvSpPr>
          <p:nvPr>
            <p:ph type="body" sz="quarter" idx="12" hasCustomPrompt="1"/>
          </p:nvPr>
        </p:nvSpPr>
        <p:spPr>
          <a:xfrm>
            <a:off x="3180557" y="678337"/>
            <a:ext cx="5830887"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cxnSp>
        <p:nvCxnSpPr>
          <p:cNvPr id="9" name="Straight Connector 8">
            <a:extLst>
              <a:ext uri="{FF2B5EF4-FFF2-40B4-BE49-F238E27FC236}">
                <a16:creationId xmlns:a16="http://schemas.microsoft.com/office/drawing/2014/main" id="{74CC80E0-A579-EA4A-8D76-0C55E75DA56E}"/>
              </a:ext>
            </a:extLst>
          </p:cNvPr>
          <p:cNvCxnSpPr>
            <a:cxnSpLocks/>
          </p:cNvCxnSpPr>
          <p:nvPr userDrawn="1"/>
        </p:nvCxnSpPr>
        <p:spPr>
          <a:xfrm>
            <a:off x="6092970" y="1082233"/>
            <a:ext cx="0" cy="5174188"/>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13" name="Text Placeholder 13">
            <a:extLst>
              <a:ext uri="{FF2B5EF4-FFF2-40B4-BE49-F238E27FC236}">
                <a16:creationId xmlns:a16="http://schemas.microsoft.com/office/drawing/2014/main" id="{6896880A-CA9E-BB4D-ABC3-B8E4DBD5EF05}"/>
              </a:ext>
            </a:extLst>
          </p:cNvPr>
          <p:cNvSpPr>
            <a:spLocks noGrp="1"/>
          </p:cNvSpPr>
          <p:nvPr>
            <p:ph type="body" sz="quarter" idx="17" hasCustomPrompt="1"/>
          </p:nvPr>
        </p:nvSpPr>
        <p:spPr>
          <a:xfrm>
            <a:off x="1018800" y="1172808"/>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01</a:t>
            </a:r>
          </a:p>
        </p:txBody>
      </p:sp>
      <p:sp>
        <p:nvSpPr>
          <p:cNvPr id="14" name="Text Placeholder 13">
            <a:extLst>
              <a:ext uri="{FF2B5EF4-FFF2-40B4-BE49-F238E27FC236}">
                <a16:creationId xmlns:a16="http://schemas.microsoft.com/office/drawing/2014/main" id="{A587D7EF-E56A-DF48-AB01-452E194DB113}"/>
              </a:ext>
            </a:extLst>
          </p:cNvPr>
          <p:cNvSpPr>
            <a:spLocks noGrp="1"/>
          </p:cNvSpPr>
          <p:nvPr>
            <p:ph type="body" sz="quarter" idx="18" hasCustomPrompt="1"/>
          </p:nvPr>
        </p:nvSpPr>
        <p:spPr>
          <a:xfrm>
            <a:off x="1018210" y="1382400"/>
            <a:ext cx="4204580" cy="4892120"/>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 </a:t>
            </a:r>
            <a:r>
              <a:rPr lang="en-US" err="1"/>
              <a:t>nulla</a:t>
            </a:r>
            <a:r>
              <a:rPr lang="en-US"/>
              <a:t>.</a:t>
            </a:r>
          </a:p>
          <a:p>
            <a:pPr lvl="0"/>
            <a:endParaRPr lang="en-US"/>
          </a:p>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 </a:t>
            </a:r>
            <a:r>
              <a:rPr lang="en-US" err="1"/>
              <a:t>nulla</a:t>
            </a:r>
            <a:r>
              <a:rPr lang="en-US"/>
              <a:t>.</a:t>
            </a:r>
          </a:p>
          <a:p>
            <a:pPr lvl="0"/>
            <a:endParaRPr lang="en-US"/>
          </a:p>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 </a:t>
            </a:r>
            <a:r>
              <a:rPr lang="en-US" err="1"/>
              <a:t>nulla</a:t>
            </a:r>
            <a:r>
              <a:rPr lang="en-US"/>
              <a:t>.</a:t>
            </a:r>
          </a:p>
          <a:p>
            <a:pPr marL="0" marR="0" lvl="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a:pPr>
            <a:endParaRPr lang="en-US"/>
          </a:p>
          <a:p>
            <a:pPr marL="0" marR="0" lvl="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a:pPr>
            <a:endParaRPr lang="en-US"/>
          </a:p>
          <a:p>
            <a:pPr marL="0" marR="0" lvl="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a:pPr>
            <a:endParaRPr lang="en-US"/>
          </a:p>
          <a:p>
            <a:pPr lvl="0"/>
            <a:endParaRPr lang="en-US"/>
          </a:p>
        </p:txBody>
      </p:sp>
      <p:sp>
        <p:nvSpPr>
          <p:cNvPr id="16" name="Text Placeholder 13">
            <a:extLst>
              <a:ext uri="{FF2B5EF4-FFF2-40B4-BE49-F238E27FC236}">
                <a16:creationId xmlns:a16="http://schemas.microsoft.com/office/drawing/2014/main" id="{E02E667F-8398-7B4B-8DF7-505C2A9F35C5}"/>
              </a:ext>
            </a:extLst>
          </p:cNvPr>
          <p:cNvSpPr>
            <a:spLocks noGrp="1"/>
          </p:cNvSpPr>
          <p:nvPr>
            <p:ph type="body" sz="quarter" idx="19" hasCustomPrompt="1"/>
          </p:nvPr>
        </p:nvSpPr>
        <p:spPr>
          <a:xfrm>
            <a:off x="6987539" y="1172808"/>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02</a:t>
            </a:r>
          </a:p>
        </p:txBody>
      </p:sp>
      <p:sp>
        <p:nvSpPr>
          <p:cNvPr id="18" name="Text Placeholder 13">
            <a:extLst>
              <a:ext uri="{FF2B5EF4-FFF2-40B4-BE49-F238E27FC236}">
                <a16:creationId xmlns:a16="http://schemas.microsoft.com/office/drawing/2014/main" id="{850525B8-15A3-BE44-A2E8-05C19693E7FF}"/>
              </a:ext>
            </a:extLst>
          </p:cNvPr>
          <p:cNvSpPr>
            <a:spLocks noGrp="1"/>
          </p:cNvSpPr>
          <p:nvPr>
            <p:ph type="body" sz="quarter" idx="20" hasCustomPrompt="1"/>
          </p:nvPr>
        </p:nvSpPr>
        <p:spPr>
          <a:xfrm>
            <a:off x="6987499" y="1382400"/>
            <a:ext cx="4204580" cy="721343"/>
          </a:xfrm>
        </p:spPr>
        <p:txBody>
          <a:bodyPr lIns="0" tIns="0" rIns="0" bIns="0">
            <a:noAutofit/>
          </a:bodyPr>
          <a:lstStyle>
            <a:lvl1pPr marL="0" indent="0" algn="l">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a:t>
            </a:r>
          </a:p>
        </p:txBody>
      </p:sp>
      <p:cxnSp>
        <p:nvCxnSpPr>
          <p:cNvPr id="19" name="Straight Connector 18">
            <a:extLst>
              <a:ext uri="{FF2B5EF4-FFF2-40B4-BE49-F238E27FC236}">
                <a16:creationId xmlns:a16="http://schemas.microsoft.com/office/drawing/2014/main" id="{9CD5A906-7D5A-8E47-99C6-C9F5035FD746}"/>
              </a:ext>
            </a:extLst>
          </p:cNvPr>
          <p:cNvCxnSpPr/>
          <p:nvPr userDrawn="1"/>
        </p:nvCxnSpPr>
        <p:spPr>
          <a:xfrm>
            <a:off x="6260123" y="2363372"/>
            <a:ext cx="56022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B39920E-0AC2-B847-B83D-F77E85EBA20E}"/>
              </a:ext>
            </a:extLst>
          </p:cNvPr>
          <p:cNvCxnSpPr/>
          <p:nvPr userDrawn="1"/>
        </p:nvCxnSpPr>
        <p:spPr>
          <a:xfrm>
            <a:off x="6260123" y="3756073"/>
            <a:ext cx="56022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C29C01A-CB4E-F246-8850-F8EDD6A6CA70}"/>
              </a:ext>
            </a:extLst>
          </p:cNvPr>
          <p:cNvCxnSpPr/>
          <p:nvPr userDrawn="1"/>
        </p:nvCxnSpPr>
        <p:spPr>
          <a:xfrm>
            <a:off x="6260123" y="5205046"/>
            <a:ext cx="56022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 Placeholder 13">
            <a:extLst>
              <a:ext uri="{FF2B5EF4-FFF2-40B4-BE49-F238E27FC236}">
                <a16:creationId xmlns:a16="http://schemas.microsoft.com/office/drawing/2014/main" id="{468082CD-1D7F-B946-B218-09E53FE6D265}"/>
              </a:ext>
            </a:extLst>
          </p:cNvPr>
          <p:cNvSpPr>
            <a:spLocks noGrp="1"/>
          </p:cNvSpPr>
          <p:nvPr>
            <p:ph type="body" sz="quarter" idx="21" hasCustomPrompt="1"/>
          </p:nvPr>
        </p:nvSpPr>
        <p:spPr>
          <a:xfrm>
            <a:off x="6987539" y="2557519"/>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03</a:t>
            </a:r>
          </a:p>
        </p:txBody>
      </p:sp>
      <p:sp>
        <p:nvSpPr>
          <p:cNvPr id="27" name="Text Placeholder 13">
            <a:extLst>
              <a:ext uri="{FF2B5EF4-FFF2-40B4-BE49-F238E27FC236}">
                <a16:creationId xmlns:a16="http://schemas.microsoft.com/office/drawing/2014/main" id="{071206A7-8C21-7D4C-B862-106D79149D28}"/>
              </a:ext>
            </a:extLst>
          </p:cNvPr>
          <p:cNvSpPr>
            <a:spLocks noGrp="1"/>
          </p:cNvSpPr>
          <p:nvPr>
            <p:ph type="body" sz="quarter" idx="22" hasCustomPrompt="1"/>
          </p:nvPr>
        </p:nvSpPr>
        <p:spPr>
          <a:xfrm>
            <a:off x="6987499" y="2766488"/>
            <a:ext cx="4204580" cy="721343"/>
          </a:xfrm>
        </p:spPr>
        <p:txBody>
          <a:bodyPr lIns="0" tIns="0" rIns="0" bIns="0">
            <a:noAutofit/>
          </a:bodyPr>
          <a:lstStyle>
            <a:lvl1pPr marL="0" indent="0" algn="l">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a:t>
            </a:r>
          </a:p>
        </p:txBody>
      </p:sp>
      <p:sp>
        <p:nvSpPr>
          <p:cNvPr id="28" name="Text Placeholder 13">
            <a:extLst>
              <a:ext uri="{FF2B5EF4-FFF2-40B4-BE49-F238E27FC236}">
                <a16:creationId xmlns:a16="http://schemas.microsoft.com/office/drawing/2014/main" id="{09A3BEB7-2F8E-364A-95BF-712EACD2A7DE}"/>
              </a:ext>
            </a:extLst>
          </p:cNvPr>
          <p:cNvSpPr>
            <a:spLocks noGrp="1"/>
          </p:cNvSpPr>
          <p:nvPr>
            <p:ph type="body" sz="quarter" idx="23" hasCustomPrompt="1"/>
          </p:nvPr>
        </p:nvSpPr>
        <p:spPr>
          <a:xfrm>
            <a:off x="6987539" y="4004357"/>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04</a:t>
            </a:r>
          </a:p>
        </p:txBody>
      </p:sp>
      <p:sp>
        <p:nvSpPr>
          <p:cNvPr id="29" name="Text Placeholder 13">
            <a:extLst>
              <a:ext uri="{FF2B5EF4-FFF2-40B4-BE49-F238E27FC236}">
                <a16:creationId xmlns:a16="http://schemas.microsoft.com/office/drawing/2014/main" id="{4BD9105B-0E10-F740-BC4D-90606C3AB3D4}"/>
              </a:ext>
            </a:extLst>
          </p:cNvPr>
          <p:cNvSpPr>
            <a:spLocks noGrp="1"/>
          </p:cNvSpPr>
          <p:nvPr>
            <p:ph type="body" sz="quarter" idx="24" hasCustomPrompt="1"/>
          </p:nvPr>
        </p:nvSpPr>
        <p:spPr>
          <a:xfrm>
            <a:off x="6987499" y="4213326"/>
            <a:ext cx="4204580" cy="721343"/>
          </a:xfrm>
        </p:spPr>
        <p:txBody>
          <a:bodyPr lIns="0" tIns="0" rIns="0" bIns="0">
            <a:noAutofit/>
          </a:bodyPr>
          <a:lstStyle>
            <a:lvl1pPr marL="0" indent="0" algn="l">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a:t>
            </a:r>
          </a:p>
        </p:txBody>
      </p:sp>
      <p:sp>
        <p:nvSpPr>
          <p:cNvPr id="30" name="Text Placeholder 13">
            <a:extLst>
              <a:ext uri="{FF2B5EF4-FFF2-40B4-BE49-F238E27FC236}">
                <a16:creationId xmlns:a16="http://schemas.microsoft.com/office/drawing/2014/main" id="{4BFADCC0-5B20-FD42-989B-7E3A09FB4E6F}"/>
              </a:ext>
            </a:extLst>
          </p:cNvPr>
          <p:cNvSpPr>
            <a:spLocks noGrp="1"/>
          </p:cNvSpPr>
          <p:nvPr>
            <p:ph type="body" sz="quarter" idx="25" hasCustomPrompt="1"/>
          </p:nvPr>
        </p:nvSpPr>
        <p:spPr>
          <a:xfrm>
            <a:off x="6987539" y="5410449"/>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05</a:t>
            </a:r>
          </a:p>
        </p:txBody>
      </p:sp>
      <p:sp>
        <p:nvSpPr>
          <p:cNvPr id="31" name="Text Placeholder 13">
            <a:extLst>
              <a:ext uri="{FF2B5EF4-FFF2-40B4-BE49-F238E27FC236}">
                <a16:creationId xmlns:a16="http://schemas.microsoft.com/office/drawing/2014/main" id="{6EE84E98-2A3A-894E-A528-FF564EE095ED}"/>
              </a:ext>
            </a:extLst>
          </p:cNvPr>
          <p:cNvSpPr>
            <a:spLocks noGrp="1"/>
          </p:cNvSpPr>
          <p:nvPr>
            <p:ph type="body" sz="quarter" idx="26" hasCustomPrompt="1"/>
          </p:nvPr>
        </p:nvSpPr>
        <p:spPr>
          <a:xfrm>
            <a:off x="6987499" y="5619418"/>
            <a:ext cx="4204580" cy="721343"/>
          </a:xfrm>
        </p:spPr>
        <p:txBody>
          <a:bodyPr lIns="0" tIns="0" rIns="0" bIns="0">
            <a:noAutofit/>
          </a:bodyPr>
          <a:lstStyle>
            <a:lvl1pPr marL="0" indent="0" algn="l">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a:t>
            </a:r>
          </a:p>
        </p:txBody>
      </p:sp>
    </p:spTree>
    <p:extLst>
      <p:ext uri="{BB962C8B-B14F-4D97-AF65-F5344CB8AC3E}">
        <p14:creationId xmlns:p14="http://schemas.microsoft.com/office/powerpoint/2010/main" val="1802627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ONG FORM TEXT SLIDE 03">
    <p:spTree>
      <p:nvGrpSpPr>
        <p:cNvPr id="1" name=""/>
        <p:cNvGrpSpPr/>
        <p:nvPr/>
      </p:nvGrpSpPr>
      <p:grpSpPr>
        <a:xfrm>
          <a:off x="0" y="0"/>
          <a:ext cx="0" cy="0"/>
          <a:chOff x="0" y="0"/>
          <a:chExt cx="0" cy="0"/>
        </a:xfrm>
      </p:grpSpPr>
      <p:sp>
        <p:nvSpPr>
          <p:cNvPr id="11" name="Text Placeholder 13">
            <a:extLst>
              <a:ext uri="{FF2B5EF4-FFF2-40B4-BE49-F238E27FC236}">
                <a16:creationId xmlns:a16="http://schemas.microsoft.com/office/drawing/2014/main" id="{E1024329-4196-F540-92C3-BBB05EB67723}"/>
              </a:ext>
            </a:extLst>
          </p:cNvPr>
          <p:cNvSpPr>
            <a:spLocks noGrp="1"/>
          </p:cNvSpPr>
          <p:nvPr>
            <p:ph type="body" sz="quarter" idx="12" hasCustomPrompt="1"/>
          </p:nvPr>
        </p:nvSpPr>
        <p:spPr>
          <a:xfrm>
            <a:off x="3180557" y="678337"/>
            <a:ext cx="5830887"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cxnSp>
        <p:nvCxnSpPr>
          <p:cNvPr id="23" name="Straight Connector 22">
            <a:extLst>
              <a:ext uri="{FF2B5EF4-FFF2-40B4-BE49-F238E27FC236}">
                <a16:creationId xmlns:a16="http://schemas.microsoft.com/office/drawing/2014/main" id="{99065608-B294-4348-996E-2DAC2DB3CA58}"/>
              </a:ext>
            </a:extLst>
          </p:cNvPr>
          <p:cNvCxnSpPr>
            <a:cxnSpLocks/>
          </p:cNvCxnSpPr>
          <p:nvPr userDrawn="1"/>
        </p:nvCxnSpPr>
        <p:spPr>
          <a:xfrm flipH="1">
            <a:off x="347353" y="1353457"/>
            <a:ext cx="11515001"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7994FB44-BA7F-ED4F-B927-E242B403AB21}"/>
              </a:ext>
            </a:extLst>
          </p:cNvPr>
          <p:cNvCxnSpPr>
            <a:cxnSpLocks/>
          </p:cNvCxnSpPr>
          <p:nvPr userDrawn="1"/>
        </p:nvCxnSpPr>
        <p:spPr>
          <a:xfrm flipH="1">
            <a:off x="347353" y="2050143"/>
            <a:ext cx="11515001"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759FAB9E-B2EB-774A-A8D6-4F840FA0840A}"/>
              </a:ext>
            </a:extLst>
          </p:cNvPr>
          <p:cNvCxnSpPr>
            <a:cxnSpLocks/>
          </p:cNvCxnSpPr>
          <p:nvPr userDrawn="1"/>
        </p:nvCxnSpPr>
        <p:spPr>
          <a:xfrm flipH="1">
            <a:off x="347353" y="2804885"/>
            <a:ext cx="11515001"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62EBA988-D92E-1A46-9842-2F173C763E93}"/>
              </a:ext>
            </a:extLst>
          </p:cNvPr>
          <p:cNvCxnSpPr>
            <a:cxnSpLocks/>
          </p:cNvCxnSpPr>
          <p:nvPr userDrawn="1"/>
        </p:nvCxnSpPr>
        <p:spPr>
          <a:xfrm flipH="1">
            <a:off x="347353" y="3501571"/>
            <a:ext cx="11515001"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24B0F194-85D2-EC4C-AF1F-5041D16684AC}"/>
              </a:ext>
            </a:extLst>
          </p:cNvPr>
          <p:cNvCxnSpPr>
            <a:cxnSpLocks/>
          </p:cNvCxnSpPr>
          <p:nvPr userDrawn="1"/>
        </p:nvCxnSpPr>
        <p:spPr>
          <a:xfrm flipH="1">
            <a:off x="347353" y="4212771"/>
            <a:ext cx="11515001"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7C96637F-DEC0-7249-917F-3CA825420DC2}"/>
              </a:ext>
            </a:extLst>
          </p:cNvPr>
          <p:cNvCxnSpPr>
            <a:cxnSpLocks/>
          </p:cNvCxnSpPr>
          <p:nvPr userDrawn="1"/>
        </p:nvCxnSpPr>
        <p:spPr>
          <a:xfrm flipH="1">
            <a:off x="347353" y="4909457"/>
            <a:ext cx="11515001" cy="0"/>
          </a:xfrm>
          <a:prstGeom prst="line">
            <a:avLst/>
          </a:prstGeom>
          <a:ln w="12700"/>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D0471222-0DC3-3B4E-996C-BB0A95ECB38F}"/>
              </a:ext>
            </a:extLst>
          </p:cNvPr>
          <p:cNvCxnSpPr>
            <a:cxnSpLocks/>
          </p:cNvCxnSpPr>
          <p:nvPr userDrawn="1"/>
        </p:nvCxnSpPr>
        <p:spPr>
          <a:xfrm flipH="1">
            <a:off x="347353" y="5620657"/>
            <a:ext cx="11515001" cy="0"/>
          </a:xfrm>
          <a:prstGeom prst="line">
            <a:avLst/>
          </a:prstGeom>
          <a:ln w="12700"/>
        </p:spPr>
        <p:style>
          <a:lnRef idx="2">
            <a:schemeClr val="dk1"/>
          </a:lnRef>
          <a:fillRef idx="0">
            <a:schemeClr val="dk1"/>
          </a:fillRef>
          <a:effectRef idx="1">
            <a:schemeClr val="dk1"/>
          </a:effectRef>
          <a:fontRef idx="minor">
            <a:schemeClr val="tx1"/>
          </a:fontRef>
        </p:style>
      </p:cxnSp>
      <p:sp>
        <p:nvSpPr>
          <p:cNvPr id="35" name="Text Placeholder 13">
            <a:extLst>
              <a:ext uri="{FF2B5EF4-FFF2-40B4-BE49-F238E27FC236}">
                <a16:creationId xmlns:a16="http://schemas.microsoft.com/office/drawing/2014/main" id="{C2EDE8EB-E241-6C44-816E-79C9A127FC8D}"/>
              </a:ext>
            </a:extLst>
          </p:cNvPr>
          <p:cNvSpPr>
            <a:spLocks noGrp="1"/>
          </p:cNvSpPr>
          <p:nvPr>
            <p:ph type="body" sz="quarter" idx="17" hasCustomPrompt="1"/>
          </p:nvPr>
        </p:nvSpPr>
        <p:spPr>
          <a:xfrm>
            <a:off x="536749" y="1544400"/>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cxnSp>
        <p:nvCxnSpPr>
          <p:cNvPr id="37" name="Straight Connector 36">
            <a:extLst>
              <a:ext uri="{FF2B5EF4-FFF2-40B4-BE49-F238E27FC236}">
                <a16:creationId xmlns:a16="http://schemas.microsoft.com/office/drawing/2014/main" id="{4F99FDA8-3172-FD4F-8175-00E2B1066E4F}"/>
              </a:ext>
            </a:extLst>
          </p:cNvPr>
          <p:cNvCxnSpPr>
            <a:cxnSpLocks/>
          </p:cNvCxnSpPr>
          <p:nvPr userDrawn="1"/>
        </p:nvCxnSpPr>
        <p:spPr>
          <a:xfrm flipH="1">
            <a:off x="338499" y="1353457"/>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38" name="Straight Connector 37">
            <a:extLst>
              <a:ext uri="{FF2B5EF4-FFF2-40B4-BE49-F238E27FC236}">
                <a16:creationId xmlns:a16="http://schemas.microsoft.com/office/drawing/2014/main" id="{A16EFDFC-471E-B349-A0D9-76B94BF6DA49}"/>
              </a:ext>
            </a:extLst>
          </p:cNvPr>
          <p:cNvCxnSpPr>
            <a:cxnSpLocks/>
          </p:cNvCxnSpPr>
          <p:nvPr userDrawn="1"/>
        </p:nvCxnSpPr>
        <p:spPr>
          <a:xfrm flipH="1">
            <a:off x="338499" y="2050143"/>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39" name="Straight Connector 38">
            <a:extLst>
              <a:ext uri="{FF2B5EF4-FFF2-40B4-BE49-F238E27FC236}">
                <a16:creationId xmlns:a16="http://schemas.microsoft.com/office/drawing/2014/main" id="{45BED7E7-C70E-4C43-A30E-A91E434B861D}"/>
              </a:ext>
            </a:extLst>
          </p:cNvPr>
          <p:cNvCxnSpPr>
            <a:cxnSpLocks/>
          </p:cNvCxnSpPr>
          <p:nvPr userDrawn="1"/>
        </p:nvCxnSpPr>
        <p:spPr>
          <a:xfrm flipH="1">
            <a:off x="338499" y="2804885"/>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C3E191FE-F70E-9C42-B799-827DEB364117}"/>
              </a:ext>
            </a:extLst>
          </p:cNvPr>
          <p:cNvCxnSpPr>
            <a:cxnSpLocks/>
          </p:cNvCxnSpPr>
          <p:nvPr userDrawn="1"/>
        </p:nvCxnSpPr>
        <p:spPr>
          <a:xfrm flipH="1">
            <a:off x="338499" y="3501571"/>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85C0107E-78C8-D147-BA9B-33EBDEEF8C57}"/>
              </a:ext>
            </a:extLst>
          </p:cNvPr>
          <p:cNvCxnSpPr>
            <a:cxnSpLocks/>
          </p:cNvCxnSpPr>
          <p:nvPr userDrawn="1"/>
        </p:nvCxnSpPr>
        <p:spPr>
          <a:xfrm flipH="1">
            <a:off x="338499" y="4212771"/>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42" name="Straight Connector 41">
            <a:extLst>
              <a:ext uri="{FF2B5EF4-FFF2-40B4-BE49-F238E27FC236}">
                <a16:creationId xmlns:a16="http://schemas.microsoft.com/office/drawing/2014/main" id="{A2FDF6AA-A5CB-5946-B864-5B51D62C02CB}"/>
              </a:ext>
            </a:extLst>
          </p:cNvPr>
          <p:cNvCxnSpPr>
            <a:cxnSpLocks/>
          </p:cNvCxnSpPr>
          <p:nvPr userDrawn="1"/>
        </p:nvCxnSpPr>
        <p:spPr>
          <a:xfrm flipH="1">
            <a:off x="338499" y="4909457"/>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F58B6DBB-433B-0E4E-9F08-9EF2BCAA1F18}"/>
              </a:ext>
            </a:extLst>
          </p:cNvPr>
          <p:cNvCxnSpPr>
            <a:cxnSpLocks/>
          </p:cNvCxnSpPr>
          <p:nvPr userDrawn="1"/>
        </p:nvCxnSpPr>
        <p:spPr>
          <a:xfrm flipH="1">
            <a:off x="338499" y="5620657"/>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44" name="Text Placeholder 13">
            <a:extLst>
              <a:ext uri="{FF2B5EF4-FFF2-40B4-BE49-F238E27FC236}">
                <a16:creationId xmlns:a16="http://schemas.microsoft.com/office/drawing/2014/main" id="{31B81405-73DD-BC4D-AE07-9BA5B3991029}"/>
              </a:ext>
            </a:extLst>
          </p:cNvPr>
          <p:cNvSpPr>
            <a:spLocks noGrp="1"/>
          </p:cNvSpPr>
          <p:nvPr>
            <p:ph type="body" sz="quarter" idx="18" hasCustomPrompt="1"/>
          </p:nvPr>
        </p:nvSpPr>
        <p:spPr>
          <a:xfrm>
            <a:off x="535854" y="2278800"/>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7" name="Text Placeholder 13">
            <a:extLst>
              <a:ext uri="{FF2B5EF4-FFF2-40B4-BE49-F238E27FC236}">
                <a16:creationId xmlns:a16="http://schemas.microsoft.com/office/drawing/2014/main" id="{88151D89-D9C7-894B-9B47-48D52298B29B}"/>
              </a:ext>
            </a:extLst>
          </p:cNvPr>
          <p:cNvSpPr>
            <a:spLocks noGrp="1"/>
          </p:cNvSpPr>
          <p:nvPr>
            <p:ph type="body" sz="quarter" idx="19" hasCustomPrompt="1"/>
          </p:nvPr>
        </p:nvSpPr>
        <p:spPr>
          <a:xfrm>
            <a:off x="536749" y="3006000"/>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8" name="Text Placeholder 13">
            <a:extLst>
              <a:ext uri="{FF2B5EF4-FFF2-40B4-BE49-F238E27FC236}">
                <a16:creationId xmlns:a16="http://schemas.microsoft.com/office/drawing/2014/main" id="{9885AF16-F472-2147-AE07-5DD774247792}"/>
              </a:ext>
            </a:extLst>
          </p:cNvPr>
          <p:cNvSpPr>
            <a:spLocks noGrp="1"/>
          </p:cNvSpPr>
          <p:nvPr>
            <p:ph type="body" sz="quarter" idx="20" hasCustomPrompt="1"/>
          </p:nvPr>
        </p:nvSpPr>
        <p:spPr>
          <a:xfrm>
            <a:off x="535854" y="3718800"/>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9" name="Text Placeholder 13">
            <a:extLst>
              <a:ext uri="{FF2B5EF4-FFF2-40B4-BE49-F238E27FC236}">
                <a16:creationId xmlns:a16="http://schemas.microsoft.com/office/drawing/2014/main" id="{1400DC79-FC10-6441-8C2A-67F049D726BD}"/>
              </a:ext>
            </a:extLst>
          </p:cNvPr>
          <p:cNvSpPr>
            <a:spLocks noGrp="1"/>
          </p:cNvSpPr>
          <p:nvPr>
            <p:ph type="body" sz="quarter" idx="21" hasCustomPrompt="1"/>
          </p:nvPr>
        </p:nvSpPr>
        <p:spPr>
          <a:xfrm>
            <a:off x="536749" y="4420800"/>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50" name="Text Placeholder 13">
            <a:extLst>
              <a:ext uri="{FF2B5EF4-FFF2-40B4-BE49-F238E27FC236}">
                <a16:creationId xmlns:a16="http://schemas.microsoft.com/office/drawing/2014/main" id="{3C735127-37DB-C442-8458-D95DD3769E0D}"/>
              </a:ext>
            </a:extLst>
          </p:cNvPr>
          <p:cNvSpPr>
            <a:spLocks noGrp="1"/>
          </p:cNvSpPr>
          <p:nvPr>
            <p:ph type="body" sz="quarter" idx="22" hasCustomPrompt="1"/>
          </p:nvPr>
        </p:nvSpPr>
        <p:spPr>
          <a:xfrm>
            <a:off x="535854" y="5130000"/>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52" name="Text Placeholder 13">
            <a:extLst>
              <a:ext uri="{FF2B5EF4-FFF2-40B4-BE49-F238E27FC236}">
                <a16:creationId xmlns:a16="http://schemas.microsoft.com/office/drawing/2014/main" id="{CA848F1C-7C42-9341-8E2E-DDFC96E90FCE}"/>
              </a:ext>
            </a:extLst>
          </p:cNvPr>
          <p:cNvSpPr>
            <a:spLocks noGrp="1"/>
          </p:cNvSpPr>
          <p:nvPr>
            <p:ph type="body" sz="quarter" idx="23" hasCustomPrompt="1"/>
          </p:nvPr>
        </p:nvSpPr>
        <p:spPr>
          <a:xfrm>
            <a:off x="4774624" y="154440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53" name="Text Placeholder 13">
            <a:extLst>
              <a:ext uri="{FF2B5EF4-FFF2-40B4-BE49-F238E27FC236}">
                <a16:creationId xmlns:a16="http://schemas.microsoft.com/office/drawing/2014/main" id="{0FD794C9-62DA-C041-9712-8C6D6707152D}"/>
              </a:ext>
            </a:extLst>
          </p:cNvPr>
          <p:cNvSpPr>
            <a:spLocks noGrp="1"/>
          </p:cNvSpPr>
          <p:nvPr>
            <p:ph type="body" sz="quarter" idx="24" hasCustomPrompt="1"/>
          </p:nvPr>
        </p:nvSpPr>
        <p:spPr>
          <a:xfrm>
            <a:off x="4773729" y="227880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54" name="Text Placeholder 13">
            <a:extLst>
              <a:ext uri="{FF2B5EF4-FFF2-40B4-BE49-F238E27FC236}">
                <a16:creationId xmlns:a16="http://schemas.microsoft.com/office/drawing/2014/main" id="{64412BD7-C5E4-1D4D-A01C-3C11CBDE777C}"/>
              </a:ext>
            </a:extLst>
          </p:cNvPr>
          <p:cNvSpPr>
            <a:spLocks noGrp="1"/>
          </p:cNvSpPr>
          <p:nvPr>
            <p:ph type="body" sz="quarter" idx="25" hasCustomPrompt="1"/>
          </p:nvPr>
        </p:nvSpPr>
        <p:spPr>
          <a:xfrm>
            <a:off x="4774624" y="300600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55" name="Text Placeholder 13">
            <a:extLst>
              <a:ext uri="{FF2B5EF4-FFF2-40B4-BE49-F238E27FC236}">
                <a16:creationId xmlns:a16="http://schemas.microsoft.com/office/drawing/2014/main" id="{FB48BC8B-04B2-DB49-B676-DF23A9558FB3}"/>
              </a:ext>
            </a:extLst>
          </p:cNvPr>
          <p:cNvSpPr>
            <a:spLocks noGrp="1"/>
          </p:cNvSpPr>
          <p:nvPr>
            <p:ph type="body" sz="quarter" idx="26" hasCustomPrompt="1"/>
          </p:nvPr>
        </p:nvSpPr>
        <p:spPr>
          <a:xfrm>
            <a:off x="4773729" y="371880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56" name="Text Placeholder 13">
            <a:extLst>
              <a:ext uri="{FF2B5EF4-FFF2-40B4-BE49-F238E27FC236}">
                <a16:creationId xmlns:a16="http://schemas.microsoft.com/office/drawing/2014/main" id="{E81DA123-1BF1-6447-81BF-6AABD8628A70}"/>
              </a:ext>
            </a:extLst>
          </p:cNvPr>
          <p:cNvSpPr>
            <a:spLocks noGrp="1"/>
          </p:cNvSpPr>
          <p:nvPr>
            <p:ph type="body" sz="quarter" idx="27" hasCustomPrompt="1"/>
          </p:nvPr>
        </p:nvSpPr>
        <p:spPr>
          <a:xfrm>
            <a:off x="4774624" y="442080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57" name="Text Placeholder 13">
            <a:extLst>
              <a:ext uri="{FF2B5EF4-FFF2-40B4-BE49-F238E27FC236}">
                <a16:creationId xmlns:a16="http://schemas.microsoft.com/office/drawing/2014/main" id="{6DF0EA3C-2887-2F40-AE3F-89462CF8BB04}"/>
              </a:ext>
            </a:extLst>
          </p:cNvPr>
          <p:cNvSpPr>
            <a:spLocks noGrp="1"/>
          </p:cNvSpPr>
          <p:nvPr>
            <p:ph type="body" sz="quarter" idx="28" hasCustomPrompt="1"/>
          </p:nvPr>
        </p:nvSpPr>
        <p:spPr>
          <a:xfrm>
            <a:off x="4773729" y="513000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58" name="Text Placeholder 13">
            <a:extLst>
              <a:ext uri="{FF2B5EF4-FFF2-40B4-BE49-F238E27FC236}">
                <a16:creationId xmlns:a16="http://schemas.microsoft.com/office/drawing/2014/main" id="{D60B0612-074E-CB40-888B-75896667D6EB}"/>
              </a:ext>
            </a:extLst>
          </p:cNvPr>
          <p:cNvSpPr>
            <a:spLocks noGrp="1"/>
          </p:cNvSpPr>
          <p:nvPr>
            <p:ph type="body" sz="quarter" idx="29" hasCustomPrompt="1"/>
          </p:nvPr>
        </p:nvSpPr>
        <p:spPr>
          <a:xfrm>
            <a:off x="9032952" y="154440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59" name="Text Placeholder 13">
            <a:extLst>
              <a:ext uri="{FF2B5EF4-FFF2-40B4-BE49-F238E27FC236}">
                <a16:creationId xmlns:a16="http://schemas.microsoft.com/office/drawing/2014/main" id="{C21D013C-F629-E844-A692-BB36C6BDC717}"/>
              </a:ext>
            </a:extLst>
          </p:cNvPr>
          <p:cNvSpPr>
            <a:spLocks noGrp="1"/>
          </p:cNvSpPr>
          <p:nvPr>
            <p:ph type="body" sz="quarter" idx="30" hasCustomPrompt="1"/>
          </p:nvPr>
        </p:nvSpPr>
        <p:spPr>
          <a:xfrm>
            <a:off x="9032057" y="227880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60" name="Text Placeholder 13">
            <a:extLst>
              <a:ext uri="{FF2B5EF4-FFF2-40B4-BE49-F238E27FC236}">
                <a16:creationId xmlns:a16="http://schemas.microsoft.com/office/drawing/2014/main" id="{E79A8220-5259-1F45-BC68-7F127C55A7EB}"/>
              </a:ext>
            </a:extLst>
          </p:cNvPr>
          <p:cNvSpPr>
            <a:spLocks noGrp="1"/>
          </p:cNvSpPr>
          <p:nvPr>
            <p:ph type="body" sz="quarter" idx="31" hasCustomPrompt="1"/>
          </p:nvPr>
        </p:nvSpPr>
        <p:spPr>
          <a:xfrm>
            <a:off x="9032952" y="300600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61" name="Text Placeholder 13">
            <a:extLst>
              <a:ext uri="{FF2B5EF4-FFF2-40B4-BE49-F238E27FC236}">
                <a16:creationId xmlns:a16="http://schemas.microsoft.com/office/drawing/2014/main" id="{F1205304-35F4-6B42-9312-D5B817F834FB}"/>
              </a:ext>
            </a:extLst>
          </p:cNvPr>
          <p:cNvSpPr>
            <a:spLocks noGrp="1"/>
          </p:cNvSpPr>
          <p:nvPr>
            <p:ph type="body" sz="quarter" idx="32" hasCustomPrompt="1"/>
          </p:nvPr>
        </p:nvSpPr>
        <p:spPr>
          <a:xfrm>
            <a:off x="9032057" y="371880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62" name="Text Placeholder 13">
            <a:extLst>
              <a:ext uri="{FF2B5EF4-FFF2-40B4-BE49-F238E27FC236}">
                <a16:creationId xmlns:a16="http://schemas.microsoft.com/office/drawing/2014/main" id="{CA512789-6B38-304F-95B0-9D0F009F00C0}"/>
              </a:ext>
            </a:extLst>
          </p:cNvPr>
          <p:cNvSpPr>
            <a:spLocks noGrp="1"/>
          </p:cNvSpPr>
          <p:nvPr>
            <p:ph type="body" sz="quarter" idx="33" hasCustomPrompt="1"/>
          </p:nvPr>
        </p:nvSpPr>
        <p:spPr>
          <a:xfrm>
            <a:off x="9032952" y="442080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63" name="Text Placeholder 13">
            <a:extLst>
              <a:ext uri="{FF2B5EF4-FFF2-40B4-BE49-F238E27FC236}">
                <a16:creationId xmlns:a16="http://schemas.microsoft.com/office/drawing/2014/main" id="{34759D22-0E74-A948-AF90-60314B8168DB}"/>
              </a:ext>
            </a:extLst>
          </p:cNvPr>
          <p:cNvSpPr>
            <a:spLocks noGrp="1"/>
          </p:cNvSpPr>
          <p:nvPr>
            <p:ph type="body" sz="quarter" idx="34" hasCustomPrompt="1"/>
          </p:nvPr>
        </p:nvSpPr>
        <p:spPr>
          <a:xfrm>
            <a:off x="9032057" y="513000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Tree>
    <p:extLst>
      <p:ext uri="{BB962C8B-B14F-4D97-AF65-F5344CB8AC3E}">
        <p14:creationId xmlns:p14="http://schemas.microsoft.com/office/powerpoint/2010/main" val="42088042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ONG FORM TEXT SLIDE 04">
    <p:spTree>
      <p:nvGrpSpPr>
        <p:cNvPr id="1" name=""/>
        <p:cNvGrpSpPr/>
        <p:nvPr/>
      </p:nvGrpSpPr>
      <p:grpSpPr>
        <a:xfrm>
          <a:off x="0" y="0"/>
          <a:ext cx="0" cy="0"/>
          <a:chOff x="0" y="0"/>
          <a:chExt cx="0" cy="0"/>
        </a:xfrm>
      </p:grpSpPr>
      <p:sp>
        <p:nvSpPr>
          <p:cNvPr id="11" name="Text Placeholder 13">
            <a:extLst>
              <a:ext uri="{FF2B5EF4-FFF2-40B4-BE49-F238E27FC236}">
                <a16:creationId xmlns:a16="http://schemas.microsoft.com/office/drawing/2014/main" id="{E1024329-4196-F540-92C3-BBB05EB67723}"/>
              </a:ext>
            </a:extLst>
          </p:cNvPr>
          <p:cNvSpPr>
            <a:spLocks noGrp="1"/>
          </p:cNvSpPr>
          <p:nvPr>
            <p:ph type="body" sz="quarter" idx="12" hasCustomPrompt="1"/>
          </p:nvPr>
        </p:nvSpPr>
        <p:spPr>
          <a:xfrm>
            <a:off x="3180557" y="678337"/>
            <a:ext cx="5830887"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cxnSp>
        <p:nvCxnSpPr>
          <p:cNvPr id="45" name="Straight Connector 44">
            <a:extLst>
              <a:ext uri="{FF2B5EF4-FFF2-40B4-BE49-F238E27FC236}">
                <a16:creationId xmlns:a16="http://schemas.microsoft.com/office/drawing/2014/main" id="{8A56C171-84B4-584A-A644-C4AD0B4FE8E8}"/>
              </a:ext>
            </a:extLst>
          </p:cNvPr>
          <p:cNvCxnSpPr>
            <a:cxnSpLocks/>
          </p:cNvCxnSpPr>
          <p:nvPr userDrawn="1"/>
        </p:nvCxnSpPr>
        <p:spPr>
          <a:xfrm flipH="1">
            <a:off x="347353" y="1353457"/>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46" name="Straight Connector 45">
            <a:extLst>
              <a:ext uri="{FF2B5EF4-FFF2-40B4-BE49-F238E27FC236}">
                <a16:creationId xmlns:a16="http://schemas.microsoft.com/office/drawing/2014/main" id="{6F7FE376-FA8C-1B46-BBD9-6E90A26DFBF4}"/>
              </a:ext>
            </a:extLst>
          </p:cNvPr>
          <p:cNvCxnSpPr>
            <a:cxnSpLocks/>
          </p:cNvCxnSpPr>
          <p:nvPr userDrawn="1"/>
        </p:nvCxnSpPr>
        <p:spPr>
          <a:xfrm flipH="1">
            <a:off x="347353" y="1799052"/>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A995878D-CF5E-E247-8425-DDC09249F37F}"/>
              </a:ext>
            </a:extLst>
          </p:cNvPr>
          <p:cNvCxnSpPr>
            <a:cxnSpLocks/>
          </p:cNvCxnSpPr>
          <p:nvPr userDrawn="1"/>
        </p:nvCxnSpPr>
        <p:spPr>
          <a:xfrm flipH="1">
            <a:off x="347353" y="2253501"/>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64" name="Straight Connector 63">
            <a:extLst>
              <a:ext uri="{FF2B5EF4-FFF2-40B4-BE49-F238E27FC236}">
                <a16:creationId xmlns:a16="http://schemas.microsoft.com/office/drawing/2014/main" id="{1B2E4D81-7223-904F-A6A7-A5A6F0E5BA73}"/>
              </a:ext>
            </a:extLst>
          </p:cNvPr>
          <p:cNvCxnSpPr>
            <a:cxnSpLocks/>
          </p:cNvCxnSpPr>
          <p:nvPr userDrawn="1"/>
        </p:nvCxnSpPr>
        <p:spPr>
          <a:xfrm flipH="1">
            <a:off x="347353" y="2693339"/>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65" name="Straight Connector 64">
            <a:extLst>
              <a:ext uri="{FF2B5EF4-FFF2-40B4-BE49-F238E27FC236}">
                <a16:creationId xmlns:a16="http://schemas.microsoft.com/office/drawing/2014/main" id="{A3EB673B-0753-414A-BF29-9B3E3405B99E}"/>
              </a:ext>
            </a:extLst>
          </p:cNvPr>
          <p:cNvCxnSpPr>
            <a:cxnSpLocks/>
          </p:cNvCxnSpPr>
          <p:nvPr userDrawn="1"/>
        </p:nvCxnSpPr>
        <p:spPr>
          <a:xfrm flipH="1">
            <a:off x="347353" y="3133177"/>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66" name="Straight Connector 65">
            <a:extLst>
              <a:ext uri="{FF2B5EF4-FFF2-40B4-BE49-F238E27FC236}">
                <a16:creationId xmlns:a16="http://schemas.microsoft.com/office/drawing/2014/main" id="{BA017113-8867-BB4E-8BF5-718608E1F9EA}"/>
              </a:ext>
            </a:extLst>
          </p:cNvPr>
          <p:cNvCxnSpPr>
            <a:cxnSpLocks/>
          </p:cNvCxnSpPr>
          <p:nvPr userDrawn="1"/>
        </p:nvCxnSpPr>
        <p:spPr>
          <a:xfrm flipH="1">
            <a:off x="347353" y="3584590"/>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67" name="Straight Connector 66">
            <a:extLst>
              <a:ext uri="{FF2B5EF4-FFF2-40B4-BE49-F238E27FC236}">
                <a16:creationId xmlns:a16="http://schemas.microsoft.com/office/drawing/2014/main" id="{C3A52B55-50B8-5644-9F21-5A5D1F099822}"/>
              </a:ext>
            </a:extLst>
          </p:cNvPr>
          <p:cNvCxnSpPr>
            <a:cxnSpLocks/>
          </p:cNvCxnSpPr>
          <p:nvPr userDrawn="1"/>
        </p:nvCxnSpPr>
        <p:spPr>
          <a:xfrm flipH="1">
            <a:off x="347353" y="4024428"/>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68" name="Straight Connector 67">
            <a:extLst>
              <a:ext uri="{FF2B5EF4-FFF2-40B4-BE49-F238E27FC236}">
                <a16:creationId xmlns:a16="http://schemas.microsoft.com/office/drawing/2014/main" id="{9CC3BB6C-0ED4-5D4B-8D74-C8F573D69F48}"/>
              </a:ext>
            </a:extLst>
          </p:cNvPr>
          <p:cNvCxnSpPr>
            <a:cxnSpLocks/>
          </p:cNvCxnSpPr>
          <p:nvPr userDrawn="1"/>
        </p:nvCxnSpPr>
        <p:spPr>
          <a:xfrm flipH="1">
            <a:off x="347353" y="4464266"/>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69" name="Straight Connector 68">
            <a:extLst>
              <a:ext uri="{FF2B5EF4-FFF2-40B4-BE49-F238E27FC236}">
                <a16:creationId xmlns:a16="http://schemas.microsoft.com/office/drawing/2014/main" id="{5C8A023F-76E4-1449-B25F-76A255845915}"/>
              </a:ext>
            </a:extLst>
          </p:cNvPr>
          <p:cNvCxnSpPr>
            <a:cxnSpLocks/>
          </p:cNvCxnSpPr>
          <p:nvPr userDrawn="1"/>
        </p:nvCxnSpPr>
        <p:spPr>
          <a:xfrm flipH="1">
            <a:off x="347353" y="4915678"/>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0E6C62CD-E535-5544-A6C2-ED03917FAB4D}"/>
              </a:ext>
            </a:extLst>
          </p:cNvPr>
          <p:cNvCxnSpPr>
            <a:cxnSpLocks/>
          </p:cNvCxnSpPr>
          <p:nvPr userDrawn="1"/>
        </p:nvCxnSpPr>
        <p:spPr>
          <a:xfrm flipH="1">
            <a:off x="347353" y="5367091"/>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71" name="Straight Connector 70">
            <a:extLst>
              <a:ext uri="{FF2B5EF4-FFF2-40B4-BE49-F238E27FC236}">
                <a16:creationId xmlns:a16="http://schemas.microsoft.com/office/drawing/2014/main" id="{FDEB9E2C-F31D-264D-AB02-35BDD88783A4}"/>
              </a:ext>
            </a:extLst>
          </p:cNvPr>
          <p:cNvCxnSpPr>
            <a:cxnSpLocks/>
          </p:cNvCxnSpPr>
          <p:nvPr userDrawn="1"/>
        </p:nvCxnSpPr>
        <p:spPr>
          <a:xfrm flipH="1">
            <a:off x="347353" y="5818503"/>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72" name="Straight Connector 71">
            <a:extLst>
              <a:ext uri="{FF2B5EF4-FFF2-40B4-BE49-F238E27FC236}">
                <a16:creationId xmlns:a16="http://schemas.microsoft.com/office/drawing/2014/main" id="{A1A4F55F-4147-494F-8926-DAEE37662898}"/>
              </a:ext>
            </a:extLst>
          </p:cNvPr>
          <p:cNvCxnSpPr>
            <a:cxnSpLocks/>
          </p:cNvCxnSpPr>
          <p:nvPr userDrawn="1"/>
        </p:nvCxnSpPr>
        <p:spPr>
          <a:xfrm flipH="1">
            <a:off x="347353" y="6281490"/>
            <a:ext cx="11515001"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73" name="Text Placeholder 13">
            <a:extLst>
              <a:ext uri="{FF2B5EF4-FFF2-40B4-BE49-F238E27FC236}">
                <a16:creationId xmlns:a16="http://schemas.microsoft.com/office/drawing/2014/main" id="{F90B2EE9-C9D6-B042-B315-C875A0750DAF}"/>
              </a:ext>
            </a:extLst>
          </p:cNvPr>
          <p:cNvSpPr>
            <a:spLocks noGrp="1"/>
          </p:cNvSpPr>
          <p:nvPr>
            <p:ph type="body" sz="quarter" idx="17" hasCustomPrompt="1"/>
          </p:nvPr>
        </p:nvSpPr>
        <p:spPr>
          <a:xfrm>
            <a:off x="536749" y="1432890"/>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74" name="Text Placeholder 13">
            <a:extLst>
              <a:ext uri="{FF2B5EF4-FFF2-40B4-BE49-F238E27FC236}">
                <a16:creationId xmlns:a16="http://schemas.microsoft.com/office/drawing/2014/main" id="{E9203162-4242-164C-AA10-8527366246F3}"/>
              </a:ext>
            </a:extLst>
          </p:cNvPr>
          <p:cNvSpPr>
            <a:spLocks noGrp="1"/>
          </p:cNvSpPr>
          <p:nvPr>
            <p:ph type="body" sz="quarter" idx="23" hasCustomPrompt="1"/>
          </p:nvPr>
        </p:nvSpPr>
        <p:spPr>
          <a:xfrm>
            <a:off x="4774624" y="143289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75" name="Text Placeholder 13">
            <a:extLst>
              <a:ext uri="{FF2B5EF4-FFF2-40B4-BE49-F238E27FC236}">
                <a16:creationId xmlns:a16="http://schemas.microsoft.com/office/drawing/2014/main" id="{6C406560-7E59-674D-85F1-6607AB629FD3}"/>
              </a:ext>
            </a:extLst>
          </p:cNvPr>
          <p:cNvSpPr>
            <a:spLocks noGrp="1"/>
          </p:cNvSpPr>
          <p:nvPr>
            <p:ph type="body" sz="quarter" idx="29" hasCustomPrompt="1"/>
          </p:nvPr>
        </p:nvSpPr>
        <p:spPr>
          <a:xfrm>
            <a:off x="9032952" y="143289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76" name="Text Placeholder 13">
            <a:extLst>
              <a:ext uri="{FF2B5EF4-FFF2-40B4-BE49-F238E27FC236}">
                <a16:creationId xmlns:a16="http://schemas.microsoft.com/office/drawing/2014/main" id="{6E811A3F-10C3-2E48-AA66-E382CD9C280D}"/>
              </a:ext>
            </a:extLst>
          </p:cNvPr>
          <p:cNvSpPr>
            <a:spLocks noGrp="1"/>
          </p:cNvSpPr>
          <p:nvPr>
            <p:ph type="body" sz="quarter" idx="30" hasCustomPrompt="1"/>
          </p:nvPr>
        </p:nvSpPr>
        <p:spPr>
          <a:xfrm>
            <a:off x="535955" y="1893570"/>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77" name="Text Placeholder 13">
            <a:extLst>
              <a:ext uri="{FF2B5EF4-FFF2-40B4-BE49-F238E27FC236}">
                <a16:creationId xmlns:a16="http://schemas.microsoft.com/office/drawing/2014/main" id="{8DD77FD5-DC8C-D541-86E8-F7BD88765F4C}"/>
              </a:ext>
            </a:extLst>
          </p:cNvPr>
          <p:cNvSpPr>
            <a:spLocks noGrp="1"/>
          </p:cNvSpPr>
          <p:nvPr>
            <p:ph type="body" sz="quarter" idx="31" hasCustomPrompt="1"/>
          </p:nvPr>
        </p:nvSpPr>
        <p:spPr>
          <a:xfrm>
            <a:off x="4773830" y="189357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78" name="Text Placeholder 13">
            <a:extLst>
              <a:ext uri="{FF2B5EF4-FFF2-40B4-BE49-F238E27FC236}">
                <a16:creationId xmlns:a16="http://schemas.microsoft.com/office/drawing/2014/main" id="{AE6B372D-516B-3444-B585-FDC749A1357F}"/>
              </a:ext>
            </a:extLst>
          </p:cNvPr>
          <p:cNvSpPr>
            <a:spLocks noGrp="1"/>
          </p:cNvSpPr>
          <p:nvPr>
            <p:ph type="body" sz="quarter" idx="32" hasCustomPrompt="1"/>
          </p:nvPr>
        </p:nvSpPr>
        <p:spPr>
          <a:xfrm>
            <a:off x="9032158" y="189357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79" name="Text Placeholder 13">
            <a:extLst>
              <a:ext uri="{FF2B5EF4-FFF2-40B4-BE49-F238E27FC236}">
                <a16:creationId xmlns:a16="http://schemas.microsoft.com/office/drawing/2014/main" id="{A7940760-3D5C-0D4E-BD14-31D0B668C954}"/>
              </a:ext>
            </a:extLst>
          </p:cNvPr>
          <p:cNvSpPr>
            <a:spLocks noGrp="1"/>
          </p:cNvSpPr>
          <p:nvPr>
            <p:ph type="body" sz="quarter" idx="33" hasCustomPrompt="1"/>
          </p:nvPr>
        </p:nvSpPr>
        <p:spPr>
          <a:xfrm>
            <a:off x="535955" y="2333894"/>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80" name="Text Placeholder 13">
            <a:extLst>
              <a:ext uri="{FF2B5EF4-FFF2-40B4-BE49-F238E27FC236}">
                <a16:creationId xmlns:a16="http://schemas.microsoft.com/office/drawing/2014/main" id="{48CA8EB8-428C-D844-B0C8-8C751EACA162}"/>
              </a:ext>
            </a:extLst>
          </p:cNvPr>
          <p:cNvSpPr>
            <a:spLocks noGrp="1"/>
          </p:cNvSpPr>
          <p:nvPr>
            <p:ph type="body" sz="quarter" idx="34" hasCustomPrompt="1"/>
          </p:nvPr>
        </p:nvSpPr>
        <p:spPr>
          <a:xfrm>
            <a:off x="4773830" y="2333894"/>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81" name="Text Placeholder 13">
            <a:extLst>
              <a:ext uri="{FF2B5EF4-FFF2-40B4-BE49-F238E27FC236}">
                <a16:creationId xmlns:a16="http://schemas.microsoft.com/office/drawing/2014/main" id="{72BEE84C-8ED7-0D41-95A9-1B964FAAEC16}"/>
              </a:ext>
            </a:extLst>
          </p:cNvPr>
          <p:cNvSpPr>
            <a:spLocks noGrp="1"/>
          </p:cNvSpPr>
          <p:nvPr>
            <p:ph type="body" sz="quarter" idx="35" hasCustomPrompt="1"/>
          </p:nvPr>
        </p:nvSpPr>
        <p:spPr>
          <a:xfrm>
            <a:off x="9032158" y="2333894"/>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82" name="Text Placeholder 13">
            <a:extLst>
              <a:ext uri="{FF2B5EF4-FFF2-40B4-BE49-F238E27FC236}">
                <a16:creationId xmlns:a16="http://schemas.microsoft.com/office/drawing/2014/main" id="{69A63058-3F98-C74F-A9A1-BC4DB26FFB4E}"/>
              </a:ext>
            </a:extLst>
          </p:cNvPr>
          <p:cNvSpPr>
            <a:spLocks noGrp="1"/>
          </p:cNvSpPr>
          <p:nvPr>
            <p:ph type="body" sz="quarter" idx="36" hasCustomPrompt="1"/>
          </p:nvPr>
        </p:nvSpPr>
        <p:spPr>
          <a:xfrm>
            <a:off x="535955" y="2765598"/>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83" name="Text Placeholder 13">
            <a:extLst>
              <a:ext uri="{FF2B5EF4-FFF2-40B4-BE49-F238E27FC236}">
                <a16:creationId xmlns:a16="http://schemas.microsoft.com/office/drawing/2014/main" id="{1FEFD499-D133-6D45-B594-D36248D70C63}"/>
              </a:ext>
            </a:extLst>
          </p:cNvPr>
          <p:cNvSpPr>
            <a:spLocks noGrp="1"/>
          </p:cNvSpPr>
          <p:nvPr>
            <p:ph type="body" sz="quarter" idx="37" hasCustomPrompt="1"/>
          </p:nvPr>
        </p:nvSpPr>
        <p:spPr>
          <a:xfrm>
            <a:off x="4773830" y="2765598"/>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84" name="Text Placeholder 13">
            <a:extLst>
              <a:ext uri="{FF2B5EF4-FFF2-40B4-BE49-F238E27FC236}">
                <a16:creationId xmlns:a16="http://schemas.microsoft.com/office/drawing/2014/main" id="{888B0D14-4A7B-5842-BB00-37971349467E}"/>
              </a:ext>
            </a:extLst>
          </p:cNvPr>
          <p:cNvSpPr>
            <a:spLocks noGrp="1"/>
          </p:cNvSpPr>
          <p:nvPr>
            <p:ph type="body" sz="quarter" idx="38" hasCustomPrompt="1"/>
          </p:nvPr>
        </p:nvSpPr>
        <p:spPr>
          <a:xfrm>
            <a:off x="9032158" y="2765598"/>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85" name="Text Placeholder 13">
            <a:extLst>
              <a:ext uri="{FF2B5EF4-FFF2-40B4-BE49-F238E27FC236}">
                <a16:creationId xmlns:a16="http://schemas.microsoft.com/office/drawing/2014/main" id="{75B380B5-8A11-6E48-BEBC-C6128067559D}"/>
              </a:ext>
            </a:extLst>
          </p:cNvPr>
          <p:cNvSpPr>
            <a:spLocks noGrp="1"/>
          </p:cNvSpPr>
          <p:nvPr>
            <p:ph type="body" sz="quarter" idx="39" hasCustomPrompt="1"/>
          </p:nvPr>
        </p:nvSpPr>
        <p:spPr>
          <a:xfrm>
            <a:off x="535955" y="3234371"/>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86" name="Text Placeholder 13">
            <a:extLst>
              <a:ext uri="{FF2B5EF4-FFF2-40B4-BE49-F238E27FC236}">
                <a16:creationId xmlns:a16="http://schemas.microsoft.com/office/drawing/2014/main" id="{19F46124-B36C-2042-98E8-56632217E584}"/>
              </a:ext>
            </a:extLst>
          </p:cNvPr>
          <p:cNvSpPr>
            <a:spLocks noGrp="1"/>
          </p:cNvSpPr>
          <p:nvPr>
            <p:ph type="body" sz="quarter" idx="40" hasCustomPrompt="1"/>
          </p:nvPr>
        </p:nvSpPr>
        <p:spPr>
          <a:xfrm>
            <a:off x="4773830" y="3234371"/>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87" name="Text Placeholder 13">
            <a:extLst>
              <a:ext uri="{FF2B5EF4-FFF2-40B4-BE49-F238E27FC236}">
                <a16:creationId xmlns:a16="http://schemas.microsoft.com/office/drawing/2014/main" id="{06EC0E12-FC5C-B748-AF2E-A4DA92A4E6D3}"/>
              </a:ext>
            </a:extLst>
          </p:cNvPr>
          <p:cNvSpPr>
            <a:spLocks noGrp="1"/>
          </p:cNvSpPr>
          <p:nvPr>
            <p:ph type="body" sz="quarter" idx="41" hasCustomPrompt="1"/>
          </p:nvPr>
        </p:nvSpPr>
        <p:spPr>
          <a:xfrm>
            <a:off x="9032158" y="3234371"/>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88" name="Text Placeholder 13">
            <a:extLst>
              <a:ext uri="{FF2B5EF4-FFF2-40B4-BE49-F238E27FC236}">
                <a16:creationId xmlns:a16="http://schemas.microsoft.com/office/drawing/2014/main" id="{03F56E4E-89A4-EB4B-8708-5504AA396202}"/>
              </a:ext>
            </a:extLst>
          </p:cNvPr>
          <p:cNvSpPr>
            <a:spLocks noGrp="1"/>
          </p:cNvSpPr>
          <p:nvPr>
            <p:ph type="body" sz="quarter" idx="42" hasCustomPrompt="1"/>
          </p:nvPr>
        </p:nvSpPr>
        <p:spPr>
          <a:xfrm>
            <a:off x="535955" y="3653409"/>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89" name="Text Placeholder 13">
            <a:extLst>
              <a:ext uri="{FF2B5EF4-FFF2-40B4-BE49-F238E27FC236}">
                <a16:creationId xmlns:a16="http://schemas.microsoft.com/office/drawing/2014/main" id="{31AA8FC0-ABF1-9A43-AA92-F659F0E44364}"/>
              </a:ext>
            </a:extLst>
          </p:cNvPr>
          <p:cNvSpPr>
            <a:spLocks noGrp="1"/>
          </p:cNvSpPr>
          <p:nvPr>
            <p:ph type="body" sz="quarter" idx="43" hasCustomPrompt="1"/>
          </p:nvPr>
        </p:nvSpPr>
        <p:spPr>
          <a:xfrm>
            <a:off x="4773830" y="3653409"/>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90" name="Text Placeholder 13">
            <a:extLst>
              <a:ext uri="{FF2B5EF4-FFF2-40B4-BE49-F238E27FC236}">
                <a16:creationId xmlns:a16="http://schemas.microsoft.com/office/drawing/2014/main" id="{AE6151B0-A890-934E-9303-70D8685BC111}"/>
              </a:ext>
            </a:extLst>
          </p:cNvPr>
          <p:cNvSpPr>
            <a:spLocks noGrp="1"/>
          </p:cNvSpPr>
          <p:nvPr>
            <p:ph type="body" sz="quarter" idx="44" hasCustomPrompt="1"/>
          </p:nvPr>
        </p:nvSpPr>
        <p:spPr>
          <a:xfrm>
            <a:off x="9032158" y="3653409"/>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91" name="Text Placeholder 13">
            <a:extLst>
              <a:ext uri="{FF2B5EF4-FFF2-40B4-BE49-F238E27FC236}">
                <a16:creationId xmlns:a16="http://schemas.microsoft.com/office/drawing/2014/main" id="{4B7AB4CF-57C4-DB45-9B06-5C6D1A92CD85}"/>
              </a:ext>
            </a:extLst>
          </p:cNvPr>
          <p:cNvSpPr>
            <a:spLocks noGrp="1"/>
          </p:cNvSpPr>
          <p:nvPr>
            <p:ph type="body" sz="quarter" idx="45" hasCustomPrompt="1"/>
          </p:nvPr>
        </p:nvSpPr>
        <p:spPr>
          <a:xfrm>
            <a:off x="535955" y="4096441"/>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2" name="Text Placeholder 13">
            <a:extLst>
              <a:ext uri="{FF2B5EF4-FFF2-40B4-BE49-F238E27FC236}">
                <a16:creationId xmlns:a16="http://schemas.microsoft.com/office/drawing/2014/main" id="{E285041E-EB86-B142-93E7-9EE9855B3573}"/>
              </a:ext>
            </a:extLst>
          </p:cNvPr>
          <p:cNvSpPr>
            <a:spLocks noGrp="1"/>
          </p:cNvSpPr>
          <p:nvPr>
            <p:ph type="body" sz="quarter" idx="46" hasCustomPrompt="1"/>
          </p:nvPr>
        </p:nvSpPr>
        <p:spPr>
          <a:xfrm>
            <a:off x="4773830" y="4096441"/>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93" name="Text Placeholder 13">
            <a:extLst>
              <a:ext uri="{FF2B5EF4-FFF2-40B4-BE49-F238E27FC236}">
                <a16:creationId xmlns:a16="http://schemas.microsoft.com/office/drawing/2014/main" id="{EDC6EF38-4163-E646-8606-4877C64376BD}"/>
              </a:ext>
            </a:extLst>
          </p:cNvPr>
          <p:cNvSpPr>
            <a:spLocks noGrp="1"/>
          </p:cNvSpPr>
          <p:nvPr>
            <p:ph type="body" sz="quarter" idx="47" hasCustomPrompt="1"/>
          </p:nvPr>
        </p:nvSpPr>
        <p:spPr>
          <a:xfrm>
            <a:off x="9032158" y="4096441"/>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94" name="Text Placeholder 13">
            <a:extLst>
              <a:ext uri="{FF2B5EF4-FFF2-40B4-BE49-F238E27FC236}">
                <a16:creationId xmlns:a16="http://schemas.microsoft.com/office/drawing/2014/main" id="{5BB24CE4-7EE5-0D45-BAE0-9838FF9582EF}"/>
              </a:ext>
            </a:extLst>
          </p:cNvPr>
          <p:cNvSpPr>
            <a:spLocks noGrp="1"/>
          </p:cNvSpPr>
          <p:nvPr>
            <p:ph type="body" sz="quarter" idx="48" hasCustomPrompt="1"/>
          </p:nvPr>
        </p:nvSpPr>
        <p:spPr>
          <a:xfrm>
            <a:off x="535955" y="4550447"/>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5" name="Text Placeholder 13">
            <a:extLst>
              <a:ext uri="{FF2B5EF4-FFF2-40B4-BE49-F238E27FC236}">
                <a16:creationId xmlns:a16="http://schemas.microsoft.com/office/drawing/2014/main" id="{16039C44-23F4-4748-9417-AE201A346E78}"/>
              </a:ext>
            </a:extLst>
          </p:cNvPr>
          <p:cNvSpPr>
            <a:spLocks noGrp="1"/>
          </p:cNvSpPr>
          <p:nvPr>
            <p:ph type="body" sz="quarter" idx="49" hasCustomPrompt="1"/>
          </p:nvPr>
        </p:nvSpPr>
        <p:spPr>
          <a:xfrm>
            <a:off x="4773830" y="4550447"/>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96" name="Text Placeholder 13">
            <a:extLst>
              <a:ext uri="{FF2B5EF4-FFF2-40B4-BE49-F238E27FC236}">
                <a16:creationId xmlns:a16="http://schemas.microsoft.com/office/drawing/2014/main" id="{3588DDBE-03FC-024C-B4D5-EFBB1BBD418B}"/>
              </a:ext>
            </a:extLst>
          </p:cNvPr>
          <p:cNvSpPr>
            <a:spLocks noGrp="1"/>
          </p:cNvSpPr>
          <p:nvPr>
            <p:ph type="body" sz="quarter" idx="50" hasCustomPrompt="1"/>
          </p:nvPr>
        </p:nvSpPr>
        <p:spPr>
          <a:xfrm>
            <a:off x="9032158" y="4550447"/>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97" name="Text Placeholder 13">
            <a:extLst>
              <a:ext uri="{FF2B5EF4-FFF2-40B4-BE49-F238E27FC236}">
                <a16:creationId xmlns:a16="http://schemas.microsoft.com/office/drawing/2014/main" id="{66F1C017-092B-4C42-8098-8D52DDCDEA0D}"/>
              </a:ext>
            </a:extLst>
          </p:cNvPr>
          <p:cNvSpPr>
            <a:spLocks noGrp="1"/>
          </p:cNvSpPr>
          <p:nvPr>
            <p:ph type="body" sz="quarter" idx="51" hasCustomPrompt="1"/>
          </p:nvPr>
        </p:nvSpPr>
        <p:spPr>
          <a:xfrm>
            <a:off x="535955" y="4991189"/>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8" name="Text Placeholder 13">
            <a:extLst>
              <a:ext uri="{FF2B5EF4-FFF2-40B4-BE49-F238E27FC236}">
                <a16:creationId xmlns:a16="http://schemas.microsoft.com/office/drawing/2014/main" id="{7CDE6F6E-7F97-8F47-BBEA-FA8FEB0311DD}"/>
              </a:ext>
            </a:extLst>
          </p:cNvPr>
          <p:cNvSpPr>
            <a:spLocks noGrp="1"/>
          </p:cNvSpPr>
          <p:nvPr>
            <p:ph type="body" sz="quarter" idx="52" hasCustomPrompt="1"/>
          </p:nvPr>
        </p:nvSpPr>
        <p:spPr>
          <a:xfrm>
            <a:off x="4773830" y="4991189"/>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99" name="Text Placeholder 13">
            <a:extLst>
              <a:ext uri="{FF2B5EF4-FFF2-40B4-BE49-F238E27FC236}">
                <a16:creationId xmlns:a16="http://schemas.microsoft.com/office/drawing/2014/main" id="{9D5301F1-4289-324C-96EE-8CCE49771279}"/>
              </a:ext>
            </a:extLst>
          </p:cNvPr>
          <p:cNvSpPr>
            <a:spLocks noGrp="1"/>
          </p:cNvSpPr>
          <p:nvPr>
            <p:ph type="body" sz="quarter" idx="53" hasCustomPrompt="1"/>
          </p:nvPr>
        </p:nvSpPr>
        <p:spPr>
          <a:xfrm>
            <a:off x="9032158" y="4991189"/>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100" name="Text Placeholder 13">
            <a:extLst>
              <a:ext uri="{FF2B5EF4-FFF2-40B4-BE49-F238E27FC236}">
                <a16:creationId xmlns:a16="http://schemas.microsoft.com/office/drawing/2014/main" id="{D5D4DE7D-7FC5-374C-8831-EB1DDAAA032B}"/>
              </a:ext>
            </a:extLst>
          </p:cNvPr>
          <p:cNvSpPr>
            <a:spLocks noGrp="1"/>
          </p:cNvSpPr>
          <p:nvPr>
            <p:ph type="body" sz="quarter" idx="54" hasCustomPrompt="1"/>
          </p:nvPr>
        </p:nvSpPr>
        <p:spPr>
          <a:xfrm>
            <a:off x="535955" y="5444504"/>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01" name="Text Placeholder 13">
            <a:extLst>
              <a:ext uri="{FF2B5EF4-FFF2-40B4-BE49-F238E27FC236}">
                <a16:creationId xmlns:a16="http://schemas.microsoft.com/office/drawing/2014/main" id="{B6A0F08A-AAE9-454A-ACB3-1AF4BB29F5C0}"/>
              </a:ext>
            </a:extLst>
          </p:cNvPr>
          <p:cNvSpPr>
            <a:spLocks noGrp="1"/>
          </p:cNvSpPr>
          <p:nvPr>
            <p:ph type="body" sz="quarter" idx="55" hasCustomPrompt="1"/>
          </p:nvPr>
        </p:nvSpPr>
        <p:spPr>
          <a:xfrm>
            <a:off x="4773830" y="5444504"/>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102" name="Text Placeholder 13">
            <a:extLst>
              <a:ext uri="{FF2B5EF4-FFF2-40B4-BE49-F238E27FC236}">
                <a16:creationId xmlns:a16="http://schemas.microsoft.com/office/drawing/2014/main" id="{E63A73C1-04FC-934E-92D5-F3F5538BDD5A}"/>
              </a:ext>
            </a:extLst>
          </p:cNvPr>
          <p:cNvSpPr>
            <a:spLocks noGrp="1"/>
          </p:cNvSpPr>
          <p:nvPr>
            <p:ph type="body" sz="quarter" idx="56" hasCustomPrompt="1"/>
          </p:nvPr>
        </p:nvSpPr>
        <p:spPr>
          <a:xfrm>
            <a:off x="9032158" y="5444504"/>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103" name="Text Placeholder 13">
            <a:extLst>
              <a:ext uri="{FF2B5EF4-FFF2-40B4-BE49-F238E27FC236}">
                <a16:creationId xmlns:a16="http://schemas.microsoft.com/office/drawing/2014/main" id="{9D35CB27-77AA-E747-B83D-0FF84BC6D4D2}"/>
              </a:ext>
            </a:extLst>
          </p:cNvPr>
          <p:cNvSpPr>
            <a:spLocks noGrp="1"/>
          </p:cNvSpPr>
          <p:nvPr>
            <p:ph type="body" sz="quarter" idx="57" hasCustomPrompt="1"/>
          </p:nvPr>
        </p:nvSpPr>
        <p:spPr>
          <a:xfrm>
            <a:off x="535955" y="5909170"/>
            <a:ext cx="2643808" cy="290626"/>
          </a:xfrm>
        </p:spPr>
        <p:txBody>
          <a:bodyPr lIns="0" tIns="0" rIns="0" bIns="0">
            <a:noAutofit/>
          </a:bodyPr>
          <a:lstStyle>
            <a:lvl1pPr marL="0" indent="0" algn="l">
              <a:lnSpc>
                <a:spcPts val="2200"/>
              </a:lnSpc>
              <a:spcBef>
                <a:spcPts val="0"/>
              </a:spcBef>
              <a:buNone/>
              <a:defRPr sz="15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04" name="Text Placeholder 13">
            <a:extLst>
              <a:ext uri="{FF2B5EF4-FFF2-40B4-BE49-F238E27FC236}">
                <a16:creationId xmlns:a16="http://schemas.microsoft.com/office/drawing/2014/main" id="{20D54314-7D5A-BB44-8462-3AF17EBFD6B4}"/>
              </a:ext>
            </a:extLst>
          </p:cNvPr>
          <p:cNvSpPr>
            <a:spLocks noGrp="1"/>
          </p:cNvSpPr>
          <p:nvPr>
            <p:ph type="body" sz="quarter" idx="58" hasCustomPrompt="1"/>
          </p:nvPr>
        </p:nvSpPr>
        <p:spPr>
          <a:xfrm>
            <a:off x="4773830" y="590917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
        <p:nvSpPr>
          <p:cNvPr id="105" name="Text Placeholder 13">
            <a:extLst>
              <a:ext uri="{FF2B5EF4-FFF2-40B4-BE49-F238E27FC236}">
                <a16:creationId xmlns:a16="http://schemas.microsoft.com/office/drawing/2014/main" id="{7016EC53-98BD-7148-BF14-6B01C6E8FE2D}"/>
              </a:ext>
            </a:extLst>
          </p:cNvPr>
          <p:cNvSpPr>
            <a:spLocks noGrp="1"/>
          </p:cNvSpPr>
          <p:nvPr>
            <p:ph type="body" sz="quarter" idx="59" hasCustomPrompt="1"/>
          </p:nvPr>
        </p:nvSpPr>
        <p:spPr>
          <a:xfrm>
            <a:off x="9032158" y="5909170"/>
            <a:ext cx="2643808" cy="290626"/>
          </a:xfrm>
        </p:spPr>
        <p:txBody>
          <a:bodyPr lIns="0" tIns="0" rIns="0" bIns="0">
            <a:noAutofit/>
          </a:bodyPr>
          <a:lstStyle>
            <a:lvl1pPr marL="0" indent="0" algn="l">
              <a:lnSpc>
                <a:spcPts val="2200"/>
              </a:lnSpc>
              <a:spcBef>
                <a:spcPts val="0"/>
              </a:spcBef>
              <a:buNone/>
              <a:defRPr sz="15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a:t>
            </a:r>
          </a:p>
        </p:txBody>
      </p:sp>
    </p:spTree>
    <p:extLst>
      <p:ext uri="{BB962C8B-B14F-4D97-AF65-F5344CB8AC3E}">
        <p14:creationId xmlns:p14="http://schemas.microsoft.com/office/powerpoint/2010/main" val="21058359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IMAGE 01">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16" name="Text Placeholder 13">
            <a:extLst>
              <a:ext uri="{FF2B5EF4-FFF2-40B4-BE49-F238E27FC236}">
                <a16:creationId xmlns:a16="http://schemas.microsoft.com/office/drawing/2014/main" id="{E02E667F-8398-7B4B-8DF7-505C2A9F35C5}"/>
              </a:ext>
            </a:extLst>
          </p:cNvPr>
          <p:cNvSpPr>
            <a:spLocks noGrp="1"/>
          </p:cNvSpPr>
          <p:nvPr>
            <p:ph type="body" sz="quarter" idx="19" hasCustomPrompt="1"/>
          </p:nvPr>
        </p:nvSpPr>
        <p:spPr>
          <a:xfrm>
            <a:off x="2642400" y="1586122"/>
            <a:ext cx="2954512" cy="183743"/>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8" name="Text Placeholder 13">
            <a:extLst>
              <a:ext uri="{FF2B5EF4-FFF2-40B4-BE49-F238E27FC236}">
                <a16:creationId xmlns:a16="http://schemas.microsoft.com/office/drawing/2014/main" id="{850525B8-15A3-BE44-A2E8-05C19693E7FF}"/>
              </a:ext>
            </a:extLst>
          </p:cNvPr>
          <p:cNvSpPr>
            <a:spLocks noGrp="1"/>
          </p:cNvSpPr>
          <p:nvPr>
            <p:ph type="body" sz="quarter" idx="20" hasCustomPrompt="1"/>
          </p:nvPr>
        </p:nvSpPr>
        <p:spPr>
          <a:xfrm>
            <a:off x="2642400" y="1788124"/>
            <a:ext cx="2960609" cy="776659"/>
          </a:xfrm>
        </p:spPr>
        <p:txBody>
          <a:bodyPr lIns="0" tIns="0" rIns="0" bIns="0">
            <a:noAutofit/>
          </a:bodyPr>
          <a:lstStyle>
            <a:lvl1pPr marL="0" indent="0" algn="l">
              <a:lnSpc>
                <a:spcPts val="1000"/>
              </a:lnSpc>
              <a:spcBef>
                <a:spcPts val="0"/>
              </a:spcBef>
              <a:spcAft>
                <a:spcPts val="800"/>
              </a:spcAft>
              <a:buNone/>
              <a:defRPr sz="9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a:t>
            </a:r>
          </a:p>
        </p:txBody>
      </p:sp>
      <p:sp>
        <p:nvSpPr>
          <p:cNvPr id="19" name="Picture Placeholder 15">
            <a:extLst>
              <a:ext uri="{FF2B5EF4-FFF2-40B4-BE49-F238E27FC236}">
                <a16:creationId xmlns:a16="http://schemas.microsoft.com/office/drawing/2014/main" id="{D27EC7C3-8A65-9C49-B93C-4595651E37B5}"/>
              </a:ext>
            </a:extLst>
          </p:cNvPr>
          <p:cNvSpPr>
            <a:spLocks noGrp="1"/>
          </p:cNvSpPr>
          <p:nvPr>
            <p:ph type="pic" sz="quarter" idx="13" hasCustomPrompt="1"/>
          </p:nvPr>
        </p:nvSpPr>
        <p:spPr>
          <a:xfrm>
            <a:off x="752400" y="1033200"/>
            <a:ext cx="1588168" cy="2165684"/>
          </a:xfrm>
          <a:solidFill>
            <a:schemeClr val="accent5"/>
          </a:solidFill>
        </p:spPr>
        <p:txBody>
          <a:bodyPr lIns="0" tIns="0" rIns="0" bIns="0">
            <a:noAutofit/>
          </a:bodyPr>
          <a:lstStyle>
            <a:lvl1pPr marL="0" indent="0" algn="ctr">
              <a:lnSpc>
                <a:spcPts val="14500"/>
              </a:lnSpc>
              <a:buFontTx/>
              <a:buNone/>
              <a:defRPr sz="700" cap="all" baseline="0"/>
            </a:lvl1pPr>
          </a:lstStyle>
          <a:p>
            <a:r>
              <a:rPr lang="en-US"/>
              <a:t>Click icon to insert image</a:t>
            </a:r>
          </a:p>
        </p:txBody>
      </p:sp>
      <p:sp>
        <p:nvSpPr>
          <p:cNvPr id="27" name="Text Placeholder 13">
            <a:extLst>
              <a:ext uri="{FF2B5EF4-FFF2-40B4-BE49-F238E27FC236}">
                <a16:creationId xmlns:a16="http://schemas.microsoft.com/office/drawing/2014/main" id="{73050968-8283-4F43-A249-98EB442F0E0F}"/>
              </a:ext>
            </a:extLst>
          </p:cNvPr>
          <p:cNvSpPr>
            <a:spLocks noGrp="1"/>
          </p:cNvSpPr>
          <p:nvPr>
            <p:ph type="body" sz="quarter" idx="25" hasCustomPrompt="1"/>
          </p:nvPr>
        </p:nvSpPr>
        <p:spPr>
          <a:xfrm>
            <a:off x="2642400" y="4381200"/>
            <a:ext cx="2954512" cy="183743"/>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8" name="Text Placeholder 13">
            <a:extLst>
              <a:ext uri="{FF2B5EF4-FFF2-40B4-BE49-F238E27FC236}">
                <a16:creationId xmlns:a16="http://schemas.microsoft.com/office/drawing/2014/main" id="{45621E18-07A5-4942-9F9A-2071B2D13E18}"/>
              </a:ext>
            </a:extLst>
          </p:cNvPr>
          <p:cNvSpPr>
            <a:spLocks noGrp="1"/>
          </p:cNvSpPr>
          <p:nvPr>
            <p:ph type="body" sz="quarter" idx="26" hasCustomPrompt="1"/>
          </p:nvPr>
        </p:nvSpPr>
        <p:spPr>
          <a:xfrm>
            <a:off x="2642400" y="4583202"/>
            <a:ext cx="2960609" cy="776659"/>
          </a:xfrm>
        </p:spPr>
        <p:txBody>
          <a:bodyPr lIns="0" tIns="0" rIns="0" bIns="0">
            <a:noAutofit/>
          </a:bodyPr>
          <a:lstStyle>
            <a:lvl1pPr marL="0" indent="0" algn="l">
              <a:lnSpc>
                <a:spcPts val="1000"/>
              </a:lnSpc>
              <a:spcBef>
                <a:spcPts val="0"/>
              </a:spcBef>
              <a:spcAft>
                <a:spcPts val="800"/>
              </a:spcAft>
              <a:buNone/>
              <a:defRPr sz="9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a:t>
            </a:r>
          </a:p>
        </p:txBody>
      </p:sp>
      <p:sp>
        <p:nvSpPr>
          <p:cNvPr id="29" name="Picture Placeholder 15">
            <a:extLst>
              <a:ext uri="{FF2B5EF4-FFF2-40B4-BE49-F238E27FC236}">
                <a16:creationId xmlns:a16="http://schemas.microsoft.com/office/drawing/2014/main" id="{DB4E869B-2EB7-8240-9764-752AF43B6204}"/>
              </a:ext>
            </a:extLst>
          </p:cNvPr>
          <p:cNvSpPr>
            <a:spLocks noGrp="1"/>
          </p:cNvSpPr>
          <p:nvPr>
            <p:ph type="pic" sz="quarter" idx="27" hasCustomPrompt="1"/>
          </p:nvPr>
        </p:nvSpPr>
        <p:spPr>
          <a:xfrm>
            <a:off x="752400" y="3829795"/>
            <a:ext cx="1588168" cy="2165684"/>
          </a:xfrm>
          <a:solidFill>
            <a:schemeClr val="accent5"/>
          </a:solidFill>
        </p:spPr>
        <p:txBody>
          <a:bodyPr lIns="0" tIns="0" rIns="0" bIns="0">
            <a:noAutofit/>
          </a:bodyPr>
          <a:lstStyle>
            <a:lvl1pPr marL="0" indent="0" algn="ctr">
              <a:lnSpc>
                <a:spcPts val="14500"/>
              </a:lnSpc>
              <a:buFontTx/>
              <a:buNone/>
              <a:defRPr sz="700" cap="all" baseline="0"/>
            </a:lvl1pPr>
          </a:lstStyle>
          <a:p>
            <a:r>
              <a:rPr lang="en-US"/>
              <a:t>Click icon to insert image</a:t>
            </a:r>
          </a:p>
        </p:txBody>
      </p:sp>
      <p:sp>
        <p:nvSpPr>
          <p:cNvPr id="30" name="Text Placeholder 13">
            <a:extLst>
              <a:ext uri="{FF2B5EF4-FFF2-40B4-BE49-F238E27FC236}">
                <a16:creationId xmlns:a16="http://schemas.microsoft.com/office/drawing/2014/main" id="{D50BD70A-A8A6-FB40-A619-CA956CACA2A1}"/>
              </a:ext>
            </a:extLst>
          </p:cNvPr>
          <p:cNvSpPr>
            <a:spLocks noGrp="1"/>
          </p:cNvSpPr>
          <p:nvPr>
            <p:ph type="body" sz="quarter" idx="28" hasCustomPrompt="1"/>
          </p:nvPr>
        </p:nvSpPr>
        <p:spPr>
          <a:xfrm>
            <a:off x="6778800" y="1604381"/>
            <a:ext cx="2954512" cy="183743"/>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1" name="Text Placeholder 13">
            <a:extLst>
              <a:ext uri="{FF2B5EF4-FFF2-40B4-BE49-F238E27FC236}">
                <a16:creationId xmlns:a16="http://schemas.microsoft.com/office/drawing/2014/main" id="{4D84763D-8176-9C49-AF02-C8D3E3FD424C}"/>
              </a:ext>
            </a:extLst>
          </p:cNvPr>
          <p:cNvSpPr>
            <a:spLocks noGrp="1"/>
          </p:cNvSpPr>
          <p:nvPr>
            <p:ph type="body" sz="quarter" idx="29" hasCustomPrompt="1"/>
          </p:nvPr>
        </p:nvSpPr>
        <p:spPr>
          <a:xfrm>
            <a:off x="6778800" y="1806383"/>
            <a:ext cx="2960609" cy="776659"/>
          </a:xfrm>
        </p:spPr>
        <p:txBody>
          <a:bodyPr lIns="0" tIns="0" rIns="0" bIns="0">
            <a:noAutofit/>
          </a:bodyPr>
          <a:lstStyle>
            <a:lvl1pPr marL="0" indent="0" algn="l">
              <a:lnSpc>
                <a:spcPts val="1000"/>
              </a:lnSpc>
              <a:spcBef>
                <a:spcPts val="0"/>
              </a:spcBef>
              <a:spcAft>
                <a:spcPts val="800"/>
              </a:spcAft>
              <a:buNone/>
              <a:defRPr sz="9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a:t>
            </a:r>
          </a:p>
        </p:txBody>
      </p:sp>
      <p:sp>
        <p:nvSpPr>
          <p:cNvPr id="32" name="Text Placeholder 13">
            <a:extLst>
              <a:ext uri="{FF2B5EF4-FFF2-40B4-BE49-F238E27FC236}">
                <a16:creationId xmlns:a16="http://schemas.microsoft.com/office/drawing/2014/main" id="{E46BC3D6-FACE-4140-B0D6-1908330C156D}"/>
              </a:ext>
            </a:extLst>
          </p:cNvPr>
          <p:cNvSpPr>
            <a:spLocks noGrp="1"/>
          </p:cNvSpPr>
          <p:nvPr>
            <p:ph type="body" sz="quarter" idx="30" hasCustomPrompt="1"/>
          </p:nvPr>
        </p:nvSpPr>
        <p:spPr>
          <a:xfrm>
            <a:off x="6778800" y="4399459"/>
            <a:ext cx="2954512" cy="183743"/>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3" name="Text Placeholder 13">
            <a:extLst>
              <a:ext uri="{FF2B5EF4-FFF2-40B4-BE49-F238E27FC236}">
                <a16:creationId xmlns:a16="http://schemas.microsoft.com/office/drawing/2014/main" id="{123F39E2-EF40-9A45-924F-E0D2DFCCFFFD}"/>
              </a:ext>
            </a:extLst>
          </p:cNvPr>
          <p:cNvSpPr>
            <a:spLocks noGrp="1"/>
          </p:cNvSpPr>
          <p:nvPr>
            <p:ph type="body" sz="quarter" idx="31" hasCustomPrompt="1"/>
          </p:nvPr>
        </p:nvSpPr>
        <p:spPr>
          <a:xfrm>
            <a:off x="6778800" y="4601461"/>
            <a:ext cx="2960609" cy="776659"/>
          </a:xfrm>
        </p:spPr>
        <p:txBody>
          <a:bodyPr lIns="0" tIns="0" rIns="0" bIns="0">
            <a:noAutofit/>
          </a:bodyPr>
          <a:lstStyle>
            <a:lvl1pPr marL="0" indent="0" algn="l">
              <a:lnSpc>
                <a:spcPts val="1000"/>
              </a:lnSpc>
              <a:spcBef>
                <a:spcPts val="0"/>
              </a:spcBef>
              <a:spcAft>
                <a:spcPts val="800"/>
              </a:spcAft>
              <a:buNone/>
              <a:defRPr sz="9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a:t>
            </a:r>
          </a:p>
        </p:txBody>
      </p:sp>
      <p:sp>
        <p:nvSpPr>
          <p:cNvPr id="34" name="Picture Placeholder 15">
            <a:extLst>
              <a:ext uri="{FF2B5EF4-FFF2-40B4-BE49-F238E27FC236}">
                <a16:creationId xmlns:a16="http://schemas.microsoft.com/office/drawing/2014/main" id="{FF4CF0F5-7C9B-854D-A00D-6C7B3183217F}"/>
              </a:ext>
            </a:extLst>
          </p:cNvPr>
          <p:cNvSpPr>
            <a:spLocks noGrp="1"/>
          </p:cNvSpPr>
          <p:nvPr>
            <p:ph type="pic" sz="quarter" idx="32" hasCustomPrompt="1"/>
          </p:nvPr>
        </p:nvSpPr>
        <p:spPr>
          <a:xfrm>
            <a:off x="9993600" y="1034717"/>
            <a:ext cx="1588168" cy="2165684"/>
          </a:xfrm>
          <a:solidFill>
            <a:schemeClr val="accent5"/>
          </a:solidFill>
        </p:spPr>
        <p:txBody>
          <a:bodyPr lIns="0" tIns="0" rIns="0" bIns="0">
            <a:noAutofit/>
          </a:bodyPr>
          <a:lstStyle>
            <a:lvl1pPr marL="0" indent="0" algn="ctr">
              <a:lnSpc>
                <a:spcPts val="14500"/>
              </a:lnSpc>
              <a:buFontTx/>
              <a:buNone/>
              <a:defRPr sz="700" cap="all" baseline="0"/>
            </a:lvl1pPr>
          </a:lstStyle>
          <a:p>
            <a:r>
              <a:rPr lang="en-US"/>
              <a:t>Click icon to insert image</a:t>
            </a:r>
          </a:p>
        </p:txBody>
      </p:sp>
      <p:sp>
        <p:nvSpPr>
          <p:cNvPr id="35" name="Picture Placeholder 15">
            <a:extLst>
              <a:ext uri="{FF2B5EF4-FFF2-40B4-BE49-F238E27FC236}">
                <a16:creationId xmlns:a16="http://schemas.microsoft.com/office/drawing/2014/main" id="{8D67A802-B2A9-E746-B617-68B3BD73197D}"/>
              </a:ext>
            </a:extLst>
          </p:cNvPr>
          <p:cNvSpPr>
            <a:spLocks noGrp="1"/>
          </p:cNvSpPr>
          <p:nvPr>
            <p:ph type="pic" sz="quarter" idx="33" hasCustomPrompt="1"/>
          </p:nvPr>
        </p:nvSpPr>
        <p:spPr>
          <a:xfrm>
            <a:off x="9993600" y="3830400"/>
            <a:ext cx="1588168" cy="2165684"/>
          </a:xfrm>
          <a:solidFill>
            <a:schemeClr val="accent5"/>
          </a:solidFill>
        </p:spPr>
        <p:txBody>
          <a:bodyPr lIns="0" tIns="0" rIns="0" bIns="0">
            <a:noAutofit/>
          </a:bodyPr>
          <a:lstStyle>
            <a:lvl1pPr marL="0" indent="0" algn="ctr">
              <a:lnSpc>
                <a:spcPts val="14500"/>
              </a:lnSpc>
              <a:buFontTx/>
              <a:buNone/>
              <a:defRPr sz="700" cap="all" baseline="0"/>
            </a:lvl1pPr>
          </a:lstStyle>
          <a:p>
            <a:r>
              <a:rPr lang="en-US"/>
              <a:t>Click icon to insert image</a:t>
            </a:r>
          </a:p>
        </p:txBody>
      </p:sp>
      <p:sp>
        <p:nvSpPr>
          <p:cNvPr id="36" name="Text Placeholder 13">
            <a:extLst>
              <a:ext uri="{FF2B5EF4-FFF2-40B4-BE49-F238E27FC236}">
                <a16:creationId xmlns:a16="http://schemas.microsoft.com/office/drawing/2014/main" id="{14E92F5A-A643-4444-BE7E-217CD4763CA6}"/>
              </a:ext>
            </a:extLst>
          </p:cNvPr>
          <p:cNvSpPr>
            <a:spLocks noGrp="1"/>
          </p:cNvSpPr>
          <p:nvPr>
            <p:ph type="body" sz="quarter" idx="12" hasCustomPrompt="1"/>
          </p:nvPr>
        </p:nvSpPr>
        <p:spPr>
          <a:xfrm>
            <a:off x="3180557" y="891493"/>
            <a:ext cx="5830887"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cxnSp>
        <p:nvCxnSpPr>
          <p:cNvPr id="20" name="Straight Connector 27">
            <a:extLst>
              <a:ext uri="{FF2B5EF4-FFF2-40B4-BE49-F238E27FC236}">
                <a16:creationId xmlns:a16="http://schemas.microsoft.com/office/drawing/2014/main" id="{249E2ED9-F97E-C446-A377-5C5AA6DC9291}"/>
              </a:ext>
            </a:extLst>
          </p:cNvPr>
          <p:cNvCxnSpPr>
            <a:cxnSpLocks/>
          </p:cNvCxnSpPr>
          <p:nvPr userDrawn="1"/>
        </p:nvCxnSpPr>
        <p:spPr>
          <a:xfrm flipH="1">
            <a:off x="414588" y="3484420"/>
            <a:ext cx="5575775" cy="0"/>
          </a:xfrm>
          <a:prstGeom prst="line">
            <a:avLst/>
          </a:prstGeom>
          <a:ln w="12700">
            <a:solidFill>
              <a:schemeClr val="accent1"/>
            </a:solidFill>
          </a:ln>
        </p:spPr>
        <p:style>
          <a:lnRef idx="2">
            <a:schemeClr val="dk1"/>
          </a:lnRef>
          <a:fillRef idx="0">
            <a:schemeClr val="dk1"/>
          </a:fillRef>
          <a:effectRef idx="1">
            <a:schemeClr val="dk1"/>
          </a:effectRef>
          <a:fontRef idx="minor">
            <a:schemeClr val="tx1"/>
          </a:fontRef>
        </p:style>
      </p:cxnSp>
      <p:cxnSp>
        <p:nvCxnSpPr>
          <p:cNvPr id="21" name="Straight Connector 28">
            <a:extLst>
              <a:ext uri="{FF2B5EF4-FFF2-40B4-BE49-F238E27FC236}">
                <a16:creationId xmlns:a16="http://schemas.microsoft.com/office/drawing/2014/main" id="{B5FE2B0C-7B3C-314F-A9D1-FABAB2C7BCA4}"/>
              </a:ext>
            </a:extLst>
          </p:cNvPr>
          <p:cNvCxnSpPr>
            <a:cxnSpLocks/>
          </p:cNvCxnSpPr>
          <p:nvPr userDrawn="1"/>
        </p:nvCxnSpPr>
        <p:spPr>
          <a:xfrm flipH="1">
            <a:off x="6188356" y="3484420"/>
            <a:ext cx="5575775" cy="0"/>
          </a:xfrm>
          <a:prstGeom prst="line">
            <a:avLst/>
          </a:prstGeom>
          <a:ln w="12700">
            <a:solidFill>
              <a:schemeClr val="accent1"/>
            </a:solidFill>
          </a:ln>
        </p:spPr>
        <p:style>
          <a:lnRef idx="2">
            <a:schemeClr val="dk1"/>
          </a:lnRef>
          <a:fillRef idx="0">
            <a:schemeClr val="dk1"/>
          </a:fillRef>
          <a:effectRef idx="1">
            <a:schemeClr val="dk1"/>
          </a:effectRef>
          <a:fontRef idx="minor">
            <a:schemeClr val="tx1"/>
          </a:fontRef>
        </p:style>
      </p:cxnSp>
      <p:cxnSp>
        <p:nvCxnSpPr>
          <p:cNvPr id="22" name="Straight Connector 29">
            <a:extLst>
              <a:ext uri="{FF2B5EF4-FFF2-40B4-BE49-F238E27FC236}">
                <a16:creationId xmlns:a16="http://schemas.microsoft.com/office/drawing/2014/main" id="{39D48725-21EF-7246-9832-323280438BAE}"/>
              </a:ext>
            </a:extLst>
          </p:cNvPr>
          <p:cNvCxnSpPr>
            <a:cxnSpLocks/>
          </p:cNvCxnSpPr>
          <p:nvPr userDrawn="1"/>
        </p:nvCxnSpPr>
        <p:spPr>
          <a:xfrm flipV="1">
            <a:off x="6096000" y="1512720"/>
            <a:ext cx="0" cy="4971208"/>
          </a:xfrm>
          <a:prstGeom prst="line">
            <a:avLst/>
          </a:prstGeom>
          <a:ln w="12700">
            <a:solidFill>
              <a:schemeClr val="accent1"/>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336671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IMAGE 02">
    <p:spTree>
      <p:nvGrpSpPr>
        <p:cNvPr id="1" name=""/>
        <p:cNvGrpSpPr/>
        <p:nvPr/>
      </p:nvGrpSpPr>
      <p:grpSpPr>
        <a:xfrm>
          <a:off x="0" y="0"/>
          <a:ext cx="0" cy="0"/>
          <a:chOff x="0" y="0"/>
          <a:chExt cx="0" cy="0"/>
        </a:xfrm>
      </p:grpSpPr>
      <p:sp>
        <p:nvSpPr>
          <p:cNvPr id="11" name="Text Placeholder 13">
            <a:extLst>
              <a:ext uri="{FF2B5EF4-FFF2-40B4-BE49-F238E27FC236}">
                <a16:creationId xmlns:a16="http://schemas.microsoft.com/office/drawing/2014/main" id="{E1024329-4196-F540-92C3-BBB05EB67723}"/>
              </a:ext>
            </a:extLst>
          </p:cNvPr>
          <p:cNvSpPr>
            <a:spLocks noGrp="1"/>
          </p:cNvSpPr>
          <p:nvPr>
            <p:ph type="body" sz="quarter" idx="12" hasCustomPrompt="1"/>
          </p:nvPr>
        </p:nvSpPr>
        <p:spPr>
          <a:xfrm>
            <a:off x="3189250" y="891493"/>
            <a:ext cx="5813502"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16" name="Text Placeholder 13">
            <a:extLst>
              <a:ext uri="{FF2B5EF4-FFF2-40B4-BE49-F238E27FC236}">
                <a16:creationId xmlns:a16="http://schemas.microsoft.com/office/drawing/2014/main" id="{E02E667F-8398-7B4B-8DF7-505C2A9F35C5}"/>
              </a:ext>
            </a:extLst>
          </p:cNvPr>
          <p:cNvSpPr>
            <a:spLocks noGrp="1"/>
          </p:cNvSpPr>
          <p:nvPr>
            <p:ph type="body" sz="quarter" idx="19" hasCustomPrompt="1"/>
          </p:nvPr>
        </p:nvSpPr>
        <p:spPr>
          <a:xfrm>
            <a:off x="1195200" y="2084400"/>
            <a:ext cx="2033082" cy="170126"/>
          </a:xfrm>
        </p:spPr>
        <p:txBody>
          <a:bodyPr lIns="0" tIns="0" rIns="0" bIns="0">
            <a:noAutofit/>
          </a:bodyPr>
          <a:lstStyle>
            <a:lvl1pPr marL="0" indent="0" algn="ctr">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9" name="Picture Placeholder 15">
            <a:extLst>
              <a:ext uri="{FF2B5EF4-FFF2-40B4-BE49-F238E27FC236}">
                <a16:creationId xmlns:a16="http://schemas.microsoft.com/office/drawing/2014/main" id="{D27EC7C3-8A65-9C49-B93C-4595651E37B5}"/>
              </a:ext>
            </a:extLst>
          </p:cNvPr>
          <p:cNvSpPr>
            <a:spLocks noGrp="1"/>
          </p:cNvSpPr>
          <p:nvPr>
            <p:ph type="pic" sz="quarter" idx="13" hasCustomPrompt="1"/>
          </p:nvPr>
        </p:nvSpPr>
        <p:spPr>
          <a:xfrm>
            <a:off x="1408602" y="2377326"/>
            <a:ext cx="1588168" cy="2165684"/>
          </a:xfrm>
          <a:solidFill>
            <a:schemeClr val="accent5"/>
          </a:solidFill>
        </p:spPr>
        <p:txBody>
          <a:bodyPr lIns="0" tIns="0" rIns="0" bIns="0">
            <a:noAutofit/>
          </a:bodyPr>
          <a:lstStyle>
            <a:lvl1pPr marL="0" indent="0" algn="ctr">
              <a:lnSpc>
                <a:spcPts val="14500"/>
              </a:lnSpc>
              <a:buFontTx/>
              <a:buNone/>
              <a:defRPr sz="700" cap="all" baseline="0"/>
            </a:lvl1pPr>
          </a:lstStyle>
          <a:p>
            <a:r>
              <a:rPr lang="en-US"/>
              <a:t>Click icon to insert image</a:t>
            </a:r>
          </a:p>
        </p:txBody>
      </p:sp>
      <p:sp>
        <p:nvSpPr>
          <p:cNvPr id="22" name="Text Placeholder 13">
            <a:extLst>
              <a:ext uri="{FF2B5EF4-FFF2-40B4-BE49-F238E27FC236}">
                <a16:creationId xmlns:a16="http://schemas.microsoft.com/office/drawing/2014/main" id="{16F69BC2-BA49-C745-8705-48E9B789CC08}"/>
              </a:ext>
            </a:extLst>
          </p:cNvPr>
          <p:cNvSpPr>
            <a:spLocks noGrp="1"/>
          </p:cNvSpPr>
          <p:nvPr>
            <p:ph type="body" sz="quarter" idx="17" hasCustomPrompt="1"/>
          </p:nvPr>
        </p:nvSpPr>
        <p:spPr>
          <a:xfrm>
            <a:off x="3189248" y="1219952"/>
            <a:ext cx="5820937" cy="291600"/>
          </a:xfrm>
        </p:spPr>
        <p:txBody>
          <a:bodyPr>
            <a:noAutofit/>
          </a:bodyPr>
          <a:lstStyle>
            <a:lvl1pPr marL="0" indent="0" algn="ctr">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r>
              <a:rPr lang="en-US"/>
              <a:t> sit </a:t>
            </a:r>
            <a:r>
              <a:rPr lang="en-US" err="1"/>
              <a:t>amet</a:t>
            </a:r>
            <a:endParaRPr lang="en-US"/>
          </a:p>
        </p:txBody>
      </p:sp>
      <p:sp>
        <p:nvSpPr>
          <p:cNvPr id="23" name="Text Placeholder 4">
            <a:extLst>
              <a:ext uri="{FF2B5EF4-FFF2-40B4-BE49-F238E27FC236}">
                <a16:creationId xmlns:a16="http://schemas.microsoft.com/office/drawing/2014/main" id="{20B69997-5839-FF41-AC4D-1FD2D7A34DCC}"/>
              </a:ext>
            </a:extLst>
          </p:cNvPr>
          <p:cNvSpPr>
            <a:spLocks noGrp="1"/>
          </p:cNvSpPr>
          <p:nvPr>
            <p:ph type="body" sz="quarter" idx="20" hasCustomPrompt="1"/>
          </p:nvPr>
        </p:nvSpPr>
        <p:spPr>
          <a:xfrm>
            <a:off x="1422757" y="4734000"/>
            <a:ext cx="1559858" cy="505802"/>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
        <p:nvSpPr>
          <p:cNvPr id="24" name="Text Placeholder 13">
            <a:extLst>
              <a:ext uri="{FF2B5EF4-FFF2-40B4-BE49-F238E27FC236}">
                <a16:creationId xmlns:a16="http://schemas.microsoft.com/office/drawing/2014/main" id="{E5B1FA3B-CFB9-E240-9BDD-94D4A67718BB}"/>
              </a:ext>
            </a:extLst>
          </p:cNvPr>
          <p:cNvSpPr>
            <a:spLocks noGrp="1"/>
          </p:cNvSpPr>
          <p:nvPr>
            <p:ph type="body" sz="quarter" idx="21" hasCustomPrompt="1"/>
          </p:nvPr>
        </p:nvSpPr>
        <p:spPr>
          <a:xfrm>
            <a:off x="3772336" y="2084400"/>
            <a:ext cx="2033082" cy="170126"/>
          </a:xfrm>
        </p:spPr>
        <p:txBody>
          <a:bodyPr lIns="0" tIns="0" rIns="0" bIns="0">
            <a:noAutofit/>
          </a:bodyPr>
          <a:lstStyle>
            <a:lvl1pPr marL="0" indent="0" algn="ctr">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5" name="Picture Placeholder 15">
            <a:extLst>
              <a:ext uri="{FF2B5EF4-FFF2-40B4-BE49-F238E27FC236}">
                <a16:creationId xmlns:a16="http://schemas.microsoft.com/office/drawing/2014/main" id="{0BC6AA4E-007C-2F4F-A000-E696FA55FA76}"/>
              </a:ext>
            </a:extLst>
          </p:cNvPr>
          <p:cNvSpPr>
            <a:spLocks noGrp="1"/>
          </p:cNvSpPr>
          <p:nvPr>
            <p:ph type="pic" sz="quarter" idx="22" hasCustomPrompt="1"/>
          </p:nvPr>
        </p:nvSpPr>
        <p:spPr>
          <a:xfrm>
            <a:off x="3984128" y="2366348"/>
            <a:ext cx="1588168" cy="2165684"/>
          </a:xfrm>
          <a:solidFill>
            <a:schemeClr val="accent5"/>
          </a:solidFill>
        </p:spPr>
        <p:txBody>
          <a:bodyPr lIns="0" tIns="0" rIns="0" bIns="0">
            <a:noAutofit/>
          </a:bodyPr>
          <a:lstStyle>
            <a:lvl1pPr marL="0" indent="0" algn="ctr">
              <a:lnSpc>
                <a:spcPts val="14500"/>
              </a:lnSpc>
              <a:buFontTx/>
              <a:buNone/>
              <a:defRPr sz="700" cap="all" baseline="0"/>
            </a:lvl1pPr>
          </a:lstStyle>
          <a:p>
            <a:r>
              <a:rPr lang="en-US"/>
              <a:t>Click icon to insert image</a:t>
            </a:r>
          </a:p>
        </p:txBody>
      </p:sp>
      <p:sp>
        <p:nvSpPr>
          <p:cNvPr id="26" name="Text Placeholder 4">
            <a:extLst>
              <a:ext uri="{FF2B5EF4-FFF2-40B4-BE49-F238E27FC236}">
                <a16:creationId xmlns:a16="http://schemas.microsoft.com/office/drawing/2014/main" id="{16F4C392-6579-1847-A211-C760A9196BD1}"/>
              </a:ext>
            </a:extLst>
          </p:cNvPr>
          <p:cNvSpPr>
            <a:spLocks noGrp="1"/>
          </p:cNvSpPr>
          <p:nvPr>
            <p:ph type="body" sz="quarter" idx="23" hasCustomPrompt="1"/>
          </p:nvPr>
        </p:nvSpPr>
        <p:spPr>
          <a:xfrm>
            <a:off x="3998283" y="4734000"/>
            <a:ext cx="1559858" cy="505802"/>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
        <p:nvSpPr>
          <p:cNvPr id="36" name="Text Placeholder 13">
            <a:extLst>
              <a:ext uri="{FF2B5EF4-FFF2-40B4-BE49-F238E27FC236}">
                <a16:creationId xmlns:a16="http://schemas.microsoft.com/office/drawing/2014/main" id="{DBC1186A-63E3-5B46-BD60-68A43C754790}"/>
              </a:ext>
            </a:extLst>
          </p:cNvPr>
          <p:cNvSpPr>
            <a:spLocks noGrp="1"/>
          </p:cNvSpPr>
          <p:nvPr>
            <p:ph type="body" sz="quarter" idx="24" hasCustomPrompt="1"/>
          </p:nvPr>
        </p:nvSpPr>
        <p:spPr>
          <a:xfrm>
            <a:off x="6389247" y="2084400"/>
            <a:ext cx="2033082" cy="170126"/>
          </a:xfrm>
        </p:spPr>
        <p:txBody>
          <a:bodyPr lIns="0" tIns="0" rIns="0" bIns="0">
            <a:noAutofit/>
          </a:bodyPr>
          <a:lstStyle>
            <a:lvl1pPr marL="0" indent="0" algn="ctr">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7" name="Picture Placeholder 15">
            <a:extLst>
              <a:ext uri="{FF2B5EF4-FFF2-40B4-BE49-F238E27FC236}">
                <a16:creationId xmlns:a16="http://schemas.microsoft.com/office/drawing/2014/main" id="{8037369F-37CE-5849-8813-B0482880B08D}"/>
              </a:ext>
            </a:extLst>
          </p:cNvPr>
          <p:cNvSpPr>
            <a:spLocks noGrp="1"/>
          </p:cNvSpPr>
          <p:nvPr>
            <p:ph type="pic" sz="quarter" idx="25" hasCustomPrompt="1"/>
          </p:nvPr>
        </p:nvSpPr>
        <p:spPr>
          <a:xfrm>
            <a:off x="6601039" y="2377326"/>
            <a:ext cx="1588168" cy="2165684"/>
          </a:xfrm>
          <a:solidFill>
            <a:schemeClr val="accent5"/>
          </a:solidFill>
        </p:spPr>
        <p:txBody>
          <a:bodyPr lIns="0" tIns="0" rIns="0" bIns="0">
            <a:noAutofit/>
          </a:bodyPr>
          <a:lstStyle>
            <a:lvl1pPr marL="0" indent="0" algn="ctr">
              <a:lnSpc>
                <a:spcPts val="14500"/>
              </a:lnSpc>
              <a:buFontTx/>
              <a:buNone/>
              <a:defRPr sz="700" cap="all" baseline="0"/>
            </a:lvl1pPr>
          </a:lstStyle>
          <a:p>
            <a:r>
              <a:rPr lang="en-US"/>
              <a:t>Click icon to insert image</a:t>
            </a:r>
          </a:p>
        </p:txBody>
      </p:sp>
      <p:sp>
        <p:nvSpPr>
          <p:cNvPr id="38" name="Text Placeholder 4">
            <a:extLst>
              <a:ext uri="{FF2B5EF4-FFF2-40B4-BE49-F238E27FC236}">
                <a16:creationId xmlns:a16="http://schemas.microsoft.com/office/drawing/2014/main" id="{F2317774-CE9D-3845-9CD2-386B444BFD91}"/>
              </a:ext>
            </a:extLst>
          </p:cNvPr>
          <p:cNvSpPr>
            <a:spLocks noGrp="1"/>
          </p:cNvSpPr>
          <p:nvPr>
            <p:ph type="body" sz="quarter" idx="26" hasCustomPrompt="1"/>
          </p:nvPr>
        </p:nvSpPr>
        <p:spPr>
          <a:xfrm>
            <a:off x="6615194" y="4734000"/>
            <a:ext cx="1559858" cy="505802"/>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
        <p:nvSpPr>
          <p:cNvPr id="39" name="Text Placeholder 13">
            <a:extLst>
              <a:ext uri="{FF2B5EF4-FFF2-40B4-BE49-F238E27FC236}">
                <a16:creationId xmlns:a16="http://schemas.microsoft.com/office/drawing/2014/main" id="{DD16B123-4347-C541-9354-E68F48F75B8B}"/>
              </a:ext>
            </a:extLst>
          </p:cNvPr>
          <p:cNvSpPr>
            <a:spLocks noGrp="1"/>
          </p:cNvSpPr>
          <p:nvPr>
            <p:ph type="body" sz="quarter" idx="27" hasCustomPrompt="1"/>
          </p:nvPr>
        </p:nvSpPr>
        <p:spPr>
          <a:xfrm>
            <a:off x="8964773" y="2084400"/>
            <a:ext cx="2033082" cy="170126"/>
          </a:xfrm>
        </p:spPr>
        <p:txBody>
          <a:bodyPr lIns="0" tIns="0" rIns="0" bIns="0">
            <a:noAutofit/>
          </a:bodyPr>
          <a:lstStyle>
            <a:lvl1pPr marL="0" indent="0" algn="ctr">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0" name="Picture Placeholder 15">
            <a:extLst>
              <a:ext uri="{FF2B5EF4-FFF2-40B4-BE49-F238E27FC236}">
                <a16:creationId xmlns:a16="http://schemas.microsoft.com/office/drawing/2014/main" id="{009EF0DE-0D6F-854B-BB4A-F3B24785A929}"/>
              </a:ext>
            </a:extLst>
          </p:cNvPr>
          <p:cNvSpPr>
            <a:spLocks noGrp="1"/>
          </p:cNvSpPr>
          <p:nvPr>
            <p:ph type="pic" sz="quarter" idx="28" hasCustomPrompt="1"/>
          </p:nvPr>
        </p:nvSpPr>
        <p:spPr>
          <a:xfrm>
            <a:off x="9176565" y="2366348"/>
            <a:ext cx="1588168" cy="2165684"/>
          </a:xfrm>
          <a:solidFill>
            <a:schemeClr val="accent5"/>
          </a:solidFill>
        </p:spPr>
        <p:txBody>
          <a:bodyPr lIns="0" tIns="0" rIns="0" bIns="0">
            <a:noAutofit/>
          </a:bodyPr>
          <a:lstStyle>
            <a:lvl1pPr marL="0" indent="0" algn="ctr">
              <a:lnSpc>
                <a:spcPts val="14500"/>
              </a:lnSpc>
              <a:buFontTx/>
              <a:buNone/>
              <a:defRPr sz="700" cap="all" baseline="0"/>
            </a:lvl1pPr>
          </a:lstStyle>
          <a:p>
            <a:r>
              <a:rPr lang="en-US"/>
              <a:t>Click icon to insert image</a:t>
            </a:r>
          </a:p>
        </p:txBody>
      </p:sp>
      <p:sp>
        <p:nvSpPr>
          <p:cNvPr id="41" name="Text Placeholder 4">
            <a:extLst>
              <a:ext uri="{FF2B5EF4-FFF2-40B4-BE49-F238E27FC236}">
                <a16:creationId xmlns:a16="http://schemas.microsoft.com/office/drawing/2014/main" id="{974F4661-6D15-3445-A137-59F7821D192F}"/>
              </a:ext>
            </a:extLst>
          </p:cNvPr>
          <p:cNvSpPr>
            <a:spLocks noGrp="1"/>
          </p:cNvSpPr>
          <p:nvPr>
            <p:ph type="body" sz="quarter" idx="29" hasCustomPrompt="1"/>
          </p:nvPr>
        </p:nvSpPr>
        <p:spPr>
          <a:xfrm>
            <a:off x="9190720" y="4734000"/>
            <a:ext cx="1559858" cy="505802"/>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Tree>
    <p:extLst>
      <p:ext uri="{BB962C8B-B14F-4D97-AF65-F5344CB8AC3E}">
        <p14:creationId xmlns:p14="http://schemas.microsoft.com/office/powerpoint/2010/main" val="11476751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IMAGE 03">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19" name="Picture Placeholder 15">
            <a:extLst>
              <a:ext uri="{FF2B5EF4-FFF2-40B4-BE49-F238E27FC236}">
                <a16:creationId xmlns:a16="http://schemas.microsoft.com/office/drawing/2014/main" id="{D27EC7C3-8A65-9C49-B93C-4595651E37B5}"/>
              </a:ext>
            </a:extLst>
          </p:cNvPr>
          <p:cNvSpPr>
            <a:spLocks noGrp="1"/>
          </p:cNvSpPr>
          <p:nvPr>
            <p:ph type="pic" sz="quarter" idx="13" hasCustomPrompt="1"/>
          </p:nvPr>
        </p:nvSpPr>
        <p:spPr>
          <a:xfrm>
            <a:off x="963616" y="2346158"/>
            <a:ext cx="1588168" cy="2165684"/>
          </a:xfrm>
          <a:solidFill>
            <a:schemeClr val="accent5"/>
          </a:solidFill>
        </p:spPr>
        <p:txBody>
          <a:bodyPr lIns="0" tIns="0" rIns="0" bIns="0">
            <a:noAutofit/>
          </a:bodyPr>
          <a:lstStyle>
            <a:lvl1pPr marL="0" indent="0" algn="ctr">
              <a:lnSpc>
                <a:spcPts val="14500"/>
              </a:lnSpc>
              <a:buFontTx/>
              <a:buNone/>
              <a:defRPr sz="700" cap="all" baseline="0"/>
            </a:lvl1pPr>
          </a:lstStyle>
          <a:p>
            <a:r>
              <a:rPr lang="en-US"/>
              <a:t>Click icon to insert image</a:t>
            </a:r>
          </a:p>
        </p:txBody>
      </p:sp>
      <p:sp>
        <p:nvSpPr>
          <p:cNvPr id="24" name="Text Placeholder 13">
            <a:extLst>
              <a:ext uri="{FF2B5EF4-FFF2-40B4-BE49-F238E27FC236}">
                <a16:creationId xmlns:a16="http://schemas.microsoft.com/office/drawing/2014/main" id="{E5B1FA3B-CFB9-E240-9BDD-94D4A67718BB}"/>
              </a:ext>
            </a:extLst>
          </p:cNvPr>
          <p:cNvSpPr>
            <a:spLocks noGrp="1"/>
          </p:cNvSpPr>
          <p:nvPr>
            <p:ph type="body" sz="quarter" idx="21" hasCustomPrompt="1"/>
          </p:nvPr>
        </p:nvSpPr>
        <p:spPr>
          <a:xfrm>
            <a:off x="3388320" y="2723396"/>
            <a:ext cx="2033082" cy="170126"/>
          </a:xfrm>
        </p:spPr>
        <p:txBody>
          <a:bodyPr lIns="0" tIns="0" rIns="0" bIns="0">
            <a:noAutofit/>
          </a:bodyPr>
          <a:lstStyle>
            <a:lvl1pPr marL="0" indent="0" algn="ctr">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6" name="Text Placeholder 4">
            <a:extLst>
              <a:ext uri="{FF2B5EF4-FFF2-40B4-BE49-F238E27FC236}">
                <a16:creationId xmlns:a16="http://schemas.microsoft.com/office/drawing/2014/main" id="{16F4C392-6579-1847-A211-C760A9196BD1}"/>
              </a:ext>
            </a:extLst>
          </p:cNvPr>
          <p:cNvSpPr>
            <a:spLocks noGrp="1"/>
          </p:cNvSpPr>
          <p:nvPr>
            <p:ph type="body" sz="quarter" idx="23" hasCustomPrompt="1"/>
          </p:nvPr>
        </p:nvSpPr>
        <p:spPr>
          <a:xfrm>
            <a:off x="3394710" y="4017899"/>
            <a:ext cx="2034540" cy="436204"/>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
        <p:nvSpPr>
          <p:cNvPr id="27" name="Text Placeholder 13">
            <a:extLst>
              <a:ext uri="{FF2B5EF4-FFF2-40B4-BE49-F238E27FC236}">
                <a16:creationId xmlns:a16="http://schemas.microsoft.com/office/drawing/2014/main" id="{EAE9ED39-AEE7-0C44-A63B-BDD6C43698CB}"/>
              </a:ext>
            </a:extLst>
          </p:cNvPr>
          <p:cNvSpPr>
            <a:spLocks noGrp="1"/>
          </p:cNvSpPr>
          <p:nvPr>
            <p:ph type="body" sz="quarter" idx="24" hasCustomPrompt="1"/>
          </p:nvPr>
        </p:nvSpPr>
        <p:spPr>
          <a:xfrm>
            <a:off x="3394710" y="2433041"/>
            <a:ext cx="2034540" cy="170126"/>
          </a:xfrm>
        </p:spPr>
        <p:txBody>
          <a:bodyPr lIns="0" tIns="0" rIns="0" bIns="0">
            <a:noAutofit/>
          </a:bodyPr>
          <a:lstStyle>
            <a:lvl1pPr marL="0" indent="0" algn="ctr">
              <a:lnSpc>
                <a:spcPts val="1400"/>
              </a:lnSpc>
              <a:spcBef>
                <a:spcPts val="0"/>
              </a:spcBef>
              <a:buNone/>
              <a:defRPr sz="1000" b="0" i="0" cap="all" spc="350" baseline="0">
                <a:solidFill>
                  <a:schemeClr val="tx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p>
        </p:txBody>
      </p:sp>
      <p:sp>
        <p:nvSpPr>
          <p:cNvPr id="29" name="Title 1">
            <a:extLst>
              <a:ext uri="{FF2B5EF4-FFF2-40B4-BE49-F238E27FC236}">
                <a16:creationId xmlns:a16="http://schemas.microsoft.com/office/drawing/2014/main" id="{E595AA9A-9336-E746-8BDE-8F45337D1E4C}"/>
              </a:ext>
            </a:extLst>
          </p:cNvPr>
          <p:cNvSpPr>
            <a:spLocks noGrp="1"/>
          </p:cNvSpPr>
          <p:nvPr>
            <p:ph type="ctrTitle" hasCustomPrompt="1"/>
          </p:nvPr>
        </p:nvSpPr>
        <p:spPr>
          <a:xfrm>
            <a:off x="2841110" y="2991600"/>
            <a:ext cx="3223681" cy="732772"/>
          </a:xfrm>
        </p:spPr>
        <p:txBody>
          <a:bodyPr anchor="t" anchorCtr="0">
            <a:noAutofit/>
          </a:bodyPr>
          <a:lstStyle>
            <a:lvl1pPr algn="ctr">
              <a:lnSpc>
                <a:spcPts val="3000"/>
              </a:lnSpc>
              <a:defRPr sz="3000" cap="all" baseline="0">
                <a:solidFill>
                  <a:schemeClr val="tx1"/>
                </a:solidFill>
              </a:defRPr>
            </a:lvl1pPr>
          </a:lstStyle>
          <a:p>
            <a:r>
              <a:rPr lang="en-US"/>
              <a:t>Lorem ipsum dolor </a:t>
            </a:r>
            <a:r>
              <a:rPr lang="en-US" err="1"/>
              <a:t>est</a:t>
            </a:r>
            <a:r>
              <a:rPr lang="en-US"/>
              <a:t> sit </a:t>
            </a:r>
          </a:p>
        </p:txBody>
      </p:sp>
      <p:sp>
        <p:nvSpPr>
          <p:cNvPr id="30" name="Picture Placeholder 15">
            <a:extLst>
              <a:ext uri="{FF2B5EF4-FFF2-40B4-BE49-F238E27FC236}">
                <a16:creationId xmlns:a16="http://schemas.microsoft.com/office/drawing/2014/main" id="{4D47DE01-1BDD-3741-BE0A-980B5ADD1DFA}"/>
              </a:ext>
            </a:extLst>
          </p:cNvPr>
          <p:cNvSpPr>
            <a:spLocks noGrp="1"/>
          </p:cNvSpPr>
          <p:nvPr>
            <p:ph type="pic" sz="quarter" idx="25" hasCustomPrompt="1"/>
          </p:nvPr>
        </p:nvSpPr>
        <p:spPr>
          <a:xfrm>
            <a:off x="6608608" y="2369462"/>
            <a:ext cx="1588168" cy="2165684"/>
          </a:xfrm>
          <a:solidFill>
            <a:schemeClr val="accent5"/>
          </a:solidFill>
        </p:spPr>
        <p:txBody>
          <a:bodyPr lIns="0" tIns="0" rIns="0" bIns="0">
            <a:noAutofit/>
          </a:bodyPr>
          <a:lstStyle>
            <a:lvl1pPr marL="0" indent="0" algn="ctr">
              <a:lnSpc>
                <a:spcPts val="14500"/>
              </a:lnSpc>
              <a:buFontTx/>
              <a:buNone/>
              <a:defRPr sz="700" cap="all" baseline="0"/>
            </a:lvl1pPr>
          </a:lstStyle>
          <a:p>
            <a:r>
              <a:rPr lang="en-US"/>
              <a:t>Click icon to insert image</a:t>
            </a:r>
          </a:p>
        </p:txBody>
      </p:sp>
      <p:sp>
        <p:nvSpPr>
          <p:cNvPr id="31" name="Text Placeholder 13">
            <a:extLst>
              <a:ext uri="{FF2B5EF4-FFF2-40B4-BE49-F238E27FC236}">
                <a16:creationId xmlns:a16="http://schemas.microsoft.com/office/drawing/2014/main" id="{82B26D4B-17FC-8345-AC56-B6CE37EB7D7D}"/>
              </a:ext>
            </a:extLst>
          </p:cNvPr>
          <p:cNvSpPr>
            <a:spLocks noGrp="1"/>
          </p:cNvSpPr>
          <p:nvPr>
            <p:ph type="body" sz="quarter" idx="26" hasCustomPrompt="1"/>
          </p:nvPr>
        </p:nvSpPr>
        <p:spPr>
          <a:xfrm>
            <a:off x="9033312" y="2746700"/>
            <a:ext cx="2033082" cy="170126"/>
          </a:xfrm>
        </p:spPr>
        <p:txBody>
          <a:bodyPr lIns="0" tIns="0" rIns="0" bIns="0">
            <a:noAutofit/>
          </a:bodyPr>
          <a:lstStyle>
            <a:lvl1pPr marL="0" indent="0" algn="ctr">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2" name="Text Placeholder 4">
            <a:extLst>
              <a:ext uri="{FF2B5EF4-FFF2-40B4-BE49-F238E27FC236}">
                <a16:creationId xmlns:a16="http://schemas.microsoft.com/office/drawing/2014/main" id="{6C7B1375-FAFB-624F-AD79-0356A4A98D26}"/>
              </a:ext>
            </a:extLst>
          </p:cNvPr>
          <p:cNvSpPr>
            <a:spLocks noGrp="1"/>
          </p:cNvSpPr>
          <p:nvPr>
            <p:ph type="body" sz="quarter" idx="27" hasCustomPrompt="1"/>
          </p:nvPr>
        </p:nvSpPr>
        <p:spPr>
          <a:xfrm>
            <a:off x="9039702" y="4041203"/>
            <a:ext cx="2034540" cy="436204"/>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
        <p:nvSpPr>
          <p:cNvPr id="33" name="Text Placeholder 13">
            <a:extLst>
              <a:ext uri="{FF2B5EF4-FFF2-40B4-BE49-F238E27FC236}">
                <a16:creationId xmlns:a16="http://schemas.microsoft.com/office/drawing/2014/main" id="{208DBDFE-6788-E142-867E-2CC47C38169F}"/>
              </a:ext>
            </a:extLst>
          </p:cNvPr>
          <p:cNvSpPr>
            <a:spLocks noGrp="1"/>
          </p:cNvSpPr>
          <p:nvPr>
            <p:ph type="body" sz="quarter" idx="28" hasCustomPrompt="1"/>
          </p:nvPr>
        </p:nvSpPr>
        <p:spPr>
          <a:xfrm>
            <a:off x="9039702" y="2456345"/>
            <a:ext cx="2034540" cy="170126"/>
          </a:xfrm>
        </p:spPr>
        <p:txBody>
          <a:bodyPr lIns="0" tIns="0" rIns="0" bIns="0">
            <a:noAutofit/>
          </a:bodyPr>
          <a:lstStyle>
            <a:lvl1pPr marL="0" indent="0" algn="ctr">
              <a:lnSpc>
                <a:spcPts val="1400"/>
              </a:lnSpc>
              <a:spcBef>
                <a:spcPts val="0"/>
              </a:spcBef>
              <a:buNone/>
              <a:defRPr sz="1000" b="0" i="0" cap="all" spc="350" baseline="0">
                <a:solidFill>
                  <a:schemeClr val="tx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02</a:t>
            </a:r>
          </a:p>
        </p:txBody>
      </p:sp>
      <p:sp>
        <p:nvSpPr>
          <p:cNvPr id="42" name="Text Placeholder 13">
            <a:extLst>
              <a:ext uri="{FF2B5EF4-FFF2-40B4-BE49-F238E27FC236}">
                <a16:creationId xmlns:a16="http://schemas.microsoft.com/office/drawing/2014/main" id="{0A9FCDEE-7A5C-B84C-9B9C-96A9B2BA3107}"/>
              </a:ext>
            </a:extLst>
          </p:cNvPr>
          <p:cNvSpPr>
            <a:spLocks noGrp="1"/>
          </p:cNvSpPr>
          <p:nvPr>
            <p:ph type="body" sz="quarter" idx="29" hasCustomPrompt="1"/>
          </p:nvPr>
        </p:nvSpPr>
        <p:spPr>
          <a:xfrm>
            <a:off x="8427972" y="2991600"/>
            <a:ext cx="3254890" cy="732772"/>
          </a:xfrm>
        </p:spPr>
        <p:txBody>
          <a:bodyPr lIns="0" tIns="0" rIns="0" bIns="0">
            <a:noAutofit/>
          </a:bodyPr>
          <a:lstStyle>
            <a:lvl1pPr marL="0" indent="0" algn="ctr">
              <a:lnSpc>
                <a:spcPts val="3000"/>
              </a:lnSpc>
              <a:spcBef>
                <a:spcPts val="0"/>
              </a:spcBef>
              <a:buNone/>
              <a:defRPr sz="3000" cap="all"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r>
              <a:rPr lang="en-US"/>
              <a:t> sit</a:t>
            </a:r>
          </a:p>
        </p:txBody>
      </p:sp>
    </p:spTree>
    <p:extLst>
      <p:ext uri="{BB962C8B-B14F-4D97-AF65-F5344CB8AC3E}">
        <p14:creationId xmlns:p14="http://schemas.microsoft.com/office/powerpoint/2010/main" val="5033848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EXT AND IMAGE 04">
    <p:spTree>
      <p:nvGrpSpPr>
        <p:cNvPr id="1" name=""/>
        <p:cNvGrpSpPr/>
        <p:nvPr/>
      </p:nvGrpSpPr>
      <p:grpSpPr>
        <a:xfrm>
          <a:off x="0" y="0"/>
          <a:ext cx="0" cy="0"/>
          <a:chOff x="0" y="0"/>
          <a:chExt cx="0" cy="0"/>
        </a:xfrm>
      </p:grpSpPr>
      <p:sp>
        <p:nvSpPr>
          <p:cNvPr id="14" name="Picture Placeholder 15">
            <a:extLst>
              <a:ext uri="{FF2B5EF4-FFF2-40B4-BE49-F238E27FC236}">
                <a16:creationId xmlns:a16="http://schemas.microsoft.com/office/drawing/2014/main" id="{79FC2C6C-F8E7-9C4C-841B-BDC9911C3002}"/>
              </a:ext>
            </a:extLst>
          </p:cNvPr>
          <p:cNvSpPr>
            <a:spLocks noGrp="1"/>
          </p:cNvSpPr>
          <p:nvPr>
            <p:ph type="pic" sz="quarter" idx="30" hasCustomPrompt="1"/>
          </p:nvPr>
        </p:nvSpPr>
        <p:spPr>
          <a:xfrm>
            <a:off x="0" y="-9525"/>
            <a:ext cx="12192000" cy="6867525"/>
          </a:xfrm>
          <a:solidFill>
            <a:schemeClr val="accent5"/>
          </a:solidFill>
        </p:spPr>
        <p:txBody>
          <a:bodyPr>
            <a:normAutofit/>
          </a:bodyPr>
          <a:lstStyle>
            <a:lvl1pPr marL="0" indent="0" algn="ctr">
              <a:lnSpc>
                <a:spcPts val="55000"/>
              </a:lnSpc>
              <a:buFontTx/>
              <a:buNone/>
              <a:defRPr sz="1200" cap="all" baseline="0"/>
            </a:lvl1pPr>
          </a:lstStyle>
          <a:p>
            <a:r>
              <a:rPr lang="en-US"/>
              <a:t>insert image – Drag &amp; Drop</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19" name="Picture Placeholder 15">
            <a:extLst>
              <a:ext uri="{FF2B5EF4-FFF2-40B4-BE49-F238E27FC236}">
                <a16:creationId xmlns:a16="http://schemas.microsoft.com/office/drawing/2014/main" id="{D27EC7C3-8A65-9C49-B93C-4595651E37B5}"/>
              </a:ext>
            </a:extLst>
          </p:cNvPr>
          <p:cNvSpPr>
            <a:spLocks noGrp="1"/>
          </p:cNvSpPr>
          <p:nvPr>
            <p:ph type="pic" sz="quarter" idx="13" hasCustomPrompt="1"/>
          </p:nvPr>
        </p:nvSpPr>
        <p:spPr>
          <a:xfrm>
            <a:off x="963616" y="2346158"/>
            <a:ext cx="1588168" cy="2165684"/>
          </a:xfrm>
          <a:solidFill>
            <a:schemeClr val="bg1">
              <a:lumMod val="75000"/>
            </a:schemeClr>
          </a:solidFill>
        </p:spPr>
        <p:txBody>
          <a:bodyPr lIns="0" tIns="0" rIns="0" bIns="0">
            <a:noAutofit/>
          </a:bodyPr>
          <a:lstStyle>
            <a:lvl1pPr marL="0" indent="0" algn="ctr">
              <a:lnSpc>
                <a:spcPts val="14500"/>
              </a:lnSpc>
              <a:buFontTx/>
              <a:buNone/>
              <a:defRPr sz="700" cap="all" baseline="0"/>
            </a:lvl1pPr>
          </a:lstStyle>
          <a:p>
            <a:r>
              <a:rPr lang="en-US"/>
              <a:t>Click icon to insert image</a:t>
            </a:r>
          </a:p>
        </p:txBody>
      </p:sp>
      <p:sp>
        <p:nvSpPr>
          <p:cNvPr id="24" name="Text Placeholder 13">
            <a:extLst>
              <a:ext uri="{FF2B5EF4-FFF2-40B4-BE49-F238E27FC236}">
                <a16:creationId xmlns:a16="http://schemas.microsoft.com/office/drawing/2014/main" id="{E5B1FA3B-CFB9-E240-9BDD-94D4A67718BB}"/>
              </a:ext>
            </a:extLst>
          </p:cNvPr>
          <p:cNvSpPr>
            <a:spLocks noGrp="1"/>
          </p:cNvSpPr>
          <p:nvPr>
            <p:ph type="body" sz="quarter" idx="21" hasCustomPrompt="1"/>
          </p:nvPr>
        </p:nvSpPr>
        <p:spPr>
          <a:xfrm>
            <a:off x="3388320" y="2723396"/>
            <a:ext cx="2033082" cy="170126"/>
          </a:xfrm>
        </p:spPr>
        <p:txBody>
          <a:bodyPr lIns="0" tIns="0" rIns="0" bIns="0">
            <a:noAutofit/>
          </a:bodyPr>
          <a:lstStyle>
            <a:lvl1pPr marL="0" indent="0" algn="ctr">
              <a:lnSpc>
                <a:spcPts val="1400"/>
              </a:lnSpc>
              <a:spcBef>
                <a:spcPts val="0"/>
              </a:spcBef>
              <a:buNone/>
              <a:defRPr sz="1000" cap="all" spc="3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6" name="Text Placeholder 4">
            <a:extLst>
              <a:ext uri="{FF2B5EF4-FFF2-40B4-BE49-F238E27FC236}">
                <a16:creationId xmlns:a16="http://schemas.microsoft.com/office/drawing/2014/main" id="{16F4C392-6579-1847-A211-C760A9196BD1}"/>
              </a:ext>
            </a:extLst>
          </p:cNvPr>
          <p:cNvSpPr>
            <a:spLocks noGrp="1"/>
          </p:cNvSpPr>
          <p:nvPr>
            <p:ph type="body" sz="quarter" idx="23" hasCustomPrompt="1"/>
          </p:nvPr>
        </p:nvSpPr>
        <p:spPr>
          <a:xfrm>
            <a:off x="3394710" y="4017899"/>
            <a:ext cx="2034540" cy="436204"/>
          </a:xfrm>
        </p:spPr>
        <p:txBody>
          <a:bodyPr>
            <a:noAutofit/>
          </a:bodyPr>
          <a:lstStyle>
            <a:lvl1pPr marL="0" indent="0" algn="ctr">
              <a:lnSpc>
                <a:spcPts val="1500"/>
              </a:lnSpc>
              <a:buNone/>
              <a:defRPr sz="1200" b="0" i="0">
                <a:solidFill>
                  <a:schemeClr val="bg1"/>
                </a:solidFill>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
        <p:nvSpPr>
          <p:cNvPr id="27" name="Text Placeholder 13">
            <a:extLst>
              <a:ext uri="{FF2B5EF4-FFF2-40B4-BE49-F238E27FC236}">
                <a16:creationId xmlns:a16="http://schemas.microsoft.com/office/drawing/2014/main" id="{EAE9ED39-AEE7-0C44-A63B-BDD6C43698CB}"/>
              </a:ext>
            </a:extLst>
          </p:cNvPr>
          <p:cNvSpPr>
            <a:spLocks noGrp="1"/>
          </p:cNvSpPr>
          <p:nvPr>
            <p:ph type="body" sz="quarter" idx="24" hasCustomPrompt="1"/>
          </p:nvPr>
        </p:nvSpPr>
        <p:spPr>
          <a:xfrm>
            <a:off x="3394710" y="2433041"/>
            <a:ext cx="2034540" cy="170126"/>
          </a:xfrm>
        </p:spPr>
        <p:txBody>
          <a:bodyPr lIns="0" tIns="0" rIns="0" bIns="0">
            <a:noAutofit/>
          </a:bodyPr>
          <a:lstStyle>
            <a:lvl1pPr marL="0" indent="0" algn="ctr">
              <a:lnSpc>
                <a:spcPts val="1400"/>
              </a:lnSpc>
              <a:spcBef>
                <a:spcPts val="0"/>
              </a:spcBef>
              <a:buNone/>
              <a:defRPr sz="1000" b="0" i="0" cap="all" spc="350" baseline="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p>
        </p:txBody>
      </p:sp>
      <p:sp>
        <p:nvSpPr>
          <p:cNvPr id="29" name="Title 1">
            <a:extLst>
              <a:ext uri="{FF2B5EF4-FFF2-40B4-BE49-F238E27FC236}">
                <a16:creationId xmlns:a16="http://schemas.microsoft.com/office/drawing/2014/main" id="{E595AA9A-9336-E746-8BDE-8F45337D1E4C}"/>
              </a:ext>
            </a:extLst>
          </p:cNvPr>
          <p:cNvSpPr>
            <a:spLocks noGrp="1"/>
          </p:cNvSpPr>
          <p:nvPr>
            <p:ph type="ctrTitle" hasCustomPrompt="1"/>
          </p:nvPr>
        </p:nvSpPr>
        <p:spPr>
          <a:xfrm>
            <a:off x="2841110" y="2991600"/>
            <a:ext cx="3223681" cy="732772"/>
          </a:xfrm>
        </p:spPr>
        <p:txBody>
          <a:bodyPr anchor="t" anchorCtr="0">
            <a:noAutofit/>
          </a:bodyPr>
          <a:lstStyle>
            <a:lvl1pPr algn="ctr">
              <a:lnSpc>
                <a:spcPts val="3000"/>
              </a:lnSpc>
              <a:defRPr sz="3000" cap="all" baseline="0">
                <a:solidFill>
                  <a:schemeClr val="bg1"/>
                </a:solidFill>
              </a:defRPr>
            </a:lvl1pPr>
          </a:lstStyle>
          <a:p>
            <a:r>
              <a:rPr lang="en-US"/>
              <a:t>Lorem ipsum dolor </a:t>
            </a:r>
            <a:r>
              <a:rPr lang="en-US" err="1"/>
              <a:t>est</a:t>
            </a:r>
            <a:r>
              <a:rPr lang="en-US"/>
              <a:t> sit </a:t>
            </a:r>
          </a:p>
        </p:txBody>
      </p:sp>
      <p:sp>
        <p:nvSpPr>
          <p:cNvPr id="30" name="Picture Placeholder 15">
            <a:extLst>
              <a:ext uri="{FF2B5EF4-FFF2-40B4-BE49-F238E27FC236}">
                <a16:creationId xmlns:a16="http://schemas.microsoft.com/office/drawing/2014/main" id="{4D47DE01-1BDD-3741-BE0A-980B5ADD1DFA}"/>
              </a:ext>
            </a:extLst>
          </p:cNvPr>
          <p:cNvSpPr>
            <a:spLocks noGrp="1"/>
          </p:cNvSpPr>
          <p:nvPr>
            <p:ph type="pic" sz="quarter" idx="25" hasCustomPrompt="1"/>
          </p:nvPr>
        </p:nvSpPr>
        <p:spPr>
          <a:xfrm>
            <a:off x="6608608" y="2369462"/>
            <a:ext cx="1588168" cy="2165684"/>
          </a:xfrm>
          <a:solidFill>
            <a:schemeClr val="bg1">
              <a:lumMod val="75000"/>
            </a:schemeClr>
          </a:solidFill>
        </p:spPr>
        <p:txBody>
          <a:bodyPr lIns="0" tIns="0" rIns="0" bIns="0">
            <a:noAutofit/>
          </a:bodyPr>
          <a:lstStyle>
            <a:lvl1pPr marL="0" indent="0" algn="ctr">
              <a:lnSpc>
                <a:spcPts val="14500"/>
              </a:lnSpc>
              <a:buFontTx/>
              <a:buNone/>
              <a:defRPr sz="700" cap="all" baseline="0"/>
            </a:lvl1pPr>
          </a:lstStyle>
          <a:p>
            <a:r>
              <a:rPr lang="en-US"/>
              <a:t>Click icon to insert image</a:t>
            </a:r>
          </a:p>
        </p:txBody>
      </p:sp>
      <p:sp>
        <p:nvSpPr>
          <p:cNvPr id="31" name="Text Placeholder 13">
            <a:extLst>
              <a:ext uri="{FF2B5EF4-FFF2-40B4-BE49-F238E27FC236}">
                <a16:creationId xmlns:a16="http://schemas.microsoft.com/office/drawing/2014/main" id="{82B26D4B-17FC-8345-AC56-B6CE37EB7D7D}"/>
              </a:ext>
            </a:extLst>
          </p:cNvPr>
          <p:cNvSpPr>
            <a:spLocks noGrp="1"/>
          </p:cNvSpPr>
          <p:nvPr>
            <p:ph type="body" sz="quarter" idx="26" hasCustomPrompt="1"/>
          </p:nvPr>
        </p:nvSpPr>
        <p:spPr>
          <a:xfrm>
            <a:off x="9033312" y="2746700"/>
            <a:ext cx="2033082" cy="170126"/>
          </a:xfrm>
        </p:spPr>
        <p:txBody>
          <a:bodyPr lIns="0" tIns="0" rIns="0" bIns="0">
            <a:noAutofit/>
          </a:bodyPr>
          <a:lstStyle>
            <a:lvl1pPr marL="0" indent="0" algn="ctr">
              <a:lnSpc>
                <a:spcPts val="1400"/>
              </a:lnSpc>
              <a:spcBef>
                <a:spcPts val="0"/>
              </a:spcBef>
              <a:buNone/>
              <a:defRPr sz="1000" cap="all" spc="3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2" name="Text Placeholder 4">
            <a:extLst>
              <a:ext uri="{FF2B5EF4-FFF2-40B4-BE49-F238E27FC236}">
                <a16:creationId xmlns:a16="http://schemas.microsoft.com/office/drawing/2014/main" id="{6C7B1375-FAFB-624F-AD79-0356A4A98D26}"/>
              </a:ext>
            </a:extLst>
          </p:cNvPr>
          <p:cNvSpPr>
            <a:spLocks noGrp="1"/>
          </p:cNvSpPr>
          <p:nvPr>
            <p:ph type="body" sz="quarter" idx="27" hasCustomPrompt="1"/>
          </p:nvPr>
        </p:nvSpPr>
        <p:spPr>
          <a:xfrm>
            <a:off x="9039702" y="4041203"/>
            <a:ext cx="2034540" cy="436204"/>
          </a:xfrm>
        </p:spPr>
        <p:txBody>
          <a:bodyPr>
            <a:noAutofit/>
          </a:bodyPr>
          <a:lstStyle>
            <a:lvl1pPr marL="0" indent="0" algn="ctr">
              <a:lnSpc>
                <a:spcPts val="1500"/>
              </a:lnSpc>
              <a:buNone/>
              <a:defRPr sz="1200" b="0" i="0">
                <a:solidFill>
                  <a:schemeClr val="bg1"/>
                </a:solidFill>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
        <p:nvSpPr>
          <p:cNvPr id="33" name="Text Placeholder 13">
            <a:extLst>
              <a:ext uri="{FF2B5EF4-FFF2-40B4-BE49-F238E27FC236}">
                <a16:creationId xmlns:a16="http://schemas.microsoft.com/office/drawing/2014/main" id="{208DBDFE-6788-E142-867E-2CC47C38169F}"/>
              </a:ext>
            </a:extLst>
          </p:cNvPr>
          <p:cNvSpPr>
            <a:spLocks noGrp="1"/>
          </p:cNvSpPr>
          <p:nvPr>
            <p:ph type="body" sz="quarter" idx="28" hasCustomPrompt="1"/>
          </p:nvPr>
        </p:nvSpPr>
        <p:spPr>
          <a:xfrm>
            <a:off x="9039702" y="2456345"/>
            <a:ext cx="2034540" cy="170126"/>
          </a:xfrm>
        </p:spPr>
        <p:txBody>
          <a:bodyPr lIns="0" tIns="0" rIns="0" bIns="0">
            <a:noAutofit/>
          </a:bodyPr>
          <a:lstStyle>
            <a:lvl1pPr marL="0" indent="0" algn="ctr">
              <a:lnSpc>
                <a:spcPts val="1400"/>
              </a:lnSpc>
              <a:spcBef>
                <a:spcPts val="0"/>
              </a:spcBef>
              <a:buNone/>
              <a:defRPr sz="1000" b="0" i="0" cap="all" spc="350" baseline="0">
                <a:solidFill>
                  <a:schemeClr val="bg1"/>
                </a:solidFill>
                <a:latin typeface="Helvetica Neue Light" panose="02000403000000020004" pitchFamily="2" charset="0"/>
                <a:ea typeface="Helvetica Neue Light" panose="020004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02</a:t>
            </a:r>
          </a:p>
        </p:txBody>
      </p:sp>
      <p:sp>
        <p:nvSpPr>
          <p:cNvPr id="42" name="Text Placeholder 13">
            <a:extLst>
              <a:ext uri="{FF2B5EF4-FFF2-40B4-BE49-F238E27FC236}">
                <a16:creationId xmlns:a16="http://schemas.microsoft.com/office/drawing/2014/main" id="{0A9FCDEE-7A5C-B84C-9B9C-96A9B2BA3107}"/>
              </a:ext>
            </a:extLst>
          </p:cNvPr>
          <p:cNvSpPr>
            <a:spLocks noGrp="1"/>
          </p:cNvSpPr>
          <p:nvPr>
            <p:ph type="body" sz="quarter" idx="29" hasCustomPrompt="1"/>
          </p:nvPr>
        </p:nvSpPr>
        <p:spPr>
          <a:xfrm>
            <a:off x="8427972" y="2991600"/>
            <a:ext cx="3254890" cy="732772"/>
          </a:xfrm>
        </p:spPr>
        <p:txBody>
          <a:bodyPr lIns="0" tIns="0" rIns="0" bIns="0">
            <a:noAutofit/>
          </a:bodyPr>
          <a:lstStyle>
            <a:lvl1pPr marL="0" indent="0" algn="ctr">
              <a:lnSpc>
                <a:spcPts val="3000"/>
              </a:lnSpc>
              <a:spcBef>
                <a:spcPts val="0"/>
              </a:spcBef>
              <a:buNone/>
              <a:defRPr sz="3000" cap="all" spc="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r>
              <a:rPr lang="en-US"/>
              <a:t> sit</a:t>
            </a:r>
          </a:p>
        </p:txBody>
      </p:sp>
      <p:sp>
        <p:nvSpPr>
          <p:cNvPr id="20" name="Text Placeholder 19">
            <a:extLst>
              <a:ext uri="{FF2B5EF4-FFF2-40B4-BE49-F238E27FC236}">
                <a16:creationId xmlns:a16="http://schemas.microsoft.com/office/drawing/2014/main" id="{9E60C425-416E-EE49-8D16-5A30997DD0FD}"/>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15875829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EXT AND IMAGE 05">
    <p:spTree>
      <p:nvGrpSpPr>
        <p:cNvPr id="1" name=""/>
        <p:cNvGrpSpPr/>
        <p:nvPr/>
      </p:nvGrpSpPr>
      <p:grpSpPr>
        <a:xfrm>
          <a:off x="0" y="0"/>
          <a:ext cx="0" cy="0"/>
          <a:chOff x="0" y="0"/>
          <a:chExt cx="0" cy="0"/>
        </a:xfrm>
      </p:grpSpPr>
      <p:sp>
        <p:nvSpPr>
          <p:cNvPr id="23" name="Picture Placeholder 15">
            <a:extLst>
              <a:ext uri="{FF2B5EF4-FFF2-40B4-BE49-F238E27FC236}">
                <a16:creationId xmlns:a16="http://schemas.microsoft.com/office/drawing/2014/main" id="{4A488826-1C34-4C47-974E-B831BAD9B4B8}"/>
              </a:ext>
            </a:extLst>
          </p:cNvPr>
          <p:cNvSpPr>
            <a:spLocks noGrp="1"/>
          </p:cNvSpPr>
          <p:nvPr>
            <p:ph type="pic" sz="quarter" idx="13" hasCustomPrompt="1"/>
          </p:nvPr>
        </p:nvSpPr>
        <p:spPr>
          <a:xfrm>
            <a:off x="0" y="0"/>
            <a:ext cx="6092970" cy="6857999"/>
          </a:xfrm>
          <a:solidFill>
            <a:schemeClr val="accent5"/>
          </a:solidFill>
        </p:spPr>
        <p:txBody>
          <a:bodyPr lIns="0" tIns="0" rIns="0" bIns="0">
            <a:noAutofit/>
          </a:bodyPr>
          <a:lstStyle>
            <a:lvl1pPr marL="0" indent="0" algn="ctr">
              <a:lnSpc>
                <a:spcPts val="40000"/>
              </a:lnSpc>
              <a:buFontTx/>
              <a:buNone/>
              <a:defRPr sz="700" cap="all" baseline="0"/>
            </a:lvl1pPr>
          </a:lstStyle>
          <a:p>
            <a:r>
              <a:rPr lang="en-US"/>
              <a:t>Click icon to insert image</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22" name="Text Placeholder 13">
            <a:extLst>
              <a:ext uri="{FF2B5EF4-FFF2-40B4-BE49-F238E27FC236}">
                <a16:creationId xmlns:a16="http://schemas.microsoft.com/office/drawing/2014/main" id="{468082CD-1D7F-B946-B218-09E53FE6D265}"/>
              </a:ext>
            </a:extLst>
          </p:cNvPr>
          <p:cNvSpPr>
            <a:spLocks noGrp="1"/>
          </p:cNvSpPr>
          <p:nvPr>
            <p:ph type="body" sz="quarter" idx="21" hasCustomPrompt="1"/>
          </p:nvPr>
        </p:nvSpPr>
        <p:spPr>
          <a:xfrm>
            <a:off x="6824979" y="2252719"/>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01</a:t>
            </a:r>
          </a:p>
        </p:txBody>
      </p:sp>
      <p:sp>
        <p:nvSpPr>
          <p:cNvPr id="26" name="Text Placeholder 13">
            <a:extLst>
              <a:ext uri="{FF2B5EF4-FFF2-40B4-BE49-F238E27FC236}">
                <a16:creationId xmlns:a16="http://schemas.microsoft.com/office/drawing/2014/main" id="{13DDD2B6-B0C2-B045-B77F-0A0F967D692F}"/>
              </a:ext>
            </a:extLst>
          </p:cNvPr>
          <p:cNvSpPr>
            <a:spLocks noGrp="1"/>
          </p:cNvSpPr>
          <p:nvPr>
            <p:ph type="body" sz="quarter" idx="18" hasCustomPrompt="1"/>
          </p:nvPr>
        </p:nvSpPr>
        <p:spPr>
          <a:xfrm>
            <a:off x="6824980" y="2461688"/>
            <a:ext cx="4204580" cy="1521032"/>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 </a:t>
            </a:r>
            <a:r>
              <a:rPr lang="en-US" err="1"/>
              <a:t>nulla</a:t>
            </a:r>
            <a:r>
              <a:rPr lang="en-US"/>
              <a:t>.</a:t>
            </a:r>
          </a:p>
          <a:p>
            <a:pPr marL="0" marR="0" lvl="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a:pPr>
            <a:endParaRPr lang="en-US"/>
          </a:p>
          <a:p>
            <a:pPr lvl="0"/>
            <a:endParaRPr lang="en-US"/>
          </a:p>
        </p:txBody>
      </p:sp>
      <p:sp>
        <p:nvSpPr>
          <p:cNvPr id="32" name="Text Placeholder 13">
            <a:extLst>
              <a:ext uri="{FF2B5EF4-FFF2-40B4-BE49-F238E27FC236}">
                <a16:creationId xmlns:a16="http://schemas.microsoft.com/office/drawing/2014/main" id="{5076566D-B50A-034E-9113-BC94E952696B}"/>
              </a:ext>
            </a:extLst>
          </p:cNvPr>
          <p:cNvSpPr>
            <a:spLocks noGrp="1"/>
          </p:cNvSpPr>
          <p:nvPr>
            <p:ph type="body" sz="quarter" idx="22" hasCustomPrompt="1"/>
          </p:nvPr>
        </p:nvSpPr>
        <p:spPr>
          <a:xfrm>
            <a:off x="6824979" y="4375530"/>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02</a:t>
            </a:r>
          </a:p>
        </p:txBody>
      </p:sp>
      <p:sp>
        <p:nvSpPr>
          <p:cNvPr id="33" name="Text Placeholder 13">
            <a:extLst>
              <a:ext uri="{FF2B5EF4-FFF2-40B4-BE49-F238E27FC236}">
                <a16:creationId xmlns:a16="http://schemas.microsoft.com/office/drawing/2014/main" id="{4C68AF21-22D0-4F44-8E2A-80DE88A8630B}"/>
              </a:ext>
            </a:extLst>
          </p:cNvPr>
          <p:cNvSpPr>
            <a:spLocks noGrp="1"/>
          </p:cNvSpPr>
          <p:nvPr>
            <p:ph type="body" sz="quarter" idx="23" hasCustomPrompt="1"/>
          </p:nvPr>
        </p:nvSpPr>
        <p:spPr>
          <a:xfrm>
            <a:off x="6824980" y="4584499"/>
            <a:ext cx="4204580" cy="1521032"/>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 </a:t>
            </a:r>
            <a:r>
              <a:rPr lang="en-US" err="1"/>
              <a:t>nulla</a:t>
            </a:r>
            <a:r>
              <a:rPr lang="en-US"/>
              <a:t>.</a:t>
            </a:r>
          </a:p>
          <a:p>
            <a:pPr marL="0" marR="0" lvl="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a:pPr>
            <a:endParaRPr lang="en-US"/>
          </a:p>
          <a:p>
            <a:pPr lvl="0"/>
            <a:endParaRPr lang="en-US"/>
          </a:p>
        </p:txBody>
      </p:sp>
      <p:sp>
        <p:nvSpPr>
          <p:cNvPr id="34" name="Title 1">
            <a:extLst>
              <a:ext uri="{FF2B5EF4-FFF2-40B4-BE49-F238E27FC236}">
                <a16:creationId xmlns:a16="http://schemas.microsoft.com/office/drawing/2014/main" id="{5630B13D-2422-E74F-BA1C-E0E5F4CEF689}"/>
              </a:ext>
            </a:extLst>
          </p:cNvPr>
          <p:cNvSpPr>
            <a:spLocks noGrp="1"/>
          </p:cNvSpPr>
          <p:nvPr>
            <p:ph type="ctrTitle" hasCustomPrompt="1"/>
          </p:nvPr>
        </p:nvSpPr>
        <p:spPr>
          <a:xfrm>
            <a:off x="7552749" y="850659"/>
            <a:ext cx="2915801" cy="744461"/>
          </a:xfrm>
        </p:spPr>
        <p:txBody>
          <a:bodyPr anchor="t" anchorCtr="0">
            <a:noAutofit/>
          </a:bodyPr>
          <a:lstStyle>
            <a:lvl1pPr algn="ctr">
              <a:lnSpc>
                <a:spcPts val="3000"/>
              </a:lnSpc>
              <a:defRPr sz="3000" cap="all" baseline="0">
                <a:solidFill>
                  <a:schemeClr val="tx1"/>
                </a:solidFill>
              </a:defRPr>
            </a:lvl1pPr>
          </a:lstStyle>
          <a:p>
            <a:r>
              <a:rPr lang="en-US"/>
              <a:t>Lorem ipsum dolor </a:t>
            </a:r>
            <a:r>
              <a:rPr lang="en-US" err="1"/>
              <a:t>est</a:t>
            </a:r>
            <a:r>
              <a:rPr lang="en-US"/>
              <a:t> sit</a:t>
            </a:r>
          </a:p>
        </p:txBody>
      </p:sp>
      <p:sp>
        <p:nvSpPr>
          <p:cNvPr id="35" name="Text Placeholder 13">
            <a:extLst>
              <a:ext uri="{FF2B5EF4-FFF2-40B4-BE49-F238E27FC236}">
                <a16:creationId xmlns:a16="http://schemas.microsoft.com/office/drawing/2014/main" id="{9FC8DCEF-5220-3C4F-9CEC-8A63D23522D6}"/>
              </a:ext>
            </a:extLst>
          </p:cNvPr>
          <p:cNvSpPr>
            <a:spLocks noGrp="1"/>
          </p:cNvSpPr>
          <p:nvPr>
            <p:ph type="body" sz="quarter" idx="24" hasCustomPrompt="1"/>
          </p:nvPr>
        </p:nvSpPr>
        <p:spPr>
          <a:xfrm>
            <a:off x="7552748" y="594126"/>
            <a:ext cx="2915801" cy="170126"/>
          </a:xfrm>
        </p:spPr>
        <p:txBody>
          <a:bodyPr lIns="0" tIns="0" rIns="0" bIns="0">
            <a:noAutofit/>
          </a:bodyPr>
          <a:lstStyle>
            <a:lvl1pPr marL="0" indent="0" algn="ctr">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4" name="Text Placeholder 19">
            <a:extLst>
              <a:ext uri="{FF2B5EF4-FFF2-40B4-BE49-F238E27FC236}">
                <a16:creationId xmlns:a16="http://schemas.microsoft.com/office/drawing/2014/main" id="{7F37D740-B2C9-D349-BF9E-FEC29BDDF20F}"/>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19191175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EXT AND IMAGE 06">
    <p:spTree>
      <p:nvGrpSpPr>
        <p:cNvPr id="1" name=""/>
        <p:cNvGrpSpPr/>
        <p:nvPr/>
      </p:nvGrpSpPr>
      <p:grpSpPr>
        <a:xfrm>
          <a:off x="0" y="0"/>
          <a:ext cx="0" cy="0"/>
          <a:chOff x="0" y="0"/>
          <a:chExt cx="0" cy="0"/>
        </a:xfrm>
      </p:grpSpPr>
      <p:sp>
        <p:nvSpPr>
          <p:cNvPr id="23" name="Picture Placeholder 15">
            <a:extLst>
              <a:ext uri="{FF2B5EF4-FFF2-40B4-BE49-F238E27FC236}">
                <a16:creationId xmlns:a16="http://schemas.microsoft.com/office/drawing/2014/main" id="{4A488826-1C34-4C47-974E-B831BAD9B4B8}"/>
              </a:ext>
            </a:extLst>
          </p:cNvPr>
          <p:cNvSpPr>
            <a:spLocks noGrp="1"/>
          </p:cNvSpPr>
          <p:nvPr>
            <p:ph type="pic" sz="quarter" idx="13" hasCustomPrompt="1"/>
          </p:nvPr>
        </p:nvSpPr>
        <p:spPr>
          <a:xfrm>
            <a:off x="6096000" y="0"/>
            <a:ext cx="6092970" cy="6857999"/>
          </a:xfrm>
          <a:solidFill>
            <a:schemeClr val="accent5"/>
          </a:solidFill>
        </p:spPr>
        <p:txBody>
          <a:bodyPr lIns="0" tIns="0" rIns="0" bIns="0">
            <a:noAutofit/>
          </a:bodyPr>
          <a:lstStyle>
            <a:lvl1pPr marL="0" indent="0" algn="ctr">
              <a:lnSpc>
                <a:spcPts val="40000"/>
              </a:lnSpc>
              <a:buFontTx/>
              <a:buNone/>
              <a:defRPr sz="700" cap="all" baseline="0"/>
            </a:lvl1pPr>
          </a:lstStyle>
          <a:p>
            <a:r>
              <a:rPr lang="en-US"/>
              <a:t>Click icon to insert image</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22" name="Text Placeholder 13">
            <a:extLst>
              <a:ext uri="{FF2B5EF4-FFF2-40B4-BE49-F238E27FC236}">
                <a16:creationId xmlns:a16="http://schemas.microsoft.com/office/drawing/2014/main" id="{468082CD-1D7F-B946-B218-09E53FE6D265}"/>
              </a:ext>
            </a:extLst>
          </p:cNvPr>
          <p:cNvSpPr>
            <a:spLocks noGrp="1"/>
          </p:cNvSpPr>
          <p:nvPr>
            <p:ph type="body" sz="quarter" idx="21" hasCustomPrompt="1"/>
          </p:nvPr>
        </p:nvSpPr>
        <p:spPr>
          <a:xfrm>
            <a:off x="919479" y="2252719"/>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01</a:t>
            </a:r>
          </a:p>
        </p:txBody>
      </p:sp>
      <p:sp>
        <p:nvSpPr>
          <p:cNvPr id="26" name="Text Placeholder 13">
            <a:extLst>
              <a:ext uri="{FF2B5EF4-FFF2-40B4-BE49-F238E27FC236}">
                <a16:creationId xmlns:a16="http://schemas.microsoft.com/office/drawing/2014/main" id="{13DDD2B6-B0C2-B045-B77F-0A0F967D692F}"/>
              </a:ext>
            </a:extLst>
          </p:cNvPr>
          <p:cNvSpPr>
            <a:spLocks noGrp="1"/>
          </p:cNvSpPr>
          <p:nvPr>
            <p:ph type="body" sz="quarter" idx="18" hasCustomPrompt="1"/>
          </p:nvPr>
        </p:nvSpPr>
        <p:spPr>
          <a:xfrm>
            <a:off x="919480" y="2461688"/>
            <a:ext cx="4204580" cy="1521032"/>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 </a:t>
            </a:r>
            <a:r>
              <a:rPr lang="en-US" err="1"/>
              <a:t>nulla</a:t>
            </a:r>
            <a:r>
              <a:rPr lang="en-US"/>
              <a:t>.</a:t>
            </a:r>
          </a:p>
          <a:p>
            <a:pPr marL="0" marR="0" lvl="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a:pPr>
            <a:endParaRPr lang="en-US"/>
          </a:p>
          <a:p>
            <a:pPr lvl="0"/>
            <a:endParaRPr lang="en-US"/>
          </a:p>
        </p:txBody>
      </p:sp>
      <p:sp>
        <p:nvSpPr>
          <p:cNvPr id="32" name="Text Placeholder 13">
            <a:extLst>
              <a:ext uri="{FF2B5EF4-FFF2-40B4-BE49-F238E27FC236}">
                <a16:creationId xmlns:a16="http://schemas.microsoft.com/office/drawing/2014/main" id="{5076566D-B50A-034E-9113-BC94E952696B}"/>
              </a:ext>
            </a:extLst>
          </p:cNvPr>
          <p:cNvSpPr>
            <a:spLocks noGrp="1"/>
          </p:cNvSpPr>
          <p:nvPr>
            <p:ph type="body" sz="quarter" idx="22" hasCustomPrompt="1"/>
          </p:nvPr>
        </p:nvSpPr>
        <p:spPr>
          <a:xfrm>
            <a:off x="919479" y="4375530"/>
            <a:ext cx="4204581" cy="177465"/>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02</a:t>
            </a:r>
          </a:p>
        </p:txBody>
      </p:sp>
      <p:sp>
        <p:nvSpPr>
          <p:cNvPr id="33" name="Text Placeholder 13">
            <a:extLst>
              <a:ext uri="{FF2B5EF4-FFF2-40B4-BE49-F238E27FC236}">
                <a16:creationId xmlns:a16="http://schemas.microsoft.com/office/drawing/2014/main" id="{4C68AF21-22D0-4F44-8E2A-80DE88A8630B}"/>
              </a:ext>
            </a:extLst>
          </p:cNvPr>
          <p:cNvSpPr>
            <a:spLocks noGrp="1"/>
          </p:cNvSpPr>
          <p:nvPr>
            <p:ph type="body" sz="quarter" idx="23" hasCustomPrompt="1"/>
          </p:nvPr>
        </p:nvSpPr>
        <p:spPr>
          <a:xfrm>
            <a:off x="919480" y="4584499"/>
            <a:ext cx="4204580" cy="1521032"/>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 </a:t>
            </a:r>
            <a:r>
              <a:rPr lang="en-US" err="1"/>
              <a:t>nulla</a:t>
            </a:r>
            <a:r>
              <a:rPr lang="en-US"/>
              <a:t>.</a:t>
            </a:r>
          </a:p>
          <a:p>
            <a:pPr marL="0" marR="0" lvl="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a:pPr>
            <a:endParaRPr lang="en-US"/>
          </a:p>
          <a:p>
            <a:pPr lvl="0"/>
            <a:endParaRPr lang="en-US"/>
          </a:p>
        </p:txBody>
      </p:sp>
      <p:sp>
        <p:nvSpPr>
          <p:cNvPr id="34" name="Title 1">
            <a:extLst>
              <a:ext uri="{FF2B5EF4-FFF2-40B4-BE49-F238E27FC236}">
                <a16:creationId xmlns:a16="http://schemas.microsoft.com/office/drawing/2014/main" id="{5630B13D-2422-E74F-BA1C-E0E5F4CEF689}"/>
              </a:ext>
            </a:extLst>
          </p:cNvPr>
          <p:cNvSpPr>
            <a:spLocks noGrp="1"/>
          </p:cNvSpPr>
          <p:nvPr>
            <p:ph type="ctrTitle" hasCustomPrompt="1"/>
          </p:nvPr>
        </p:nvSpPr>
        <p:spPr>
          <a:xfrm>
            <a:off x="1647249" y="850659"/>
            <a:ext cx="2915801" cy="744461"/>
          </a:xfrm>
        </p:spPr>
        <p:txBody>
          <a:bodyPr anchor="t" anchorCtr="0">
            <a:noAutofit/>
          </a:bodyPr>
          <a:lstStyle>
            <a:lvl1pPr algn="ctr">
              <a:lnSpc>
                <a:spcPts val="3000"/>
              </a:lnSpc>
              <a:defRPr sz="3000" cap="all" baseline="0">
                <a:solidFill>
                  <a:schemeClr val="tx1"/>
                </a:solidFill>
              </a:defRPr>
            </a:lvl1pPr>
          </a:lstStyle>
          <a:p>
            <a:r>
              <a:rPr lang="en-US"/>
              <a:t>Lorem ipsum dolor </a:t>
            </a:r>
            <a:r>
              <a:rPr lang="en-US" err="1"/>
              <a:t>est</a:t>
            </a:r>
            <a:r>
              <a:rPr lang="en-US"/>
              <a:t> sit</a:t>
            </a:r>
          </a:p>
        </p:txBody>
      </p:sp>
      <p:sp>
        <p:nvSpPr>
          <p:cNvPr id="35" name="Text Placeholder 13">
            <a:extLst>
              <a:ext uri="{FF2B5EF4-FFF2-40B4-BE49-F238E27FC236}">
                <a16:creationId xmlns:a16="http://schemas.microsoft.com/office/drawing/2014/main" id="{9FC8DCEF-5220-3C4F-9CEC-8A63D23522D6}"/>
              </a:ext>
            </a:extLst>
          </p:cNvPr>
          <p:cNvSpPr>
            <a:spLocks noGrp="1"/>
          </p:cNvSpPr>
          <p:nvPr>
            <p:ph type="body" sz="quarter" idx="24" hasCustomPrompt="1"/>
          </p:nvPr>
        </p:nvSpPr>
        <p:spPr>
          <a:xfrm>
            <a:off x="1647248" y="594126"/>
            <a:ext cx="2915801" cy="170126"/>
          </a:xfrm>
        </p:spPr>
        <p:txBody>
          <a:bodyPr lIns="0" tIns="0" rIns="0" bIns="0">
            <a:noAutofit/>
          </a:bodyPr>
          <a:lstStyle>
            <a:lvl1pPr marL="0" indent="0" algn="ctr">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4" name="Text Placeholder 19">
            <a:extLst>
              <a:ext uri="{FF2B5EF4-FFF2-40B4-BE49-F238E27FC236}">
                <a16:creationId xmlns:a16="http://schemas.microsoft.com/office/drawing/2014/main" id="{DECA5E8E-76B1-524F-A9FC-14EF83E9193C}"/>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32024270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EXT AND IMAGE 07">
    <p:spTree>
      <p:nvGrpSpPr>
        <p:cNvPr id="1" name=""/>
        <p:cNvGrpSpPr/>
        <p:nvPr/>
      </p:nvGrpSpPr>
      <p:grpSpPr>
        <a:xfrm>
          <a:off x="0" y="0"/>
          <a:ext cx="0" cy="0"/>
          <a:chOff x="0" y="0"/>
          <a:chExt cx="0" cy="0"/>
        </a:xfrm>
      </p:grpSpPr>
      <p:sp>
        <p:nvSpPr>
          <p:cNvPr id="23" name="Picture Placeholder 15">
            <a:extLst>
              <a:ext uri="{FF2B5EF4-FFF2-40B4-BE49-F238E27FC236}">
                <a16:creationId xmlns:a16="http://schemas.microsoft.com/office/drawing/2014/main" id="{4A488826-1C34-4C47-974E-B831BAD9B4B8}"/>
              </a:ext>
            </a:extLst>
          </p:cNvPr>
          <p:cNvSpPr>
            <a:spLocks noGrp="1"/>
          </p:cNvSpPr>
          <p:nvPr>
            <p:ph type="pic" sz="quarter" idx="13" hasCustomPrompt="1"/>
          </p:nvPr>
        </p:nvSpPr>
        <p:spPr>
          <a:xfrm>
            <a:off x="0" y="0"/>
            <a:ext cx="6092970" cy="6857999"/>
          </a:xfrm>
          <a:solidFill>
            <a:schemeClr val="accent5"/>
          </a:solidFill>
        </p:spPr>
        <p:txBody>
          <a:bodyPr lIns="0" tIns="0" rIns="0" bIns="0">
            <a:noAutofit/>
          </a:bodyPr>
          <a:lstStyle>
            <a:lvl1pPr marL="0" indent="0" algn="ctr">
              <a:lnSpc>
                <a:spcPts val="40000"/>
              </a:lnSpc>
              <a:buFontTx/>
              <a:buNone/>
              <a:defRPr sz="700" cap="all" baseline="0"/>
            </a:lvl1pPr>
          </a:lstStyle>
          <a:p>
            <a:r>
              <a:rPr lang="en-US"/>
              <a:t>Click icon to insert image</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26" name="Text Placeholder 13">
            <a:extLst>
              <a:ext uri="{FF2B5EF4-FFF2-40B4-BE49-F238E27FC236}">
                <a16:creationId xmlns:a16="http://schemas.microsoft.com/office/drawing/2014/main" id="{13DDD2B6-B0C2-B045-B77F-0A0F967D692F}"/>
              </a:ext>
            </a:extLst>
          </p:cNvPr>
          <p:cNvSpPr>
            <a:spLocks noGrp="1"/>
          </p:cNvSpPr>
          <p:nvPr>
            <p:ph type="body" sz="quarter" idx="18" hasCustomPrompt="1"/>
          </p:nvPr>
        </p:nvSpPr>
        <p:spPr>
          <a:xfrm>
            <a:off x="6416535" y="3852000"/>
            <a:ext cx="2594113" cy="2382490"/>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a:t>
            </a:r>
          </a:p>
          <a:p>
            <a:pPr lvl="0"/>
            <a:endParaRPr lang="en-US"/>
          </a:p>
        </p:txBody>
      </p:sp>
      <p:sp>
        <p:nvSpPr>
          <p:cNvPr id="34" name="Title 1">
            <a:extLst>
              <a:ext uri="{FF2B5EF4-FFF2-40B4-BE49-F238E27FC236}">
                <a16:creationId xmlns:a16="http://schemas.microsoft.com/office/drawing/2014/main" id="{5630B13D-2422-E74F-BA1C-E0E5F4CEF689}"/>
              </a:ext>
            </a:extLst>
          </p:cNvPr>
          <p:cNvSpPr>
            <a:spLocks noGrp="1"/>
          </p:cNvSpPr>
          <p:nvPr>
            <p:ph type="ctrTitle" hasCustomPrompt="1"/>
          </p:nvPr>
        </p:nvSpPr>
        <p:spPr>
          <a:xfrm>
            <a:off x="7552749" y="850659"/>
            <a:ext cx="2915801" cy="744461"/>
          </a:xfrm>
        </p:spPr>
        <p:txBody>
          <a:bodyPr anchor="t" anchorCtr="0">
            <a:noAutofit/>
          </a:bodyPr>
          <a:lstStyle>
            <a:lvl1pPr algn="ctr">
              <a:lnSpc>
                <a:spcPts val="3000"/>
              </a:lnSpc>
              <a:defRPr sz="3000" cap="all" baseline="0">
                <a:solidFill>
                  <a:schemeClr val="tx1"/>
                </a:solidFill>
              </a:defRPr>
            </a:lvl1pPr>
          </a:lstStyle>
          <a:p>
            <a:r>
              <a:rPr lang="en-US"/>
              <a:t>Lorem ipsum dolor </a:t>
            </a:r>
            <a:r>
              <a:rPr lang="en-US" err="1"/>
              <a:t>est</a:t>
            </a:r>
            <a:r>
              <a:rPr lang="en-US"/>
              <a:t> sit</a:t>
            </a:r>
          </a:p>
        </p:txBody>
      </p:sp>
      <p:sp>
        <p:nvSpPr>
          <p:cNvPr id="35" name="Text Placeholder 13">
            <a:extLst>
              <a:ext uri="{FF2B5EF4-FFF2-40B4-BE49-F238E27FC236}">
                <a16:creationId xmlns:a16="http://schemas.microsoft.com/office/drawing/2014/main" id="{9FC8DCEF-5220-3C4F-9CEC-8A63D23522D6}"/>
              </a:ext>
            </a:extLst>
          </p:cNvPr>
          <p:cNvSpPr>
            <a:spLocks noGrp="1"/>
          </p:cNvSpPr>
          <p:nvPr>
            <p:ph type="body" sz="quarter" idx="24" hasCustomPrompt="1"/>
          </p:nvPr>
        </p:nvSpPr>
        <p:spPr>
          <a:xfrm>
            <a:off x="7552748" y="594126"/>
            <a:ext cx="2915801" cy="170126"/>
          </a:xfrm>
        </p:spPr>
        <p:txBody>
          <a:bodyPr lIns="0" tIns="0" rIns="0" bIns="0">
            <a:noAutofit/>
          </a:bodyPr>
          <a:lstStyle>
            <a:lvl1pPr marL="0" indent="0" algn="ctr">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4" name="Text Placeholder 13">
            <a:extLst>
              <a:ext uri="{FF2B5EF4-FFF2-40B4-BE49-F238E27FC236}">
                <a16:creationId xmlns:a16="http://schemas.microsoft.com/office/drawing/2014/main" id="{06BA8573-8B98-094D-8B8E-A16B4F62AEBB}"/>
              </a:ext>
            </a:extLst>
          </p:cNvPr>
          <p:cNvSpPr>
            <a:spLocks noGrp="1"/>
          </p:cNvSpPr>
          <p:nvPr>
            <p:ph type="body" sz="quarter" idx="25" hasCustomPrompt="1"/>
          </p:nvPr>
        </p:nvSpPr>
        <p:spPr>
          <a:xfrm>
            <a:off x="9194228" y="3852000"/>
            <a:ext cx="2594113" cy="2382490"/>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a:t>
            </a:r>
          </a:p>
          <a:p>
            <a:pPr lvl="0"/>
            <a:endParaRPr lang="en-US"/>
          </a:p>
        </p:txBody>
      </p:sp>
      <p:sp>
        <p:nvSpPr>
          <p:cNvPr id="12" name="Text Placeholder 19">
            <a:extLst>
              <a:ext uri="{FF2B5EF4-FFF2-40B4-BE49-F238E27FC236}">
                <a16:creationId xmlns:a16="http://schemas.microsoft.com/office/drawing/2014/main" id="{468ABE90-7E12-E840-BFA7-8F734ACCBBA5}"/>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41408132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EXT AND IMAGE 08">
    <p:spTree>
      <p:nvGrpSpPr>
        <p:cNvPr id="1" name=""/>
        <p:cNvGrpSpPr/>
        <p:nvPr/>
      </p:nvGrpSpPr>
      <p:grpSpPr>
        <a:xfrm>
          <a:off x="0" y="0"/>
          <a:ext cx="0" cy="0"/>
          <a:chOff x="0" y="0"/>
          <a:chExt cx="0" cy="0"/>
        </a:xfrm>
      </p:grpSpPr>
      <p:sp>
        <p:nvSpPr>
          <p:cNvPr id="10" name="Picture Placeholder 15">
            <a:extLst>
              <a:ext uri="{FF2B5EF4-FFF2-40B4-BE49-F238E27FC236}">
                <a16:creationId xmlns:a16="http://schemas.microsoft.com/office/drawing/2014/main" id="{02059F2A-9E33-BE46-8E81-90287D36E0B0}"/>
              </a:ext>
            </a:extLst>
          </p:cNvPr>
          <p:cNvSpPr>
            <a:spLocks noGrp="1"/>
          </p:cNvSpPr>
          <p:nvPr>
            <p:ph type="pic" sz="quarter" idx="13" hasCustomPrompt="1"/>
          </p:nvPr>
        </p:nvSpPr>
        <p:spPr>
          <a:xfrm>
            <a:off x="6096000" y="0"/>
            <a:ext cx="6092970" cy="6857999"/>
          </a:xfrm>
          <a:solidFill>
            <a:schemeClr val="accent5"/>
          </a:solidFill>
        </p:spPr>
        <p:txBody>
          <a:bodyPr lIns="0" tIns="0" rIns="0" bIns="0">
            <a:noAutofit/>
          </a:bodyPr>
          <a:lstStyle>
            <a:lvl1pPr marL="0" indent="0" algn="ctr">
              <a:lnSpc>
                <a:spcPts val="40000"/>
              </a:lnSpc>
              <a:buFontTx/>
              <a:buNone/>
              <a:defRPr sz="700" cap="all" baseline="0"/>
            </a:lvl1pPr>
          </a:lstStyle>
          <a:p>
            <a:r>
              <a:rPr lang="en-US"/>
              <a:t>Click icon to insert image</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26" name="Text Placeholder 13">
            <a:extLst>
              <a:ext uri="{FF2B5EF4-FFF2-40B4-BE49-F238E27FC236}">
                <a16:creationId xmlns:a16="http://schemas.microsoft.com/office/drawing/2014/main" id="{13DDD2B6-B0C2-B045-B77F-0A0F967D692F}"/>
              </a:ext>
            </a:extLst>
          </p:cNvPr>
          <p:cNvSpPr>
            <a:spLocks noGrp="1"/>
          </p:cNvSpPr>
          <p:nvPr>
            <p:ph type="body" sz="quarter" idx="18" hasCustomPrompt="1"/>
          </p:nvPr>
        </p:nvSpPr>
        <p:spPr>
          <a:xfrm>
            <a:off x="428529" y="3852000"/>
            <a:ext cx="2594113" cy="2382490"/>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a:t>
            </a:r>
          </a:p>
          <a:p>
            <a:pPr lvl="0"/>
            <a:endParaRPr lang="en-US"/>
          </a:p>
        </p:txBody>
      </p:sp>
      <p:sp>
        <p:nvSpPr>
          <p:cNvPr id="14" name="Text Placeholder 13">
            <a:extLst>
              <a:ext uri="{FF2B5EF4-FFF2-40B4-BE49-F238E27FC236}">
                <a16:creationId xmlns:a16="http://schemas.microsoft.com/office/drawing/2014/main" id="{06BA8573-8B98-094D-8B8E-A16B4F62AEBB}"/>
              </a:ext>
            </a:extLst>
          </p:cNvPr>
          <p:cNvSpPr>
            <a:spLocks noGrp="1"/>
          </p:cNvSpPr>
          <p:nvPr>
            <p:ph type="body" sz="quarter" idx="25" hasCustomPrompt="1"/>
          </p:nvPr>
        </p:nvSpPr>
        <p:spPr>
          <a:xfrm>
            <a:off x="3206222" y="3852000"/>
            <a:ext cx="2594113" cy="2382490"/>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a:t>
            </a:r>
          </a:p>
          <a:p>
            <a:pPr lvl="0"/>
            <a:endParaRPr lang="en-US"/>
          </a:p>
        </p:txBody>
      </p:sp>
      <p:sp>
        <p:nvSpPr>
          <p:cNvPr id="11" name="Title 1">
            <a:extLst>
              <a:ext uri="{FF2B5EF4-FFF2-40B4-BE49-F238E27FC236}">
                <a16:creationId xmlns:a16="http://schemas.microsoft.com/office/drawing/2014/main" id="{6B93A206-CF66-264E-8091-2088EDB2E2F4}"/>
              </a:ext>
            </a:extLst>
          </p:cNvPr>
          <p:cNvSpPr>
            <a:spLocks noGrp="1"/>
          </p:cNvSpPr>
          <p:nvPr>
            <p:ph type="ctrTitle" hasCustomPrompt="1"/>
          </p:nvPr>
        </p:nvSpPr>
        <p:spPr>
          <a:xfrm>
            <a:off x="1647249" y="850659"/>
            <a:ext cx="2915801" cy="744461"/>
          </a:xfrm>
        </p:spPr>
        <p:txBody>
          <a:bodyPr anchor="t" anchorCtr="0">
            <a:noAutofit/>
          </a:bodyPr>
          <a:lstStyle>
            <a:lvl1pPr algn="ctr">
              <a:lnSpc>
                <a:spcPts val="3000"/>
              </a:lnSpc>
              <a:defRPr sz="3000" cap="all" baseline="0">
                <a:solidFill>
                  <a:schemeClr val="tx1"/>
                </a:solidFill>
              </a:defRPr>
            </a:lvl1pPr>
          </a:lstStyle>
          <a:p>
            <a:r>
              <a:rPr lang="en-US"/>
              <a:t>Lorem ipsum dolor </a:t>
            </a:r>
            <a:r>
              <a:rPr lang="en-US" err="1"/>
              <a:t>est</a:t>
            </a:r>
            <a:r>
              <a:rPr lang="en-US"/>
              <a:t> sit</a:t>
            </a:r>
          </a:p>
        </p:txBody>
      </p:sp>
      <p:sp>
        <p:nvSpPr>
          <p:cNvPr id="12" name="Text Placeholder 13">
            <a:extLst>
              <a:ext uri="{FF2B5EF4-FFF2-40B4-BE49-F238E27FC236}">
                <a16:creationId xmlns:a16="http://schemas.microsoft.com/office/drawing/2014/main" id="{38877014-613E-5147-9621-7F180D975812}"/>
              </a:ext>
            </a:extLst>
          </p:cNvPr>
          <p:cNvSpPr>
            <a:spLocks noGrp="1"/>
          </p:cNvSpPr>
          <p:nvPr>
            <p:ph type="body" sz="quarter" idx="24" hasCustomPrompt="1"/>
          </p:nvPr>
        </p:nvSpPr>
        <p:spPr>
          <a:xfrm>
            <a:off x="1647248" y="594126"/>
            <a:ext cx="2915801" cy="170126"/>
          </a:xfrm>
        </p:spPr>
        <p:txBody>
          <a:bodyPr lIns="0" tIns="0" rIns="0" bIns="0">
            <a:noAutofit/>
          </a:bodyPr>
          <a:lstStyle>
            <a:lvl1pPr marL="0" indent="0" algn="ctr">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8" name="Text Placeholder 19">
            <a:extLst>
              <a:ext uri="{FF2B5EF4-FFF2-40B4-BE49-F238E27FC236}">
                <a16:creationId xmlns:a16="http://schemas.microsoft.com/office/drawing/2014/main" id="{D651B52F-878E-F84F-A7E2-899430DFC21D}"/>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9698360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EXT AND IMAGE 09">
    <p:spTree>
      <p:nvGrpSpPr>
        <p:cNvPr id="1" name=""/>
        <p:cNvGrpSpPr/>
        <p:nvPr/>
      </p:nvGrpSpPr>
      <p:grpSpPr>
        <a:xfrm>
          <a:off x="0" y="0"/>
          <a:ext cx="0" cy="0"/>
          <a:chOff x="0" y="0"/>
          <a:chExt cx="0" cy="0"/>
        </a:xfrm>
      </p:grpSpPr>
      <p:sp>
        <p:nvSpPr>
          <p:cNvPr id="10" name="Picture Placeholder 15">
            <a:extLst>
              <a:ext uri="{FF2B5EF4-FFF2-40B4-BE49-F238E27FC236}">
                <a16:creationId xmlns:a16="http://schemas.microsoft.com/office/drawing/2014/main" id="{B5DA9549-B3D9-E54A-8827-31F314890F90}"/>
              </a:ext>
            </a:extLst>
          </p:cNvPr>
          <p:cNvSpPr>
            <a:spLocks noGrp="1"/>
          </p:cNvSpPr>
          <p:nvPr>
            <p:ph type="pic" sz="quarter" idx="26" hasCustomPrompt="1"/>
          </p:nvPr>
        </p:nvSpPr>
        <p:spPr>
          <a:xfrm>
            <a:off x="0" y="3429000"/>
            <a:ext cx="6092970" cy="3429000"/>
          </a:xfrm>
          <a:solidFill>
            <a:schemeClr val="accent5"/>
          </a:solidFill>
        </p:spPr>
        <p:txBody>
          <a:bodyPr lIns="0" tIns="0" rIns="0" bIns="0">
            <a:noAutofit/>
          </a:bodyPr>
          <a:lstStyle>
            <a:lvl1pPr marL="0" indent="0" algn="ctr">
              <a:lnSpc>
                <a:spcPts val="22000"/>
              </a:lnSpc>
              <a:buFontTx/>
              <a:buNone/>
              <a:defRPr sz="700" cap="all" baseline="0"/>
            </a:lvl1pPr>
          </a:lstStyle>
          <a:p>
            <a:r>
              <a:rPr lang="en-US"/>
              <a:t>Click icon to insert image</a:t>
            </a:r>
          </a:p>
        </p:txBody>
      </p:sp>
      <p:sp>
        <p:nvSpPr>
          <p:cNvPr id="23" name="Picture Placeholder 15">
            <a:extLst>
              <a:ext uri="{FF2B5EF4-FFF2-40B4-BE49-F238E27FC236}">
                <a16:creationId xmlns:a16="http://schemas.microsoft.com/office/drawing/2014/main" id="{4A488826-1C34-4C47-974E-B831BAD9B4B8}"/>
              </a:ext>
            </a:extLst>
          </p:cNvPr>
          <p:cNvSpPr>
            <a:spLocks noGrp="1"/>
          </p:cNvSpPr>
          <p:nvPr>
            <p:ph type="pic" sz="quarter" idx="13" hasCustomPrompt="1"/>
          </p:nvPr>
        </p:nvSpPr>
        <p:spPr>
          <a:xfrm>
            <a:off x="0" y="1"/>
            <a:ext cx="6092970" cy="3429000"/>
          </a:xfrm>
          <a:solidFill>
            <a:schemeClr val="accent5"/>
          </a:solidFill>
        </p:spPr>
        <p:txBody>
          <a:bodyPr lIns="0" tIns="0" rIns="0" bIns="0">
            <a:noAutofit/>
          </a:bodyPr>
          <a:lstStyle>
            <a:lvl1pPr marL="0" indent="0" algn="ctr">
              <a:lnSpc>
                <a:spcPts val="22000"/>
              </a:lnSpc>
              <a:buFontTx/>
              <a:buNone/>
              <a:defRPr sz="700" cap="all" baseline="0"/>
            </a:lvl1pPr>
          </a:lstStyle>
          <a:p>
            <a:r>
              <a:rPr lang="en-US"/>
              <a:t>Click icon to insert image</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26" name="Text Placeholder 13">
            <a:extLst>
              <a:ext uri="{FF2B5EF4-FFF2-40B4-BE49-F238E27FC236}">
                <a16:creationId xmlns:a16="http://schemas.microsoft.com/office/drawing/2014/main" id="{13DDD2B6-B0C2-B045-B77F-0A0F967D692F}"/>
              </a:ext>
            </a:extLst>
          </p:cNvPr>
          <p:cNvSpPr>
            <a:spLocks noGrp="1"/>
          </p:cNvSpPr>
          <p:nvPr>
            <p:ph type="body" sz="quarter" idx="18" hasCustomPrompt="1"/>
          </p:nvPr>
        </p:nvSpPr>
        <p:spPr>
          <a:xfrm>
            <a:off x="6416535" y="3852000"/>
            <a:ext cx="2594113" cy="2382490"/>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a:t>
            </a:r>
          </a:p>
          <a:p>
            <a:pPr lvl="0"/>
            <a:endParaRPr lang="en-US"/>
          </a:p>
        </p:txBody>
      </p:sp>
      <p:sp>
        <p:nvSpPr>
          <p:cNvPr id="34" name="Title 1">
            <a:extLst>
              <a:ext uri="{FF2B5EF4-FFF2-40B4-BE49-F238E27FC236}">
                <a16:creationId xmlns:a16="http://schemas.microsoft.com/office/drawing/2014/main" id="{5630B13D-2422-E74F-BA1C-E0E5F4CEF689}"/>
              </a:ext>
            </a:extLst>
          </p:cNvPr>
          <p:cNvSpPr>
            <a:spLocks noGrp="1"/>
          </p:cNvSpPr>
          <p:nvPr>
            <p:ph type="ctrTitle" hasCustomPrompt="1"/>
          </p:nvPr>
        </p:nvSpPr>
        <p:spPr>
          <a:xfrm>
            <a:off x="7552749" y="850659"/>
            <a:ext cx="2915801" cy="744461"/>
          </a:xfrm>
        </p:spPr>
        <p:txBody>
          <a:bodyPr anchor="t" anchorCtr="0">
            <a:noAutofit/>
          </a:bodyPr>
          <a:lstStyle>
            <a:lvl1pPr algn="ctr">
              <a:lnSpc>
                <a:spcPts val="3000"/>
              </a:lnSpc>
              <a:defRPr sz="3000" cap="all" baseline="0">
                <a:solidFill>
                  <a:schemeClr val="tx1"/>
                </a:solidFill>
              </a:defRPr>
            </a:lvl1pPr>
          </a:lstStyle>
          <a:p>
            <a:r>
              <a:rPr lang="en-US"/>
              <a:t>Lorem ipsum dolor </a:t>
            </a:r>
            <a:r>
              <a:rPr lang="en-US" err="1"/>
              <a:t>est</a:t>
            </a:r>
            <a:r>
              <a:rPr lang="en-US"/>
              <a:t> sit</a:t>
            </a:r>
          </a:p>
        </p:txBody>
      </p:sp>
      <p:sp>
        <p:nvSpPr>
          <p:cNvPr id="35" name="Text Placeholder 13">
            <a:extLst>
              <a:ext uri="{FF2B5EF4-FFF2-40B4-BE49-F238E27FC236}">
                <a16:creationId xmlns:a16="http://schemas.microsoft.com/office/drawing/2014/main" id="{9FC8DCEF-5220-3C4F-9CEC-8A63D23522D6}"/>
              </a:ext>
            </a:extLst>
          </p:cNvPr>
          <p:cNvSpPr>
            <a:spLocks noGrp="1"/>
          </p:cNvSpPr>
          <p:nvPr>
            <p:ph type="body" sz="quarter" idx="24" hasCustomPrompt="1"/>
          </p:nvPr>
        </p:nvSpPr>
        <p:spPr>
          <a:xfrm>
            <a:off x="7552748" y="594126"/>
            <a:ext cx="2915801" cy="170126"/>
          </a:xfrm>
        </p:spPr>
        <p:txBody>
          <a:bodyPr lIns="0" tIns="0" rIns="0" bIns="0">
            <a:noAutofit/>
          </a:bodyPr>
          <a:lstStyle>
            <a:lvl1pPr marL="0" indent="0" algn="ctr">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4" name="Text Placeholder 13">
            <a:extLst>
              <a:ext uri="{FF2B5EF4-FFF2-40B4-BE49-F238E27FC236}">
                <a16:creationId xmlns:a16="http://schemas.microsoft.com/office/drawing/2014/main" id="{06BA8573-8B98-094D-8B8E-A16B4F62AEBB}"/>
              </a:ext>
            </a:extLst>
          </p:cNvPr>
          <p:cNvSpPr>
            <a:spLocks noGrp="1"/>
          </p:cNvSpPr>
          <p:nvPr>
            <p:ph type="body" sz="quarter" idx="25" hasCustomPrompt="1"/>
          </p:nvPr>
        </p:nvSpPr>
        <p:spPr>
          <a:xfrm>
            <a:off x="9194228" y="3852000"/>
            <a:ext cx="2594113" cy="2382490"/>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a:t>
            </a:r>
          </a:p>
          <a:p>
            <a:pPr lvl="0"/>
            <a:endParaRPr lang="en-US"/>
          </a:p>
        </p:txBody>
      </p:sp>
      <p:sp>
        <p:nvSpPr>
          <p:cNvPr id="13" name="Text Placeholder 19">
            <a:extLst>
              <a:ext uri="{FF2B5EF4-FFF2-40B4-BE49-F238E27FC236}">
                <a16:creationId xmlns:a16="http://schemas.microsoft.com/office/drawing/2014/main" id="{B129BC3F-614C-E14C-BDFC-AE9F8D161AEB}"/>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40460853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MAGE 01">
    <p:spTree>
      <p:nvGrpSpPr>
        <p:cNvPr id="1" name=""/>
        <p:cNvGrpSpPr/>
        <p:nvPr/>
      </p:nvGrpSpPr>
      <p:grpSpPr>
        <a:xfrm>
          <a:off x="0" y="0"/>
          <a:ext cx="0" cy="0"/>
          <a:chOff x="0" y="0"/>
          <a:chExt cx="0" cy="0"/>
        </a:xfrm>
      </p:grpSpPr>
      <p:sp>
        <p:nvSpPr>
          <p:cNvPr id="14" name="Picture Placeholder 15">
            <a:extLst>
              <a:ext uri="{FF2B5EF4-FFF2-40B4-BE49-F238E27FC236}">
                <a16:creationId xmlns:a16="http://schemas.microsoft.com/office/drawing/2014/main" id="{186C9825-6B86-F347-A562-323E9EF353C0}"/>
              </a:ext>
            </a:extLst>
          </p:cNvPr>
          <p:cNvSpPr>
            <a:spLocks noGrp="1"/>
          </p:cNvSpPr>
          <p:nvPr>
            <p:ph type="pic" sz="quarter" idx="13" hasCustomPrompt="1"/>
          </p:nvPr>
        </p:nvSpPr>
        <p:spPr>
          <a:xfrm>
            <a:off x="0" y="0"/>
            <a:ext cx="6092970" cy="6857999"/>
          </a:xfrm>
          <a:solidFill>
            <a:schemeClr val="accent5"/>
          </a:solidFill>
        </p:spPr>
        <p:txBody>
          <a:bodyPr lIns="0" tIns="0" rIns="0" bIns="0">
            <a:noAutofit/>
          </a:bodyPr>
          <a:lstStyle>
            <a:lvl1pPr marL="0" indent="0" algn="ctr">
              <a:lnSpc>
                <a:spcPts val="40000"/>
              </a:lnSpc>
              <a:buFontTx/>
              <a:buNone/>
              <a:defRPr sz="700" cap="all" baseline="0"/>
            </a:lvl1pPr>
          </a:lstStyle>
          <a:p>
            <a:r>
              <a:rPr lang="en-US"/>
              <a:t>Click icon to insert image</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10" name="Picture Placeholder 15">
            <a:extLst>
              <a:ext uri="{FF2B5EF4-FFF2-40B4-BE49-F238E27FC236}">
                <a16:creationId xmlns:a16="http://schemas.microsoft.com/office/drawing/2014/main" id="{66267114-1D7B-CF4C-85F1-06340C37AD24}"/>
              </a:ext>
            </a:extLst>
          </p:cNvPr>
          <p:cNvSpPr>
            <a:spLocks noGrp="1"/>
          </p:cNvSpPr>
          <p:nvPr>
            <p:ph type="pic" sz="quarter" idx="32" hasCustomPrompt="1"/>
          </p:nvPr>
        </p:nvSpPr>
        <p:spPr>
          <a:xfrm>
            <a:off x="7668410" y="1713986"/>
            <a:ext cx="2851097" cy="3444168"/>
          </a:xfrm>
          <a:solidFill>
            <a:schemeClr val="accent5"/>
          </a:solidFill>
        </p:spPr>
        <p:txBody>
          <a:bodyPr lIns="0" tIns="0" rIns="0" bIns="0">
            <a:noAutofit/>
          </a:bodyPr>
          <a:lstStyle>
            <a:lvl1pPr marL="0" indent="0" algn="ctr">
              <a:lnSpc>
                <a:spcPts val="21000"/>
              </a:lnSpc>
              <a:buFontTx/>
              <a:buNone/>
              <a:defRPr sz="700" cap="all" baseline="0"/>
            </a:lvl1pPr>
          </a:lstStyle>
          <a:p>
            <a:r>
              <a:rPr lang="en-US"/>
              <a:t>Click icon to insert image</a:t>
            </a:r>
          </a:p>
        </p:txBody>
      </p:sp>
      <p:sp>
        <p:nvSpPr>
          <p:cNvPr id="11" name="Text Placeholder 13">
            <a:extLst>
              <a:ext uri="{FF2B5EF4-FFF2-40B4-BE49-F238E27FC236}">
                <a16:creationId xmlns:a16="http://schemas.microsoft.com/office/drawing/2014/main" id="{497E389D-0B16-244F-B0BB-309CDC306F40}"/>
              </a:ext>
            </a:extLst>
          </p:cNvPr>
          <p:cNvSpPr>
            <a:spLocks noGrp="1"/>
          </p:cNvSpPr>
          <p:nvPr>
            <p:ph type="body" sz="quarter" idx="24" hasCustomPrompt="1"/>
          </p:nvPr>
        </p:nvSpPr>
        <p:spPr>
          <a:xfrm>
            <a:off x="7692936" y="5262815"/>
            <a:ext cx="2826572" cy="170126"/>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Caption</a:t>
            </a:r>
          </a:p>
        </p:txBody>
      </p:sp>
      <p:sp>
        <p:nvSpPr>
          <p:cNvPr id="18" name="Text Placeholder 19">
            <a:extLst>
              <a:ext uri="{FF2B5EF4-FFF2-40B4-BE49-F238E27FC236}">
                <a16:creationId xmlns:a16="http://schemas.microsoft.com/office/drawing/2014/main" id="{FBC547AC-882E-1E4E-B9C6-8202B92E73E2}"/>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3797936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MAGE 02">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10" name="Picture Placeholder 15">
            <a:extLst>
              <a:ext uri="{FF2B5EF4-FFF2-40B4-BE49-F238E27FC236}">
                <a16:creationId xmlns:a16="http://schemas.microsoft.com/office/drawing/2014/main" id="{66267114-1D7B-CF4C-85F1-06340C37AD24}"/>
              </a:ext>
            </a:extLst>
          </p:cNvPr>
          <p:cNvSpPr>
            <a:spLocks noGrp="1"/>
          </p:cNvSpPr>
          <p:nvPr>
            <p:ph type="pic" sz="quarter" idx="32" hasCustomPrompt="1"/>
          </p:nvPr>
        </p:nvSpPr>
        <p:spPr>
          <a:xfrm>
            <a:off x="7668410" y="1713986"/>
            <a:ext cx="2851097" cy="3444168"/>
          </a:xfrm>
          <a:solidFill>
            <a:schemeClr val="accent5"/>
          </a:solidFill>
        </p:spPr>
        <p:txBody>
          <a:bodyPr lIns="0" tIns="0" rIns="0" bIns="0">
            <a:noAutofit/>
          </a:bodyPr>
          <a:lstStyle>
            <a:lvl1pPr marL="0" indent="0" algn="ctr">
              <a:lnSpc>
                <a:spcPts val="21000"/>
              </a:lnSpc>
              <a:buFontTx/>
              <a:buNone/>
              <a:defRPr sz="700" cap="all" baseline="0"/>
            </a:lvl1pPr>
          </a:lstStyle>
          <a:p>
            <a:r>
              <a:rPr lang="en-US"/>
              <a:t>Click icon to insert image</a:t>
            </a:r>
          </a:p>
        </p:txBody>
      </p:sp>
      <p:sp>
        <p:nvSpPr>
          <p:cNvPr id="11" name="Text Placeholder 13">
            <a:extLst>
              <a:ext uri="{FF2B5EF4-FFF2-40B4-BE49-F238E27FC236}">
                <a16:creationId xmlns:a16="http://schemas.microsoft.com/office/drawing/2014/main" id="{497E389D-0B16-244F-B0BB-309CDC306F40}"/>
              </a:ext>
            </a:extLst>
          </p:cNvPr>
          <p:cNvSpPr>
            <a:spLocks noGrp="1"/>
          </p:cNvSpPr>
          <p:nvPr>
            <p:ph type="body" sz="quarter" idx="24" hasCustomPrompt="1"/>
          </p:nvPr>
        </p:nvSpPr>
        <p:spPr>
          <a:xfrm>
            <a:off x="7692936" y="5262815"/>
            <a:ext cx="2826572" cy="170126"/>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Caption</a:t>
            </a:r>
          </a:p>
        </p:txBody>
      </p:sp>
      <p:sp>
        <p:nvSpPr>
          <p:cNvPr id="12" name="Picture Placeholder 15">
            <a:extLst>
              <a:ext uri="{FF2B5EF4-FFF2-40B4-BE49-F238E27FC236}">
                <a16:creationId xmlns:a16="http://schemas.microsoft.com/office/drawing/2014/main" id="{86C7A088-3921-E547-90F0-CEF9607C39D5}"/>
              </a:ext>
            </a:extLst>
          </p:cNvPr>
          <p:cNvSpPr>
            <a:spLocks noGrp="1"/>
          </p:cNvSpPr>
          <p:nvPr>
            <p:ph type="pic" sz="quarter" idx="33" hasCustomPrompt="1"/>
          </p:nvPr>
        </p:nvSpPr>
        <p:spPr>
          <a:xfrm>
            <a:off x="1654185" y="1713986"/>
            <a:ext cx="2851097" cy="3444168"/>
          </a:xfrm>
          <a:solidFill>
            <a:schemeClr val="accent5"/>
          </a:solidFill>
        </p:spPr>
        <p:txBody>
          <a:bodyPr lIns="0" tIns="0" rIns="0" bIns="0">
            <a:noAutofit/>
          </a:bodyPr>
          <a:lstStyle>
            <a:lvl1pPr marL="0" indent="0" algn="ctr">
              <a:lnSpc>
                <a:spcPts val="21000"/>
              </a:lnSpc>
              <a:buFontTx/>
              <a:buNone/>
              <a:defRPr sz="700" cap="all" baseline="0"/>
            </a:lvl1pPr>
          </a:lstStyle>
          <a:p>
            <a:r>
              <a:rPr lang="en-US"/>
              <a:t>Click icon to insert image</a:t>
            </a:r>
          </a:p>
        </p:txBody>
      </p:sp>
      <p:sp>
        <p:nvSpPr>
          <p:cNvPr id="13" name="Text Placeholder 13">
            <a:extLst>
              <a:ext uri="{FF2B5EF4-FFF2-40B4-BE49-F238E27FC236}">
                <a16:creationId xmlns:a16="http://schemas.microsoft.com/office/drawing/2014/main" id="{D2BAA166-2050-7340-9469-991316A374A6}"/>
              </a:ext>
            </a:extLst>
          </p:cNvPr>
          <p:cNvSpPr>
            <a:spLocks noGrp="1"/>
          </p:cNvSpPr>
          <p:nvPr>
            <p:ph type="body" sz="quarter" idx="34" hasCustomPrompt="1"/>
          </p:nvPr>
        </p:nvSpPr>
        <p:spPr>
          <a:xfrm>
            <a:off x="1678711" y="5262815"/>
            <a:ext cx="2826572" cy="170126"/>
          </a:xfrm>
        </p:spPr>
        <p:txBody>
          <a:bodyPr lIns="0" tIns="0" rIns="0" bIns="0">
            <a:noAutofit/>
          </a:bodyPr>
          <a:lstStyle>
            <a:lvl1pPr marL="0" indent="0" algn="l">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Caption</a:t>
            </a:r>
          </a:p>
        </p:txBody>
      </p:sp>
    </p:spTree>
    <p:extLst>
      <p:ext uri="{BB962C8B-B14F-4D97-AF65-F5344CB8AC3E}">
        <p14:creationId xmlns:p14="http://schemas.microsoft.com/office/powerpoint/2010/main" val="38224266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MAGE 03">
    <p:spTree>
      <p:nvGrpSpPr>
        <p:cNvPr id="1" name=""/>
        <p:cNvGrpSpPr/>
        <p:nvPr/>
      </p:nvGrpSpPr>
      <p:grpSpPr>
        <a:xfrm>
          <a:off x="0" y="0"/>
          <a:ext cx="0" cy="0"/>
          <a:chOff x="0" y="0"/>
          <a:chExt cx="0" cy="0"/>
        </a:xfrm>
      </p:grpSpPr>
      <p:sp>
        <p:nvSpPr>
          <p:cNvPr id="18" name="Picture Placeholder 15">
            <a:extLst>
              <a:ext uri="{FF2B5EF4-FFF2-40B4-BE49-F238E27FC236}">
                <a16:creationId xmlns:a16="http://schemas.microsoft.com/office/drawing/2014/main" id="{1B017666-C163-844B-B742-FDCBEFAA3A61}"/>
              </a:ext>
            </a:extLst>
          </p:cNvPr>
          <p:cNvSpPr>
            <a:spLocks noGrp="1"/>
          </p:cNvSpPr>
          <p:nvPr>
            <p:ph type="pic" sz="quarter" idx="17" hasCustomPrompt="1"/>
          </p:nvPr>
        </p:nvSpPr>
        <p:spPr>
          <a:xfrm>
            <a:off x="0" y="0"/>
            <a:ext cx="6092970" cy="6857999"/>
          </a:xfrm>
          <a:solidFill>
            <a:schemeClr val="accent5"/>
          </a:solidFill>
        </p:spPr>
        <p:txBody>
          <a:bodyPr lIns="0" tIns="0" rIns="0" bIns="0">
            <a:noAutofit/>
          </a:bodyPr>
          <a:lstStyle>
            <a:lvl1pPr marL="0" indent="0" algn="ctr">
              <a:lnSpc>
                <a:spcPts val="40000"/>
              </a:lnSpc>
              <a:buFontTx/>
              <a:buNone/>
              <a:defRPr sz="700" cap="all" baseline="0"/>
            </a:lvl1pPr>
          </a:lstStyle>
          <a:p>
            <a:r>
              <a:rPr lang="en-US"/>
              <a:t>Click icon to insert image</a:t>
            </a:r>
          </a:p>
        </p:txBody>
      </p:sp>
      <p:sp>
        <p:nvSpPr>
          <p:cNvPr id="10" name="Picture Placeholder 15">
            <a:extLst>
              <a:ext uri="{FF2B5EF4-FFF2-40B4-BE49-F238E27FC236}">
                <a16:creationId xmlns:a16="http://schemas.microsoft.com/office/drawing/2014/main" id="{02059F2A-9E33-BE46-8E81-90287D36E0B0}"/>
              </a:ext>
            </a:extLst>
          </p:cNvPr>
          <p:cNvSpPr>
            <a:spLocks noGrp="1"/>
          </p:cNvSpPr>
          <p:nvPr>
            <p:ph type="pic" sz="quarter" idx="13" hasCustomPrompt="1"/>
          </p:nvPr>
        </p:nvSpPr>
        <p:spPr>
          <a:xfrm>
            <a:off x="6096000" y="0"/>
            <a:ext cx="6092970" cy="6857999"/>
          </a:xfrm>
          <a:solidFill>
            <a:schemeClr val="accent5"/>
          </a:solidFill>
        </p:spPr>
        <p:txBody>
          <a:bodyPr lIns="0" tIns="0" rIns="0" bIns="0">
            <a:noAutofit/>
          </a:bodyPr>
          <a:lstStyle>
            <a:lvl1pPr marL="0" indent="0" algn="ctr">
              <a:lnSpc>
                <a:spcPts val="40000"/>
              </a:lnSpc>
              <a:buFontTx/>
              <a:buNone/>
              <a:defRPr sz="700" cap="all" baseline="0"/>
            </a:lvl1pPr>
          </a:lstStyle>
          <a:p>
            <a:r>
              <a:rPr lang="en-US"/>
              <a:t>Click icon to insert image</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20" name="Text Placeholder 19">
            <a:extLst>
              <a:ext uri="{FF2B5EF4-FFF2-40B4-BE49-F238E27FC236}">
                <a16:creationId xmlns:a16="http://schemas.microsoft.com/office/drawing/2014/main" id="{0FA2744F-1052-0E44-816F-8F9566390B4F}"/>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29702443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MAGE 04">
    <p:spTree>
      <p:nvGrpSpPr>
        <p:cNvPr id="1" name=""/>
        <p:cNvGrpSpPr/>
        <p:nvPr/>
      </p:nvGrpSpPr>
      <p:grpSpPr>
        <a:xfrm>
          <a:off x="0" y="0"/>
          <a:ext cx="0" cy="0"/>
          <a:chOff x="0" y="0"/>
          <a:chExt cx="0" cy="0"/>
        </a:xfrm>
      </p:grpSpPr>
      <p:sp>
        <p:nvSpPr>
          <p:cNvPr id="7" name="Picture Placeholder 15">
            <a:extLst>
              <a:ext uri="{FF2B5EF4-FFF2-40B4-BE49-F238E27FC236}">
                <a16:creationId xmlns:a16="http://schemas.microsoft.com/office/drawing/2014/main" id="{2208254B-93DA-794C-81D4-2A1C4F2312DF}"/>
              </a:ext>
            </a:extLst>
          </p:cNvPr>
          <p:cNvSpPr>
            <a:spLocks noGrp="1"/>
          </p:cNvSpPr>
          <p:nvPr>
            <p:ph type="pic" sz="quarter" idx="26" hasCustomPrompt="1"/>
          </p:nvPr>
        </p:nvSpPr>
        <p:spPr>
          <a:xfrm>
            <a:off x="6096000" y="3429000"/>
            <a:ext cx="6092970" cy="3429000"/>
          </a:xfrm>
          <a:solidFill>
            <a:schemeClr val="accent5"/>
          </a:solidFill>
        </p:spPr>
        <p:txBody>
          <a:bodyPr lIns="0" tIns="0" rIns="0" bIns="0">
            <a:noAutofit/>
          </a:bodyPr>
          <a:lstStyle>
            <a:lvl1pPr marL="0" indent="0" algn="ctr">
              <a:lnSpc>
                <a:spcPts val="22000"/>
              </a:lnSpc>
              <a:buFontTx/>
              <a:buNone/>
              <a:defRPr sz="700" cap="all" baseline="0"/>
            </a:lvl1pPr>
          </a:lstStyle>
          <a:p>
            <a:r>
              <a:rPr lang="en-US"/>
              <a:t>Click icon to insert image</a:t>
            </a:r>
          </a:p>
        </p:txBody>
      </p:sp>
      <p:sp>
        <p:nvSpPr>
          <p:cNvPr id="8" name="Picture Placeholder 15">
            <a:extLst>
              <a:ext uri="{FF2B5EF4-FFF2-40B4-BE49-F238E27FC236}">
                <a16:creationId xmlns:a16="http://schemas.microsoft.com/office/drawing/2014/main" id="{53327FB7-D902-3C43-BF0D-1DCE2351B50A}"/>
              </a:ext>
            </a:extLst>
          </p:cNvPr>
          <p:cNvSpPr>
            <a:spLocks noGrp="1"/>
          </p:cNvSpPr>
          <p:nvPr>
            <p:ph type="pic" sz="quarter" idx="13" hasCustomPrompt="1"/>
          </p:nvPr>
        </p:nvSpPr>
        <p:spPr>
          <a:xfrm>
            <a:off x="6096000" y="1"/>
            <a:ext cx="6092970" cy="3429000"/>
          </a:xfrm>
          <a:solidFill>
            <a:schemeClr val="accent5"/>
          </a:solidFill>
        </p:spPr>
        <p:txBody>
          <a:bodyPr lIns="0" tIns="0" rIns="0" bIns="0">
            <a:noAutofit/>
          </a:bodyPr>
          <a:lstStyle>
            <a:lvl1pPr marL="0" indent="0" algn="ctr">
              <a:lnSpc>
                <a:spcPts val="22000"/>
              </a:lnSpc>
              <a:buFontTx/>
              <a:buNone/>
              <a:defRPr sz="700" cap="all" baseline="0"/>
            </a:lvl1pPr>
          </a:lstStyle>
          <a:p>
            <a:r>
              <a:rPr lang="en-US"/>
              <a:t>Click icon to insert image</a:t>
            </a:r>
          </a:p>
        </p:txBody>
      </p:sp>
      <p:sp>
        <p:nvSpPr>
          <p:cNvPr id="13" name="Picture Placeholder 15">
            <a:extLst>
              <a:ext uri="{FF2B5EF4-FFF2-40B4-BE49-F238E27FC236}">
                <a16:creationId xmlns:a16="http://schemas.microsoft.com/office/drawing/2014/main" id="{2D0D0E3A-F817-634D-9F8B-5F764E7711B7}"/>
              </a:ext>
            </a:extLst>
          </p:cNvPr>
          <p:cNvSpPr>
            <a:spLocks noGrp="1"/>
          </p:cNvSpPr>
          <p:nvPr>
            <p:ph type="pic" sz="quarter" idx="17" hasCustomPrompt="1"/>
          </p:nvPr>
        </p:nvSpPr>
        <p:spPr>
          <a:xfrm>
            <a:off x="5550" y="-1"/>
            <a:ext cx="6092970" cy="6857999"/>
          </a:xfrm>
          <a:solidFill>
            <a:schemeClr val="accent5"/>
          </a:solidFill>
        </p:spPr>
        <p:txBody>
          <a:bodyPr lIns="0" tIns="0" rIns="0" bIns="0">
            <a:noAutofit/>
          </a:bodyPr>
          <a:lstStyle>
            <a:lvl1pPr marL="0" indent="0" algn="ctr">
              <a:lnSpc>
                <a:spcPts val="40000"/>
              </a:lnSpc>
              <a:buFontTx/>
              <a:buNone/>
              <a:defRPr sz="700" cap="all" baseline="0"/>
            </a:lvl1pPr>
          </a:lstStyle>
          <a:p>
            <a:r>
              <a:rPr lang="en-US"/>
              <a:t>Click icon to insert image</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12" name="Text Placeholder 19">
            <a:extLst>
              <a:ext uri="{FF2B5EF4-FFF2-40B4-BE49-F238E27FC236}">
                <a16:creationId xmlns:a16="http://schemas.microsoft.com/office/drawing/2014/main" id="{DB5AADB7-18CB-3747-B15A-8C6DDF6B9E59}"/>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2195201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MAGE 05">
    <p:spTree>
      <p:nvGrpSpPr>
        <p:cNvPr id="1" name=""/>
        <p:cNvGrpSpPr/>
        <p:nvPr/>
      </p:nvGrpSpPr>
      <p:grpSpPr>
        <a:xfrm>
          <a:off x="0" y="0"/>
          <a:ext cx="0" cy="0"/>
          <a:chOff x="0" y="0"/>
          <a:chExt cx="0" cy="0"/>
        </a:xfrm>
      </p:grpSpPr>
      <p:sp>
        <p:nvSpPr>
          <p:cNvPr id="10" name="Picture Placeholder 15">
            <a:extLst>
              <a:ext uri="{FF2B5EF4-FFF2-40B4-BE49-F238E27FC236}">
                <a16:creationId xmlns:a16="http://schemas.microsoft.com/office/drawing/2014/main" id="{794C7026-7C72-4D42-B90C-EA2A4331D748}"/>
              </a:ext>
            </a:extLst>
          </p:cNvPr>
          <p:cNvSpPr>
            <a:spLocks noGrp="1"/>
          </p:cNvSpPr>
          <p:nvPr>
            <p:ph type="pic" sz="quarter" idx="27" hasCustomPrompt="1"/>
          </p:nvPr>
        </p:nvSpPr>
        <p:spPr>
          <a:xfrm>
            <a:off x="6096000" y="0"/>
            <a:ext cx="6092970" cy="6857999"/>
          </a:xfrm>
          <a:solidFill>
            <a:schemeClr val="accent5"/>
          </a:solidFill>
        </p:spPr>
        <p:txBody>
          <a:bodyPr lIns="0" tIns="0" rIns="0" bIns="0">
            <a:noAutofit/>
          </a:bodyPr>
          <a:lstStyle>
            <a:lvl1pPr marL="0" indent="0" algn="ctr">
              <a:lnSpc>
                <a:spcPts val="40000"/>
              </a:lnSpc>
              <a:buFontTx/>
              <a:buNone/>
              <a:defRPr sz="700" cap="all" baseline="0"/>
            </a:lvl1pPr>
          </a:lstStyle>
          <a:p>
            <a:r>
              <a:rPr lang="en-US"/>
              <a:t>Click icon to insert image</a:t>
            </a:r>
          </a:p>
        </p:txBody>
      </p:sp>
      <p:sp>
        <p:nvSpPr>
          <p:cNvPr id="7" name="Picture Placeholder 15">
            <a:extLst>
              <a:ext uri="{FF2B5EF4-FFF2-40B4-BE49-F238E27FC236}">
                <a16:creationId xmlns:a16="http://schemas.microsoft.com/office/drawing/2014/main" id="{2208254B-93DA-794C-81D4-2A1C4F2312DF}"/>
              </a:ext>
            </a:extLst>
          </p:cNvPr>
          <p:cNvSpPr>
            <a:spLocks noGrp="1"/>
          </p:cNvSpPr>
          <p:nvPr>
            <p:ph type="pic" sz="quarter" idx="26" hasCustomPrompt="1"/>
          </p:nvPr>
        </p:nvSpPr>
        <p:spPr>
          <a:xfrm>
            <a:off x="0" y="3429000"/>
            <a:ext cx="6092970" cy="3429000"/>
          </a:xfrm>
          <a:solidFill>
            <a:schemeClr val="accent5"/>
          </a:solidFill>
        </p:spPr>
        <p:txBody>
          <a:bodyPr lIns="0" tIns="0" rIns="0" bIns="0">
            <a:noAutofit/>
          </a:bodyPr>
          <a:lstStyle>
            <a:lvl1pPr marL="0" indent="0" algn="ctr">
              <a:lnSpc>
                <a:spcPts val="22000"/>
              </a:lnSpc>
              <a:buFontTx/>
              <a:buNone/>
              <a:defRPr sz="700" cap="all" baseline="0"/>
            </a:lvl1pPr>
          </a:lstStyle>
          <a:p>
            <a:r>
              <a:rPr lang="en-US"/>
              <a:t>Click icon to insert image</a:t>
            </a:r>
          </a:p>
        </p:txBody>
      </p:sp>
      <p:sp>
        <p:nvSpPr>
          <p:cNvPr id="8" name="Picture Placeholder 15">
            <a:extLst>
              <a:ext uri="{FF2B5EF4-FFF2-40B4-BE49-F238E27FC236}">
                <a16:creationId xmlns:a16="http://schemas.microsoft.com/office/drawing/2014/main" id="{53327FB7-D902-3C43-BF0D-1DCE2351B50A}"/>
              </a:ext>
            </a:extLst>
          </p:cNvPr>
          <p:cNvSpPr>
            <a:spLocks noGrp="1"/>
          </p:cNvSpPr>
          <p:nvPr>
            <p:ph type="pic" sz="quarter" idx="13" hasCustomPrompt="1"/>
          </p:nvPr>
        </p:nvSpPr>
        <p:spPr>
          <a:xfrm>
            <a:off x="0" y="1"/>
            <a:ext cx="6092970" cy="3429000"/>
          </a:xfrm>
          <a:solidFill>
            <a:schemeClr val="accent5"/>
          </a:solidFill>
        </p:spPr>
        <p:txBody>
          <a:bodyPr lIns="0" tIns="0" rIns="0" bIns="0">
            <a:noAutofit/>
          </a:bodyPr>
          <a:lstStyle>
            <a:lvl1pPr marL="0" indent="0" algn="ctr">
              <a:lnSpc>
                <a:spcPts val="22000"/>
              </a:lnSpc>
              <a:buFontTx/>
              <a:buNone/>
              <a:defRPr sz="700" cap="all" baseline="0"/>
            </a:lvl1pPr>
          </a:lstStyle>
          <a:p>
            <a:r>
              <a:rPr lang="en-US"/>
              <a:t>Click icon to insert image</a:t>
            </a:r>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bg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bg1"/>
                </a:solidFill>
              </a:defRPr>
            </a:lvl1pPr>
          </a:lstStyle>
          <a:p>
            <a:r>
              <a:rPr lang="en-GB"/>
              <a:t>PRESENTATION TITLE [Insert Tab - Header &amp; Footer]</a:t>
            </a:r>
          </a:p>
        </p:txBody>
      </p:sp>
      <p:sp>
        <p:nvSpPr>
          <p:cNvPr id="12" name="Text Placeholder 19">
            <a:extLst>
              <a:ext uri="{FF2B5EF4-FFF2-40B4-BE49-F238E27FC236}">
                <a16:creationId xmlns:a16="http://schemas.microsoft.com/office/drawing/2014/main" id="{1AF08350-DEF7-B943-80D1-554AEF66824B}"/>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Tree>
    <p:extLst>
      <p:ext uri="{BB962C8B-B14F-4D97-AF65-F5344CB8AC3E}">
        <p14:creationId xmlns:p14="http://schemas.microsoft.com/office/powerpoint/2010/main" val="11889680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GRAPHS AND DIAGRAMS 0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F16447E-34DE-234D-8DF0-BA745DD18B01}"/>
              </a:ext>
            </a:extLst>
          </p:cNvPr>
          <p:cNvSpPr/>
          <p:nvPr userDrawn="1"/>
        </p:nvSpPr>
        <p:spPr>
          <a:xfrm>
            <a:off x="-8930" y="0"/>
            <a:ext cx="610492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26" name="Text Placeholder 13">
            <a:extLst>
              <a:ext uri="{FF2B5EF4-FFF2-40B4-BE49-F238E27FC236}">
                <a16:creationId xmlns:a16="http://schemas.microsoft.com/office/drawing/2014/main" id="{13DDD2B6-B0C2-B045-B77F-0A0F967D692F}"/>
              </a:ext>
            </a:extLst>
          </p:cNvPr>
          <p:cNvSpPr>
            <a:spLocks noGrp="1"/>
          </p:cNvSpPr>
          <p:nvPr>
            <p:ph type="body" sz="quarter" idx="18" hasCustomPrompt="1"/>
          </p:nvPr>
        </p:nvSpPr>
        <p:spPr>
          <a:xfrm>
            <a:off x="6416535" y="3852000"/>
            <a:ext cx="2594113" cy="2382490"/>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a:t>
            </a:r>
          </a:p>
          <a:p>
            <a:pPr lvl="0"/>
            <a:endParaRPr lang="en-US"/>
          </a:p>
        </p:txBody>
      </p:sp>
      <p:sp>
        <p:nvSpPr>
          <p:cNvPr id="34" name="Title 1">
            <a:extLst>
              <a:ext uri="{FF2B5EF4-FFF2-40B4-BE49-F238E27FC236}">
                <a16:creationId xmlns:a16="http://schemas.microsoft.com/office/drawing/2014/main" id="{5630B13D-2422-E74F-BA1C-E0E5F4CEF689}"/>
              </a:ext>
            </a:extLst>
          </p:cNvPr>
          <p:cNvSpPr>
            <a:spLocks noGrp="1"/>
          </p:cNvSpPr>
          <p:nvPr>
            <p:ph type="ctrTitle" hasCustomPrompt="1"/>
          </p:nvPr>
        </p:nvSpPr>
        <p:spPr>
          <a:xfrm>
            <a:off x="7552749" y="850659"/>
            <a:ext cx="2915801" cy="744461"/>
          </a:xfrm>
        </p:spPr>
        <p:txBody>
          <a:bodyPr anchor="t" anchorCtr="0">
            <a:noAutofit/>
          </a:bodyPr>
          <a:lstStyle>
            <a:lvl1pPr algn="ctr">
              <a:lnSpc>
                <a:spcPts val="3000"/>
              </a:lnSpc>
              <a:defRPr sz="3000" cap="all" baseline="0">
                <a:solidFill>
                  <a:schemeClr val="tx1"/>
                </a:solidFill>
              </a:defRPr>
            </a:lvl1pPr>
          </a:lstStyle>
          <a:p>
            <a:r>
              <a:rPr lang="en-US"/>
              <a:t>Lorem ipsum dolor </a:t>
            </a:r>
            <a:r>
              <a:rPr lang="en-US" err="1"/>
              <a:t>est</a:t>
            </a:r>
            <a:r>
              <a:rPr lang="en-US"/>
              <a:t> sit</a:t>
            </a:r>
          </a:p>
        </p:txBody>
      </p:sp>
      <p:sp>
        <p:nvSpPr>
          <p:cNvPr id="35" name="Text Placeholder 13">
            <a:extLst>
              <a:ext uri="{FF2B5EF4-FFF2-40B4-BE49-F238E27FC236}">
                <a16:creationId xmlns:a16="http://schemas.microsoft.com/office/drawing/2014/main" id="{9FC8DCEF-5220-3C4F-9CEC-8A63D23522D6}"/>
              </a:ext>
            </a:extLst>
          </p:cNvPr>
          <p:cNvSpPr>
            <a:spLocks noGrp="1"/>
          </p:cNvSpPr>
          <p:nvPr>
            <p:ph type="body" sz="quarter" idx="24" hasCustomPrompt="1"/>
          </p:nvPr>
        </p:nvSpPr>
        <p:spPr>
          <a:xfrm>
            <a:off x="7552748" y="594126"/>
            <a:ext cx="2915801" cy="170126"/>
          </a:xfrm>
        </p:spPr>
        <p:txBody>
          <a:bodyPr lIns="0" tIns="0" rIns="0" bIns="0">
            <a:noAutofit/>
          </a:bodyPr>
          <a:lstStyle>
            <a:lvl1pPr marL="0" indent="0" algn="ctr">
              <a:lnSpc>
                <a:spcPts val="1400"/>
              </a:lnSpc>
              <a:spcBef>
                <a:spcPts val="0"/>
              </a:spcBef>
              <a:buNone/>
              <a:defRPr sz="10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4" name="Text Placeholder 13">
            <a:extLst>
              <a:ext uri="{FF2B5EF4-FFF2-40B4-BE49-F238E27FC236}">
                <a16:creationId xmlns:a16="http://schemas.microsoft.com/office/drawing/2014/main" id="{06BA8573-8B98-094D-8B8E-A16B4F62AEBB}"/>
              </a:ext>
            </a:extLst>
          </p:cNvPr>
          <p:cNvSpPr>
            <a:spLocks noGrp="1"/>
          </p:cNvSpPr>
          <p:nvPr>
            <p:ph type="body" sz="quarter" idx="25" hasCustomPrompt="1"/>
          </p:nvPr>
        </p:nvSpPr>
        <p:spPr>
          <a:xfrm>
            <a:off x="9194228" y="3852000"/>
            <a:ext cx="2594113" cy="2382490"/>
          </a:xfrm>
        </p:spPr>
        <p:txBody>
          <a:bodyPr lIns="0" tIns="0" rIns="0" bIns="0">
            <a:noAutofit/>
          </a:bodyPr>
          <a:lstStyle>
            <a:lvl1pPr marL="0" marR="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Lorem ipsum dolor sit </a:t>
            </a:r>
            <a:r>
              <a:rPr lang="en-US" err="1"/>
              <a:t>amet</a:t>
            </a:r>
            <a:r>
              <a:rPr lang="en-US"/>
              <a:t>, </a:t>
            </a:r>
            <a:r>
              <a:rPr lang="en-US" err="1"/>
              <a:t>consectetur</a:t>
            </a:r>
            <a:r>
              <a:rPr lang="en-US"/>
              <a:t> </a:t>
            </a:r>
            <a:r>
              <a:rPr lang="en-US" err="1"/>
              <a:t>adispicing</a:t>
            </a:r>
            <a:r>
              <a:rPr lang="en-US"/>
              <a:t> </a:t>
            </a:r>
            <a:r>
              <a:rPr lang="en-US" err="1"/>
              <a:t>elit</a:t>
            </a:r>
            <a:r>
              <a:rPr lang="en-US"/>
              <a:t>. Nunc </a:t>
            </a:r>
            <a:r>
              <a:rPr lang="en-US" err="1"/>
              <a:t>rhoncus</a:t>
            </a:r>
            <a:r>
              <a:rPr lang="en-US"/>
              <a:t> </a:t>
            </a:r>
            <a:r>
              <a:rPr lang="en-US" err="1"/>
              <a:t>massa</a:t>
            </a:r>
            <a:r>
              <a:rPr lang="en-US"/>
              <a:t> </a:t>
            </a:r>
            <a:r>
              <a:rPr lang="en-US" err="1"/>
              <a:t>sed</a:t>
            </a:r>
            <a:r>
              <a:rPr lang="en-US"/>
              <a:t> </a:t>
            </a:r>
            <a:r>
              <a:rPr lang="en-US" err="1"/>
              <a:t>eros</a:t>
            </a:r>
            <a:r>
              <a:rPr lang="en-US"/>
              <a:t> porta, </a:t>
            </a:r>
            <a:r>
              <a:rPr lang="en-US" err="1"/>
              <a:t>sed</a:t>
            </a:r>
            <a:r>
              <a:rPr lang="en-US"/>
              <a:t> </a:t>
            </a:r>
            <a:r>
              <a:rPr lang="en-US" err="1"/>
              <a:t>egestas</a:t>
            </a:r>
            <a:r>
              <a:rPr lang="en-US"/>
              <a:t> </a:t>
            </a:r>
            <a:r>
              <a:rPr lang="en-US" err="1"/>
              <a:t>turpis</a:t>
            </a:r>
            <a:r>
              <a:rPr lang="en-US"/>
              <a:t> </a:t>
            </a:r>
            <a:r>
              <a:rPr lang="en-US" err="1"/>
              <a:t>commodo</a:t>
            </a:r>
            <a:r>
              <a:rPr lang="en-US"/>
              <a:t>. </a:t>
            </a:r>
            <a:r>
              <a:rPr lang="en-US" err="1"/>
              <a:t>Etiam</a:t>
            </a:r>
            <a:r>
              <a:rPr lang="en-US"/>
              <a:t> </a:t>
            </a:r>
            <a:r>
              <a:rPr lang="en-US" err="1"/>
              <a:t>quis</a:t>
            </a:r>
            <a:r>
              <a:rPr lang="en-US"/>
              <a:t> </a:t>
            </a:r>
            <a:r>
              <a:rPr lang="en-US" err="1"/>
              <a:t>turpis</a:t>
            </a:r>
            <a:r>
              <a:rPr lang="en-US"/>
              <a:t> in </a:t>
            </a:r>
            <a:r>
              <a:rPr lang="en-US" err="1"/>
              <a:t>erat</a:t>
            </a:r>
            <a:r>
              <a:rPr lang="en-US"/>
              <a:t> </a:t>
            </a:r>
            <a:r>
              <a:rPr lang="en-US" err="1"/>
              <a:t>varius</a:t>
            </a:r>
            <a:r>
              <a:rPr lang="en-US"/>
              <a:t> </a:t>
            </a:r>
            <a:r>
              <a:rPr lang="en-US" err="1"/>
              <a:t>tincidunt</a:t>
            </a:r>
            <a:r>
              <a:rPr lang="en-US"/>
              <a:t>. Nunc </a:t>
            </a:r>
            <a:r>
              <a:rPr lang="en-US" err="1"/>
              <a:t>pretium</a:t>
            </a:r>
            <a:r>
              <a:rPr lang="en-US"/>
              <a:t>, </a:t>
            </a:r>
            <a:r>
              <a:rPr lang="en-US" err="1"/>
              <a:t>est</a:t>
            </a:r>
            <a:r>
              <a:rPr lang="en-US"/>
              <a:t> </a:t>
            </a:r>
            <a:r>
              <a:rPr lang="en-US" err="1"/>
              <a:t>sed</a:t>
            </a:r>
            <a:r>
              <a:rPr lang="en-US"/>
              <a:t> </a:t>
            </a:r>
            <a:r>
              <a:rPr lang="en-US" err="1"/>
              <a:t>tincidunt</a:t>
            </a:r>
            <a:r>
              <a:rPr lang="en-US"/>
              <a:t> </a:t>
            </a:r>
            <a:r>
              <a:rPr lang="en-US" err="1"/>
              <a:t>tristique</a:t>
            </a:r>
            <a:r>
              <a:rPr lang="en-US"/>
              <a:t>, </a:t>
            </a:r>
            <a:r>
              <a:rPr lang="en-US" err="1"/>
              <a:t>tortor</a:t>
            </a:r>
            <a:r>
              <a:rPr lang="en-US"/>
              <a:t> </a:t>
            </a:r>
            <a:r>
              <a:rPr lang="en-US" err="1"/>
              <a:t>nulla</a:t>
            </a:r>
            <a:r>
              <a:rPr lang="en-US"/>
              <a:t> pharetra </a:t>
            </a:r>
            <a:r>
              <a:rPr lang="en-US" err="1"/>
              <a:t>nisl</a:t>
            </a:r>
            <a:r>
              <a:rPr lang="en-US"/>
              <a:t>, non </a:t>
            </a:r>
            <a:r>
              <a:rPr lang="en-US" err="1"/>
              <a:t>fsacilisis</a:t>
            </a:r>
            <a:r>
              <a:rPr lang="en-US"/>
              <a:t> </a:t>
            </a:r>
            <a:r>
              <a:rPr lang="en-US" err="1"/>
              <a:t>urna</a:t>
            </a:r>
            <a:r>
              <a:rPr lang="en-US"/>
              <a:t> </a:t>
            </a:r>
            <a:r>
              <a:rPr lang="en-US" err="1"/>
              <a:t>justo</a:t>
            </a:r>
            <a:r>
              <a:rPr lang="en-US"/>
              <a:t> </a:t>
            </a:r>
            <a:r>
              <a:rPr lang="en-US" err="1"/>
              <a:t>vel</a:t>
            </a:r>
            <a:r>
              <a:rPr lang="en-US"/>
              <a:t> </a:t>
            </a:r>
            <a:r>
              <a:rPr lang="en-US" err="1"/>
              <a:t>massa</a:t>
            </a:r>
            <a:r>
              <a:rPr lang="en-US"/>
              <a:t> </a:t>
            </a:r>
            <a:r>
              <a:rPr lang="en-US" err="1"/>
              <a:t>tortor</a:t>
            </a:r>
            <a:r>
              <a:rPr lang="en-US"/>
              <a:t>.</a:t>
            </a:r>
          </a:p>
          <a:p>
            <a:pPr lvl="0"/>
            <a:endParaRPr lang="en-US"/>
          </a:p>
        </p:txBody>
      </p:sp>
      <p:sp>
        <p:nvSpPr>
          <p:cNvPr id="12" name="Text Placeholder 19">
            <a:extLst>
              <a:ext uri="{FF2B5EF4-FFF2-40B4-BE49-F238E27FC236}">
                <a16:creationId xmlns:a16="http://schemas.microsoft.com/office/drawing/2014/main" id="{468ABE90-7E12-E840-BFA7-8F734ACCBBA5}"/>
              </a:ext>
            </a:extLst>
          </p:cNvPr>
          <p:cNvSpPr>
            <a:spLocks noGrp="1"/>
          </p:cNvSpPr>
          <p:nvPr>
            <p:ph type="body" sz="quarter" idx="14" hasCustomPrompt="1"/>
          </p:nvPr>
        </p:nvSpPr>
        <p:spPr>
          <a:xfrm>
            <a:off x="5727392" y="202622"/>
            <a:ext cx="728287" cy="391504"/>
          </a:xfrm>
          <a:blipFill>
            <a:blip r:embed="rId2">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txBody>
          <a:bodyPr/>
          <a:lstStyle>
            <a:lvl1pPr marL="0" indent="0">
              <a:buFontTx/>
              <a:buNone/>
              <a:defRPr>
                <a:blipFill>
                  <a:blip r:embed="rId3"/>
                  <a:stretch>
                    <a:fillRect/>
                  </a:stretch>
                </a:blipFill>
              </a:defRPr>
            </a:lvl1pPr>
          </a:lstStyle>
          <a:p>
            <a:pPr lvl="0"/>
            <a:r>
              <a:rPr lang="en-US"/>
              <a:t> </a:t>
            </a:r>
          </a:p>
        </p:txBody>
      </p:sp>
      <p:sp>
        <p:nvSpPr>
          <p:cNvPr id="13" name="Chart Placeholder 4">
            <a:extLst>
              <a:ext uri="{FF2B5EF4-FFF2-40B4-BE49-F238E27FC236}">
                <a16:creationId xmlns:a16="http://schemas.microsoft.com/office/drawing/2014/main" id="{7CC3B3EA-6FEB-414F-807C-E877A731E730}"/>
              </a:ext>
            </a:extLst>
          </p:cNvPr>
          <p:cNvSpPr>
            <a:spLocks noGrp="1"/>
          </p:cNvSpPr>
          <p:nvPr>
            <p:ph type="chart" sz="quarter" idx="17" hasCustomPrompt="1"/>
          </p:nvPr>
        </p:nvSpPr>
        <p:spPr>
          <a:xfrm>
            <a:off x="635617" y="1382751"/>
            <a:ext cx="4917688" cy="4404732"/>
          </a:xfrm>
        </p:spPr>
        <p:txBody>
          <a:bodyPr/>
          <a:lstStyle>
            <a:lvl1pPr marL="0" indent="0">
              <a:buNone/>
              <a:defRPr/>
            </a:lvl1pPr>
          </a:lstStyle>
          <a:p>
            <a:r>
              <a:rPr lang="en-US"/>
              <a:t> </a:t>
            </a:r>
          </a:p>
        </p:txBody>
      </p:sp>
      <p:sp>
        <p:nvSpPr>
          <p:cNvPr id="16" name="Text Placeholder 13">
            <a:extLst>
              <a:ext uri="{FF2B5EF4-FFF2-40B4-BE49-F238E27FC236}">
                <a16:creationId xmlns:a16="http://schemas.microsoft.com/office/drawing/2014/main" id="{67A05CE7-4483-0745-BC50-A2DB9597A3A8}"/>
              </a:ext>
            </a:extLst>
          </p:cNvPr>
          <p:cNvSpPr>
            <a:spLocks noGrp="1"/>
          </p:cNvSpPr>
          <p:nvPr>
            <p:ph type="body" sz="quarter" idx="12" hasCustomPrompt="1"/>
          </p:nvPr>
        </p:nvSpPr>
        <p:spPr>
          <a:xfrm>
            <a:off x="635618" y="700497"/>
            <a:ext cx="4917688"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Tree>
    <p:extLst>
      <p:ext uri="{BB962C8B-B14F-4D97-AF65-F5344CB8AC3E}">
        <p14:creationId xmlns:p14="http://schemas.microsoft.com/office/powerpoint/2010/main" val="14426268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GRAPHS AND DIAGRAMS 02">
    <p:spTree>
      <p:nvGrpSpPr>
        <p:cNvPr id="1" name=""/>
        <p:cNvGrpSpPr/>
        <p:nvPr/>
      </p:nvGrpSpPr>
      <p:grpSpPr>
        <a:xfrm>
          <a:off x="0" y="0"/>
          <a:ext cx="0" cy="0"/>
          <a:chOff x="0" y="0"/>
          <a:chExt cx="0" cy="0"/>
        </a:xfrm>
      </p:grpSpPr>
      <p:grpSp>
        <p:nvGrpSpPr>
          <p:cNvPr id="69" name="Group 68">
            <a:extLst>
              <a:ext uri="{FF2B5EF4-FFF2-40B4-BE49-F238E27FC236}">
                <a16:creationId xmlns:a16="http://schemas.microsoft.com/office/drawing/2014/main" id="{EBA82831-27EE-7B40-8604-28309CB01A00}"/>
              </a:ext>
            </a:extLst>
          </p:cNvPr>
          <p:cNvGrpSpPr/>
          <p:nvPr userDrawn="1"/>
        </p:nvGrpSpPr>
        <p:grpSpPr>
          <a:xfrm>
            <a:off x="2231055" y="1410366"/>
            <a:ext cx="8975228" cy="4709077"/>
            <a:chOff x="2231055" y="1410366"/>
            <a:chExt cx="8975228" cy="4709077"/>
          </a:xfrm>
        </p:grpSpPr>
        <p:sp>
          <p:nvSpPr>
            <p:cNvPr id="70" name="Rectangle 69">
              <a:extLst>
                <a:ext uri="{FF2B5EF4-FFF2-40B4-BE49-F238E27FC236}">
                  <a16:creationId xmlns:a16="http://schemas.microsoft.com/office/drawing/2014/main" id="{AB64A7FF-0E35-C446-B237-03E9860BC092}"/>
                </a:ext>
              </a:extLst>
            </p:cNvPr>
            <p:cNvSpPr/>
            <p:nvPr/>
          </p:nvSpPr>
          <p:spPr>
            <a:xfrm>
              <a:off x="4228021" y="1410366"/>
              <a:ext cx="3735957" cy="7472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4BAF4666-75AF-9A4F-8A1C-B761E2540BCF}"/>
                </a:ext>
              </a:extLst>
            </p:cNvPr>
            <p:cNvSpPr/>
            <p:nvPr/>
          </p:nvSpPr>
          <p:spPr>
            <a:xfrm>
              <a:off x="4228021" y="2395796"/>
              <a:ext cx="3735957" cy="7472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908D8B6E-1352-9C43-92D2-F21B0589F275}"/>
                </a:ext>
              </a:extLst>
            </p:cNvPr>
            <p:cNvSpPr/>
            <p:nvPr/>
          </p:nvSpPr>
          <p:spPr>
            <a:xfrm>
              <a:off x="2231055" y="3530914"/>
              <a:ext cx="3735957" cy="7472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B336E14F-8822-5F47-BE68-130BD0A29AA1}"/>
                </a:ext>
              </a:extLst>
            </p:cNvPr>
            <p:cNvSpPr/>
            <p:nvPr/>
          </p:nvSpPr>
          <p:spPr>
            <a:xfrm>
              <a:off x="6246006" y="3530914"/>
              <a:ext cx="3735957" cy="7472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a:extLst>
                <a:ext uri="{FF2B5EF4-FFF2-40B4-BE49-F238E27FC236}">
                  <a16:creationId xmlns:a16="http://schemas.microsoft.com/office/drawing/2014/main" id="{206530EA-7EF0-EA4E-90A1-D16F6039193A}"/>
                </a:ext>
              </a:extLst>
            </p:cNvPr>
            <p:cNvCxnSpPr>
              <a:cxnSpLocks/>
              <a:stCxn id="71" idx="2"/>
            </p:cNvCxnSpPr>
            <p:nvPr/>
          </p:nvCxnSpPr>
          <p:spPr>
            <a:xfrm>
              <a:off x="6096000" y="3143046"/>
              <a:ext cx="0" cy="23239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0FBEC0D9-DDBB-554A-AD47-87A64FE88BA5}"/>
                </a:ext>
              </a:extLst>
            </p:cNvPr>
            <p:cNvCxnSpPr>
              <a:cxnSpLocks/>
            </p:cNvCxnSpPr>
            <p:nvPr/>
          </p:nvCxnSpPr>
          <p:spPr>
            <a:xfrm>
              <a:off x="4099034" y="3375444"/>
              <a:ext cx="4027929"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DFAB30F7-BF99-C04C-A7C0-99BAF433F6E8}"/>
                </a:ext>
              </a:extLst>
            </p:cNvPr>
            <p:cNvCxnSpPr>
              <a:cxnSpLocks/>
              <a:endCxn id="72" idx="0"/>
            </p:cNvCxnSpPr>
            <p:nvPr/>
          </p:nvCxnSpPr>
          <p:spPr>
            <a:xfrm>
              <a:off x="4099034" y="3375444"/>
              <a:ext cx="0" cy="15547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C3C190B4-BF61-BC4D-8F9D-DB691C65F93C}"/>
                </a:ext>
              </a:extLst>
            </p:cNvPr>
            <p:cNvCxnSpPr>
              <a:cxnSpLocks/>
            </p:cNvCxnSpPr>
            <p:nvPr/>
          </p:nvCxnSpPr>
          <p:spPr>
            <a:xfrm>
              <a:off x="8120776" y="3375444"/>
              <a:ext cx="0" cy="15547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5883F47E-9D47-A54E-BAB4-60433042237C}"/>
                </a:ext>
              </a:extLst>
            </p:cNvPr>
            <p:cNvCxnSpPr>
              <a:cxnSpLocks/>
            </p:cNvCxnSpPr>
            <p:nvPr/>
          </p:nvCxnSpPr>
          <p:spPr>
            <a:xfrm>
              <a:off x="6096000" y="2163398"/>
              <a:ext cx="0" cy="23239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13309BA9-9E13-1944-B783-B9AC4749AFB8}"/>
                </a:ext>
              </a:extLst>
            </p:cNvPr>
            <p:cNvSpPr/>
            <p:nvPr/>
          </p:nvSpPr>
          <p:spPr>
            <a:xfrm>
              <a:off x="6246006" y="4454016"/>
              <a:ext cx="3735957" cy="7472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EC67A57F-2629-9F44-8E5E-AC88ACDF72C9}"/>
                </a:ext>
              </a:extLst>
            </p:cNvPr>
            <p:cNvSpPr/>
            <p:nvPr/>
          </p:nvSpPr>
          <p:spPr>
            <a:xfrm>
              <a:off x="6246006" y="5372193"/>
              <a:ext cx="3735957" cy="7472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F90571EE-74BE-4644-BE5E-2B84672D502A}"/>
                </a:ext>
              </a:extLst>
            </p:cNvPr>
            <p:cNvSpPr/>
            <p:nvPr/>
          </p:nvSpPr>
          <p:spPr>
            <a:xfrm>
              <a:off x="2231055" y="4454016"/>
              <a:ext cx="3735957" cy="7472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5C8D4F44-132E-2C4E-9C3E-5FD1A29D55AA}"/>
                </a:ext>
              </a:extLst>
            </p:cNvPr>
            <p:cNvSpPr/>
            <p:nvPr/>
          </p:nvSpPr>
          <p:spPr>
            <a:xfrm>
              <a:off x="2231055" y="5372193"/>
              <a:ext cx="3735957" cy="7472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a:extLst>
                <a:ext uri="{FF2B5EF4-FFF2-40B4-BE49-F238E27FC236}">
                  <a16:creationId xmlns:a16="http://schemas.microsoft.com/office/drawing/2014/main" id="{7DF26AEF-2019-184D-A646-3D7D411DAB60}"/>
                </a:ext>
              </a:extLst>
            </p:cNvPr>
            <p:cNvCxnSpPr>
              <a:cxnSpLocks/>
            </p:cNvCxnSpPr>
            <p:nvPr/>
          </p:nvCxnSpPr>
          <p:spPr>
            <a:xfrm>
              <a:off x="4099034" y="4289844"/>
              <a:ext cx="0" cy="15547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99AFB4E7-C991-1348-9643-2F9FE98E76B9}"/>
                </a:ext>
              </a:extLst>
            </p:cNvPr>
            <p:cNvCxnSpPr>
              <a:cxnSpLocks/>
            </p:cNvCxnSpPr>
            <p:nvPr/>
          </p:nvCxnSpPr>
          <p:spPr>
            <a:xfrm>
              <a:off x="4099034" y="5204244"/>
              <a:ext cx="0" cy="15547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CEB22416-FED7-A245-9E30-08D2EEBC6736}"/>
                </a:ext>
              </a:extLst>
            </p:cNvPr>
            <p:cNvCxnSpPr>
              <a:cxnSpLocks/>
            </p:cNvCxnSpPr>
            <p:nvPr/>
          </p:nvCxnSpPr>
          <p:spPr>
            <a:xfrm>
              <a:off x="8127337" y="4289844"/>
              <a:ext cx="0" cy="15547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ECB505AB-B6A5-374C-A0D3-68E3C935BDEE}"/>
                </a:ext>
              </a:extLst>
            </p:cNvPr>
            <p:cNvCxnSpPr>
              <a:cxnSpLocks/>
            </p:cNvCxnSpPr>
            <p:nvPr/>
          </p:nvCxnSpPr>
          <p:spPr>
            <a:xfrm>
              <a:off x="8127337" y="5204244"/>
              <a:ext cx="0" cy="15547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28ED49F2-0E9C-0149-847E-003DE79F0B97}"/>
                </a:ext>
              </a:extLst>
            </p:cNvPr>
            <p:cNvCxnSpPr>
              <a:cxnSpLocks/>
              <a:stCxn id="70" idx="3"/>
            </p:cNvCxnSpPr>
            <p:nvPr/>
          </p:nvCxnSpPr>
          <p:spPr>
            <a:xfrm>
              <a:off x="7963978" y="1783991"/>
              <a:ext cx="726593"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88" name="Rectangle 87">
              <a:extLst>
                <a:ext uri="{FF2B5EF4-FFF2-40B4-BE49-F238E27FC236}">
                  <a16:creationId xmlns:a16="http://schemas.microsoft.com/office/drawing/2014/main" id="{24A03518-12EA-A043-A602-270E119BAE0A}"/>
                </a:ext>
              </a:extLst>
            </p:cNvPr>
            <p:cNvSpPr/>
            <p:nvPr/>
          </p:nvSpPr>
          <p:spPr>
            <a:xfrm>
              <a:off x="8690571" y="1410366"/>
              <a:ext cx="2515712" cy="7472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27" name="Text Placeholder 13">
            <a:extLst>
              <a:ext uri="{FF2B5EF4-FFF2-40B4-BE49-F238E27FC236}">
                <a16:creationId xmlns:a16="http://schemas.microsoft.com/office/drawing/2014/main" id="{6FD7CFF1-D4D2-484C-BAC8-629BE380AB20}"/>
              </a:ext>
            </a:extLst>
          </p:cNvPr>
          <p:cNvSpPr>
            <a:spLocks noGrp="1"/>
          </p:cNvSpPr>
          <p:nvPr>
            <p:ph type="body" sz="quarter" idx="12" hasCustomPrompt="1"/>
          </p:nvPr>
        </p:nvSpPr>
        <p:spPr>
          <a:xfrm>
            <a:off x="3180557" y="678337"/>
            <a:ext cx="5830887"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7" name="Text Placeholder 13">
            <a:extLst>
              <a:ext uri="{FF2B5EF4-FFF2-40B4-BE49-F238E27FC236}">
                <a16:creationId xmlns:a16="http://schemas.microsoft.com/office/drawing/2014/main" id="{72BCF3AA-9943-4D49-8DC0-30BF8F25CA94}"/>
              </a:ext>
            </a:extLst>
          </p:cNvPr>
          <p:cNvSpPr>
            <a:spLocks noGrp="1"/>
          </p:cNvSpPr>
          <p:nvPr>
            <p:ph type="body" sz="quarter" idx="40" hasCustomPrompt="1"/>
          </p:nvPr>
        </p:nvSpPr>
        <p:spPr>
          <a:xfrm>
            <a:off x="4565073" y="1601580"/>
            <a:ext cx="3061854" cy="181038"/>
          </a:xfrm>
        </p:spPr>
        <p:txBody>
          <a:bodyPr lIns="0" tIns="0" rIns="0" bIns="0">
            <a:noAutofit/>
          </a:bodyPr>
          <a:lstStyle>
            <a:lvl1pPr marL="0" indent="0" algn="ctr">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68" name="Text Placeholder 13">
            <a:extLst>
              <a:ext uri="{FF2B5EF4-FFF2-40B4-BE49-F238E27FC236}">
                <a16:creationId xmlns:a16="http://schemas.microsoft.com/office/drawing/2014/main" id="{55568DD8-5015-AC4A-957C-69DB3BD0A597}"/>
              </a:ext>
            </a:extLst>
          </p:cNvPr>
          <p:cNvSpPr>
            <a:spLocks noGrp="1"/>
          </p:cNvSpPr>
          <p:nvPr>
            <p:ph type="body" sz="quarter" idx="41" hasCustomPrompt="1"/>
          </p:nvPr>
        </p:nvSpPr>
        <p:spPr>
          <a:xfrm>
            <a:off x="4565073" y="1789262"/>
            <a:ext cx="3061854" cy="181038"/>
          </a:xfrm>
        </p:spPr>
        <p:txBody>
          <a:bodyPr lIns="0" tIns="0" rIns="0" bIns="0">
            <a:noAutofit/>
          </a:bodyPr>
          <a:lstStyle>
            <a:lvl1pPr marL="0" indent="0" algn="ctr">
              <a:lnSpc>
                <a:spcPts val="1400"/>
              </a:lnSpc>
              <a:spcBef>
                <a:spcPts val="0"/>
              </a:spcBef>
              <a:buNone/>
              <a:defRPr sz="1200" i="1"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89" name="Text Placeholder 13">
            <a:extLst>
              <a:ext uri="{FF2B5EF4-FFF2-40B4-BE49-F238E27FC236}">
                <a16:creationId xmlns:a16="http://schemas.microsoft.com/office/drawing/2014/main" id="{B1F3F2D0-1081-734E-9D4B-0AC6904E5A82}"/>
              </a:ext>
            </a:extLst>
          </p:cNvPr>
          <p:cNvSpPr>
            <a:spLocks noGrp="1"/>
          </p:cNvSpPr>
          <p:nvPr>
            <p:ph type="body" sz="quarter" idx="42" hasCustomPrompt="1"/>
          </p:nvPr>
        </p:nvSpPr>
        <p:spPr>
          <a:xfrm>
            <a:off x="4565073" y="2588061"/>
            <a:ext cx="3061854" cy="181038"/>
          </a:xfrm>
        </p:spPr>
        <p:txBody>
          <a:bodyPr lIns="0" tIns="0" rIns="0" bIns="0">
            <a:noAutofit/>
          </a:bodyPr>
          <a:lstStyle>
            <a:lvl1pPr marL="0" indent="0" algn="ctr">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0" name="Text Placeholder 13">
            <a:extLst>
              <a:ext uri="{FF2B5EF4-FFF2-40B4-BE49-F238E27FC236}">
                <a16:creationId xmlns:a16="http://schemas.microsoft.com/office/drawing/2014/main" id="{B0C66167-AA7C-9043-856D-EDDD47498E7F}"/>
              </a:ext>
            </a:extLst>
          </p:cNvPr>
          <p:cNvSpPr>
            <a:spLocks noGrp="1"/>
          </p:cNvSpPr>
          <p:nvPr>
            <p:ph type="body" sz="quarter" idx="43" hasCustomPrompt="1"/>
          </p:nvPr>
        </p:nvSpPr>
        <p:spPr>
          <a:xfrm>
            <a:off x="4565073" y="2775743"/>
            <a:ext cx="3061854" cy="181038"/>
          </a:xfrm>
        </p:spPr>
        <p:txBody>
          <a:bodyPr lIns="0" tIns="0" rIns="0" bIns="0">
            <a:noAutofit/>
          </a:bodyPr>
          <a:lstStyle>
            <a:lvl1pPr marL="0" indent="0" algn="ctr">
              <a:lnSpc>
                <a:spcPts val="1400"/>
              </a:lnSpc>
              <a:spcBef>
                <a:spcPts val="0"/>
              </a:spcBef>
              <a:buNone/>
              <a:defRPr sz="1200" i="1"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1" name="Text Placeholder 13">
            <a:extLst>
              <a:ext uri="{FF2B5EF4-FFF2-40B4-BE49-F238E27FC236}">
                <a16:creationId xmlns:a16="http://schemas.microsoft.com/office/drawing/2014/main" id="{3721721C-1854-3B4B-B6E8-40EF4AF7FE6B}"/>
              </a:ext>
            </a:extLst>
          </p:cNvPr>
          <p:cNvSpPr>
            <a:spLocks noGrp="1"/>
          </p:cNvSpPr>
          <p:nvPr>
            <p:ph type="body" sz="quarter" idx="44" hasCustomPrompt="1"/>
          </p:nvPr>
        </p:nvSpPr>
        <p:spPr>
          <a:xfrm>
            <a:off x="8962460" y="1596997"/>
            <a:ext cx="1967915" cy="181038"/>
          </a:xfrm>
        </p:spPr>
        <p:txBody>
          <a:bodyPr lIns="0" tIns="0" rIns="0" bIns="0">
            <a:noAutofit/>
          </a:bodyPr>
          <a:lstStyle>
            <a:lvl1pPr marL="0" indent="0" algn="ctr">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2" name="Text Placeholder 13">
            <a:extLst>
              <a:ext uri="{FF2B5EF4-FFF2-40B4-BE49-F238E27FC236}">
                <a16:creationId xmlns:a16="http://schemas.microsoft.com/office/drawing/2014/main" id="{5DA83518-B2EA-D74C-9185-1CE1F79A239A}"/>
              </a:ext>
            </a:extLst>
          </p:cNvPr>
          <p:cNvSpPr>
            <a:spLocks noGrp="1"/>
          </p:cNvSpPr>
          <p:nvPr>
            <p:ph type="body" sz="quarter" idx="45" hasCustomPrompt="1"/>
          </p:nvPr>
        </p:nvSpPr>
        <p:spPr>
          <a:xfrm>
            <a:off x="8962460" y="1784679"/>
            <a:ext cx="1967915" cy="181038"/>
          </a:xfrm>
        </p:spPr>
        <p:txBody>
          <a:bodyPr lIns="0" tIns="0" rIns="0" bIns="0">
            <a:noAutofit/>
          </a:bodyPr>
          <a:lstStyle>
            <a:lvl1pPr marL="0" indent="0" algn="ctr">
              <a:lnSpc>
                <a:spcPts val="1400"/>
              </a:lnSpc>
              <a:spcBef>
                <a:spcPts val="0"/>
              </a:spcBef>
              <a:buNone/>
              <a:defRPr sz="1200" i="1"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3" name="Text Placeholder 13">
            <a:extLst>
              <a:ext uri="{FF2B5EF4-FFF2-40B4-BE49-F238E27FC236}">
                <a16:creationId xmlns:a16="http://schemas.microsoft.com/office/drawing/2014/main" id="{663767AE-E1EE-8547-B03E-F110E5333875}"/>
              </a:ext>
            </a:extLst>
          </p:cNvPr>
          <p:cNvSpPr>
            <a:spLocks noGrp="1"/>
          </p:cNvSpPr>
          <p:nvPr>
            <p:ph type="body" sz="quarter" idx="46" hasCustomPrompt="1"/>
          </p:nvPr>
        </p:nvSpPr>
        <p:spPr>
          <a:xfrm>
            <a:off x="2582862" y="3716899"/>
            <a:ext cx="3061854" cy="181038"/>
          </a:xfrm>
        </p:spPr>
        <p:txBody>
          <a:bodyPr lIns="0" tIns="0" rIns="0" bIns="0">
            <a:noAutofit/>
          </a:bodyPr>
          <a:lstStyle>
            <a:lvl1pPr marL="0" indent="0" algn="ctr">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4" name="Text Placeholder 13">
            <a:extLst>
              <a:ext uri="{FF2B5EF4-FFF2-40B4-BE49-F238E27FC236}">
                <a16:creationId xmlns:a16="http://schemas.microsoft.com/office/drawing/2014/main" id="{E6D116A2-61C7-DE4F-B488-6608852651DF}"/>
              </a:ext>
            </a:extLst>
          </p:cNvPr>
          <p:cNvSpPr>
            <a:spLocks noGrp="1"/>
          </p:cNvSpPr>
          <p:nvPr>
            <p:ph type="body" sz="quarter" idx="47" hasCustomPrompt="1"/>
          </p:nvPr>
        </p:nvSpPr>
        <p:spPr>
          <a:xfrm>
            <a:off x="2582862" y="3904581"/>
            <a:ext cx="3061854" cy="181038"/>
          </a:xfrm>
        </p:spPr>
        <p:txBody>
          <a:bodyPr lIns="0" tIns="0" rIns="0" bIns="0">
            <a:noAutofit/>
          </a:bodyPr>
          <a:lstStyle>
            <a:lvl1pPr marL="0" indent="0" algn="ctr">
              <a:lnSpc>
                <a:spcPts val="1400"/>
              </a:lnSpc>
              <a:spcBef>
                <a:spcPts val="0"/>
              </a:spcBef>
              <a:buNone/>
              <a:defRPr sz="1200" i="1"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5" name="Text Placeholder 13">
            <a:extLst>
              <a:ext uri="{FF2B5EF4-FFF2-40B4-BE49-F238E27FC236}">
                <a16:creationId xmlns:a16="http://schemas.microsoft.com/office/drawing/2014/main" id="{7A686601-F01E-CF46-811E-46F534B34032}"/>
              </a:ext>
            </a:extLst>
          </p:cNvPr>
          <p:cNvSpPr>
            <a:spLocks noGrp="1"/>
          </p:cNvSpPr>
          <p:nvPr>
            <p:ph type="body" sz="quarter" idx="48" hasCustomPrompt="1"/>
          </p:nvPr>
        </p:nvSpPr>
        <p:spPr>
          <a:xfrm>
            <a:off x="6584400" y="3718160"/>
            <a:ext cx="3061854" cy="181038"/>
          </a:xfrm>
        </p:spPr>
        <p:txBody>
          <a:bodyPr lIns="0" tIns="0" rIns="0" bIns="0">
            <a:noAutofit/>
          </a:bodyPr>
          <a:lstStyle>
            <a:lvl1pPr marL="0" indent="0" algn="ctr">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6" name="Text Placeholder 13">
            <a:extLst>
              <a:ext uri="{FF2B5EF4-FFF2-40B4-BE49-F238E27FC236}">
                <a16:creationId xmlns:a16="http://schemas.microsoft.com/office/drawing/2014/main" id="{9C8BEB0B-F2B9-F842-900B-4AAA9BAC8E74}"/>
              </a:ext>
            </a:extLst>
          </p:cNvPr>
          <p:cNvSpPr>
            <a:spLocks noGrp="1"/>
          </p:cNvSpPr>
          <p:nvPr>
            <p:ph type="body" sz="quarter" idx="49" hasCustomPrompt="1"/>
          </p:nvPr>
        </p:nvSpPr>
        <p:spPr>
          <a:xfrm>
            <a:off x="6583440" y="3905842"/>
            <a:ext cx="3061854" cy="181038"/>
          </a:xfrm>
        </p:spPr>
        <p:txBody>
          <a:bodyPr lIns="0" tIns="0" rIns="0" bIns="0">
            <a:noAutofit/>
          </a:bodyPr>
          <a:lstStyle>
            <a:lvl1pPr marL="0" indent="0" algn="ctr">
              <a:lnSpc>
                <a:spcPts val="1400"/>
              </a:lnSpc>
              <a:spcBef>
                <a:spcPts val="0"/>
              </a:spcBef>
              <a:buNone/>
              <a:defRPr sz="1200" i="1"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7" name="Text Placeholder 13">
            <a:extLst>
              <a:ext uri="{FF2B5EF4-FFF2-40B4-BE49-F238E27FC236}">
                <a16:creationId xmlns:a16="http://schemas.microsoft.com/office/drawing/2014/main" id="{EBD4FDFC-85DA-6741-9D77-3F0A64EB2DB3}"/>
              </a:ext>
            </a:extLst>
          </p:cNvPr>
          <p:cNvSpPr>
            <a:spLocks noGrp="1"/>
          </p:cNvSpPr>
          <p:nvPr>
            <p:ph type="body" sz="quarter" idx="50" hasCustomPrompt="1"/>
          </p:nvPr>
        </p:nvSpPr>
        <p:spPr>
          <a:xfrm>
            <a:off x="2582862" y="4637507"/>
            <a:ext cx="3061854" cy="181038"/>
          </a:xfrm>
        </p:spPr>
        <p:txBody>
          <a:bodyPr lIns="0" tIns="0" rIns="0" bIns="0">
            <a:noAutofit/>
          </a:bodyPr>
          <a:lstStyle>
            <a:lvl1pPr marL="0" indent="0" algn="ctr">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8" name="Text Placeholder 13">
            <a:extLst>
              <a:ext uri="{FF2B5EF4-FFF2-40B4-BE49-F238E27FC236}">
                <a16:creationId xmlns:a16="http://schemas.microsoft.com/office/drawing/2014/main" id="{E360B076-A674-824A-BE78-D7CADB0D6637}"/>
              </a:ext>
            </a:extLst>
          </p:cNvPr>
          <p:cNvSpPr>
            <a:spLocks noGrp="1"/>
          </p:cNvSpPr>
          <p:nvPr>
            <p:ph type="body" sz="quarter" idx="51" hasCustomPrompt="1"/>
          </p:nvPr>
        </p:nvSpPr>
        <p:spPr>
          <a:xfrm>
            <a:off x="2581200" y="4825189"/>
            <a:ext cx="3061854" cy="181038"/>
          </a:xfrm>
        </p:spPr>
        <p:txBody>
          <a:bodyPr lIns="0" tIns="0" rIns="0" bIns="0">
            <a:noAutofit/>
          </a:bodyPr>
          <a:lstStyle>
            <a:lvl1pPr marL="0" indent="0" algn="ctr">
              <a:lnSpc>
                <a:spcPts val="1400"/>
              </a:lnSpc>
              <a:spcBef>
                <a:spcPts val="0"/>
              </a:spcBef>
              <a:buNone/>
              <a:defRPr sz="1200" i="1"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99" name="Text Placeholder 13">
            <a:extLst>
              <a:ext uri="{FF2B5EF4-FFF2-40B4-BE49-F238E27FC236}">
                <a16:creationId xmlns:a16="http://schemas.microsoft.com/office/drawing/2014/main" id="{46A13952-8BAB-BA4A-A315-95DD8EB6E8A5}"/>
              </a:ext>
            </a:extLst>
          </p:cNvPr>
          <p:cNvSpPr>
            <a:spLocks noGrp="1"/>
          </p:cNvSpPr>
          <p:nvPr>
            <p:ph type="body" sz="quarter" idx="52" hasCustomPrompt="1"/>
          </p:nvPr>
        </p:nvSpPr>
        <p:spPr>
          <a:xfrm>
            <a:off x="6583440" y="4638768"/>
            <a:ext cx="3061854" cy="181038"/>
          </a:xfrm>
        </p:spPr>
        <p:txBody>
          <a:bodyPr lIns="0" tIns="0" rIns="0" bIns="0">
            <a:noAutofit/>
          </a:bodyPr>
          <a:lstStyle>
            <a:lvl1pPr marL="0" indent="0" algn="ctr">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00" name="Text Placeholder 13">
            <a:extLst>
              <a:ext uri="{FF2B5EF4-FFF2-40B4-BE49-F238E27FC236}">
                <a16:creationId xmlns:a16="http://schemas.microsoft.com/office/drawing/2014/main" id="{41CD84D0-2258-CC44-8C65-EE93A77B5283}"/>
              </a:ext>
            </a:extLst>
          </p:cNvPr>
          <p:cNvSpPr>
            <a:spLocks noGrp="1"/>
          </p:cNvSpPr>
          <p:nvPr>
            <p:ph type="body" sz="quarter" idx="53" hasCustomPrompt="1"/>
          </p:nvPr>
        </p:nvSpPr>
        <p:spPr>
          <a:xfrm>
            <a:off x="6583440" y="4826450"/>
            <a:ext cx="3061854" cy="181038"/>
          </a:xfrm>
        </p:spPr>
        <p:txBody>
          <a:bodyPr lIns="0" tIns="0" rIns="0" bIns="0">
            <a:noAutofit/>
          </a:bodyPr>
          <a:lstStyle>
            <a:lvl1pPr marL="0" indent="0" algn="ctr">
              <a:lnSpc>
                <a:spcPts val="1400"/>
              </a:lnSpc>
              <a:spcBef>
                <a:spcPts val="0"/>
              </a:spcBef>
              <a:buNone/>
              <a:defRPr sz="1200" i="1"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01" name="Text Placeholder 13">
            <a:extLst>
              <a:ext uri="{FF2B5EF4-FFF2-40B4-BE49-F238E27FC236}">
                <a16:creationId xmlns:a16="http://schemas.microsoft.com/office/drawing/2014/main" id="{7157AC6D-BDC0-7946-B441-BFB0542498F6}"/>
              </a:ext>
            </a:extLst>
          </p:cNvPr>
          <p:cNvSpPr>
            <a:spLocks noGrp="1"/>
          </p:cNvSpPr>
          <p:nvPr>
            <p:ph type="body" sz="quarter" idx="54" hasCustomPrompt="1"/>
          </p:nvPr>
        </p:nvSpPr>
        <p:spPr>
          <a:xfrm>
            <a:off x="2581200" y="5570239"/>
            <a:ext cx="3061854" cy="181038"/>
          </a:xfrm>
        </p:spPr>
        <p:txBody>
          <a:bodyPr lIns="0" tIns="0" rIns="0" bIns="0">
            <a:noAutofit/>
          </a:bodyPr>
          <a:lstStyle>
            <a:lvl1pPr marL="0" indent="0" algn="ctr">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02" name="Text Placeholder 13">
            <a:extLst>
              <a:ext uri="{FF2B5EF4-FFF2-40B4-BE49-F238E27FC236}">
                <a16:creationId xmlns:a16="http://schemas.microsoft.com/office/drawing/2014/main" id="{FB464F09-24A3-EB4B-B4E6-7571528312D1}"/>
              </a:ext>
            </a:extLst>
          </p:cNvPr>
          <p:cNvSpPr>
            <a:spLocks noGrp="1"/>
          </p:cNvSpPr>
          <p:nvPr>
            <p:ph type="body" sz="quarter" idx="55" hasCustomPrompt="1"/>
          </p:nvPr>
        </p:nvSpPr>
        <p:spPr>
          <a:xfrm>
            <a:off x="2581200" y="5757921"/>
            <a:ext cx="3061854" cy="181038"/>
          </a:xfrm>
        </p:spPr>
        <p:txBody>
          <a:bodyPr lIns="0" tIns="0" rIns="0" bIns="0">
            <a:noAutofit/>
          </a:bodyPr>
          <a:lstStyle>
            <a:lvl1pPr marL="0" indent="0" algn="ctr">
              <a:lnSpc>
                <a:spcPts val="1400"/>
              </a:lnSpc>
              <a:spcBef>
                <a:spcPts val="0"/>
              </a:spcBef>
              <a:buNone/>
              <a:defRPr sz="1200" i="1"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03" name="Text Placeholder 13">
            <a:extLst>
              <a:ext uri="{FF2B5EF4-FFF2-40B4-BE49-F238E27FC236}">
                <a16:creationId xmlns:a16="http://schemas.microsoft.com/office/drawing/2014/main" id="{33313DA0-4417-BB48-A974-53472E810CE0}"/>
              </a:ext>
            </a:extLst>
          </p:cNvPr>
          <p:cNvSpPr>
            <a:spLocks noGrp="1"/>
          </p:cNvSpPr>
          <p:nvPr>
            <p:ph type="body" sz="quarter" idx="56" hasCustomPrompt="1"/>
          </p:nvPr>
        </p:nvSpPr>
        <p:spPr>
          <a:xfrm>
            <a:off x="6584400" y="5571500"/>
            <a:ext cx="3061854" cy="181038"/>
          </a:xfrm>
        </p:spPr>
        <p:txBody>
          <a:bodyPr lIns="0" tIns="0" rIns="0" bIns="0">
            <a:noAutofit/>
          </a:bodyPr>
          <a:lstStyle>
            <a:lvl1pPr marL="0" indent="0" algn="ctr">
              <a:lnSpc>
                <a:spcPts val="1400"/>
              </a:lnSpc>
              <a:spcBef>
                <a:spcPts val="0"/>
              </a:spcBef>
              <a:buNone/>
              <a:defRPr sz="12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04" name="Text Placeholder 13">
            <a:extLst>
              <a:ext uri="{FF2B5EF4-FFF2-40B4-BE49-F238E27FC236}">
                <a16:creationId xmlns:a16="http://schemas.microsoft.com/office/drawing/2014/main" id="{A3FA6E64-7F81-F645-9F28-62ADB0E656C5}"/>
              </a:ext>
            </a:extLst>
          </p:cNvPr>
          <p:cNvSpPr>
            <a:spLocks noGrp="1"/>
          </p:cNvSpPr>
          <p:nvPr>
            <p:ph type="body" sz="quarter" idx="57" hasCustomPrompt="1"/>
          </p:nvPr>
        </p:nvSpPr>
        <p:spPr>
          <a:xfrm>
            <a:off x="6584400" y="5759182"/>
            <a:ext cx="3061854" cy="181038"/>
          </a:xfrm>
        </p:spPr>
        <p:txBody>
          <a:bodyPr lIns="0" tIns="0" rIns="0" bIns="0">
            <a:noAutofit/>
          </a:bodyPr>
          <a:lstStyle>
            <a:lvl1pPr marL="0" indent="0" algn="ctr">
              <a:lnSpc>
                <a:spcPts val="1400"/>
              </a:lnSpc>
              <a:spcBef>
                <a:spcPts val="0"/>
              </a:spcBef>
              <a:buNone/>
              <a:defRPr sz="1200" i="1"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Tree>
    <p:extLst>
      <p:ext uri="{BB962C8B-B14F-4D97-AF65-F5344CB8AC3E}">
        <p14:creationId xmlns:p14="http://schemas.microsoft.com/office/powerpoint/2010/main" val="37044083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RAPHS AND DIAGRAMS 03">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C809C1FD-ABD4-8540-B839-CBDDB8A6F2DC}"/>
              </a:ext>
            </a:extLst>
          </p:cNvPr>
          <p:cNvSpPr/>
          <p:nvPr userDrawn="1"/>
        </p:nvSpPr>
        <p:spPr>
          <a:xfrm>
            <a:off x="2799389" y="1252330"/>
            <a:ext cx="9132565" cy="9994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E07B342-C444-6A47-8A71-C7E41FD02615}"/>
              </a:ext>
            </a:extLst>
          </p:cNvPr>
          <p:cNvSpPr/>
          <p:nvPr userDrawn="1"/>
        </p:nvSpPr>
        <p:spPr>
          <a:xfrm>
            <a:off x="2788879" y="3538330"/>
            <a:ext cx="9132565" cy="76472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92A5FE9-1A3D-5B4D-AB10-17D529FD9A03}"/>
              </a:ext>
            </a:extLst>
          </p:cNvPr>
          <p:cNvSpPr/>
          <p:nvPr userDrawn="1"/>
        </p:nvSpPr>
        <p:spPr>
          <a:xfrm>
            <a:off x="2799389" y="2385390"/>
            <a:ext cx="9132565" cy="9994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519F3690-BD0B-594C-8FB7-0C6B40A63940}"/>
              </a:ext>
            </a:extLst>
          </p:cNvPr>
          <p:cNvSpPr/>
          <p:nvPr userDrawn="1"/>
        </p:nvSpPr>
        <p:spPr>
          <a:xfrm>
            <a:off x="2799389" y="4412974"/>
            <a:ext cx="2926297" cy="16101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F2DF8A4-8F32-F44D-B673-33ADBF0BB302}"/>
              </a:ext>
            </a:extLst>
          </p:cNvPr>
          <p:cNvSpPr/>
          <p:nvPr userDrawn="1"/>
        </p:nvSpPr>
        <p:spPr>
          <a:xfrm>
            <a:off x="5902522" y="4412974"/>
            <a:ext cx="2926297" cy="16101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D120F9A8-A33D-A54B-9261-BCDF43CC0EB5}"/>
              </a:ext>
            </a:extLst>
          </p:cNvPr>
          <p:cNvSpPr/>
          <p:nvPr userDrawn="1"/>
        </p:nvSpPr>
        <p:spPr>
          <a:xfrm>
            <a:off x="8981528" y="4412974"/>
            <a:ext cx="2962364" cy="16101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5FD522C8-2ECC-F64C-83C1-DD466A0EE258}"/>
              </a:ext>
            </a:extLst>
          </p:cNvPr>
          <p:cNvCxnSpPr/>
          <p:nvPr userDrawn="1"/>
        </p:nvCxnSpPr>
        <p:spPr>
          <a:xfrm>
            <a:off x="274104" y="1252330"/>
            <a:ext cx="11667816"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B94709EC-AE4D-164A-A943-E824BD96884B}"/>
              </a:ext>
            </a:extLst>
          </p:cNvPr>
          <p:cNvCxnSpPr/>
          <p:nvPr userDrawn="1"/>
        </p:nvCxnSpPr>
        <p:spPr>
          <a:xfrm>
            <a:off x="274104" y="3522002"/>
            <a:ext cx="11667816"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Date Placeholder 14">
            <a:extLst>
              <a:ext uri="{FF2B5EF4-FFF2-40B4-BE49-F238E27FC236}">
                <a16:creationId xmlns:a16="http://schemas.microsoft.com/office/drawing/2014/main" id="{9BA08AFD-6ECC-2D47-9FC1-897DE4CA0B7A}"/>
              </a:ext>
            </a:extLst>
          </p:cNvPr>
          <p:cNvSpPr>
            <a:spLocks noGrp="1"/>
          </p:cNvSpPr>
          <p:nvPr userDrawn="1">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userDrawn="1">
            <p:ph type="ftr" sz="quarter" idx="16"/>
          </p:nvPr>
        </p:nvSpPr>
        <p:spPr/>
        <p:txBody>
          <a:bodyPr/>
          <a:lstStyle>
            <a:lvl1pPr>
              <a:defRPr>
                <a:solidFill>
                  <a:schemeClr val="tx1"/>
                </a:solidFill>
              </a:defRPr>
            </a:lvl1pPr>
          </a:lstStyle>
          <a:p>
            <a:r>
              <a:rPr lang="en-GB"/>
              <a:t>PRESENTATION TITLE [Insert Tab - Header &amp; Footer]</a:t>
            </a:r>
          </a:p>
        </p:txBody>
      </p:sp>
      <p:sp>
        <p:nvSpPr>
          <p:cNvPr id="27" name="Text Placeholder 13">
            <a:extLst>
              <a:ext uri="{FF2B5EF4-FFF2-40B4-BE49-F238E27FC236}">
                <a16:creationId xmlns:a16="http://schemas.microsoft.com/office/drawing/2014/main" id="{6FD7CFF1-D4D2-484C-BAC8-629BE380AB20}"/>
              </a:ext>
            </a:extLst>
          </p:cNvPr>
          <p:cNvSpPr>
            <a:spLocks noGrp="1"/>
          </p:cNvSpPr>
          <p:nvPr userDrawn="1">
            <p:ph type="body" sz="quarter" idx="12" hasCustomPrompt="1"/>
          </p:nvPr>
        </p:nvSpPr>
        <p:spPr>
          <a:xfrm>
            <a:off x="3180557" y="678337"/>
            <a:ext cx="5830887"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7" name="Text Placeholder 13">
            <a:extLst>
              <a:ext uri="{FF2B5EF4-FFF2-40B4-BE49-F238E27FC236}">
                <a16:creationId xmlns:a16="http://schemas.microsoft.com/office/drawing/2014/main" id="{72BCF3AA-9943-4D49-8DC0-30BF8F25CA94}"/>
              </a:ext>
            </a:extLst>
          </p:cNvPr>
          <p:cNvSpPr>
            <a:spLocks noGrp="1"/>
          </p:cNvSpPr>
          <p:nvPr userDrawn="1">
            <p:ph type="body" sz="quarter" idx="40" hasCustomPrompt="1"/>
          </p:nvPr>
        </p:nvSpPr>
        <p:spPr>
          <a:xfrm>
            <a:off x="5847630" y="1522726"/>
            <a:ext cx="3061854" cy="139160"/>
          </a:xfrm>
        </p:spPr>
        <p:txBody>
          <a:bodyPr lIns="0" tIns="0" rIns="0" bIns="0">
            <a:noAutofit/>
          </a:bodyPr>
          <a:lstStyle>
            <a:lvl1pPr marL="0" indent="0" algn="ctr">
              <a:lnSpc>
                <a:spcPts val="1400"/>
              </a:lnSpc>
              <a:spcBef>
                <a:spcPts val="0"/>
              </a:spcBef>
              <a:buNone/>
              <a:defRPr sz="14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68" name="Text Placeholder 13">
            <a:extLst>
              <a:ext uri="{FF2B5EF4-FFF2-40B4-BE49-F238E27FC236}">
                <a16:creationId xmlns:a16="http://schemas.microsoft.com/office/drawing/2014/main" id="{55568DD8-5015-AC4A-957C-69DB3BD0A597}"/>
              </a:ext>
            </a:extLst>
          </p:cNvPr>
          <p:cNvSpPr>
            <a:spLocks noGrp="1"/>
          </p:cNvSpPr>
          <p:nvPr userDrawn="1">
            <p:ph type="body" sz="quarter" idx="41" hasCustomPrompt="1"/>
          </p:nvPr>
        </p:nvSpPr>
        <p:spPr>
          <a:xfrm>
            <a:off x="5351664" y="1768095"/>
            <a:ext cx="4048840" cy="181038"/>
          </a:xfrm>
        </p:spPr>
        <p:txBody>
          <a:bodyPr lIns="0" tIns="0" rIns="0" bIns="0">
            <a:noAutofit/>
          </a:bodyPr>
          <a:lstStyle>
            <a:lvl1pPr marL="0" indent="0" algn="ctr">
              <a:lnSpc>
                <a:spcPts val="1500"/>
              </a:lnSpc>
              <a:spcBef>
                <a:spcPts val="0"/>
              </a:spcBef>
              <a:buNone/>
              <a:defRPr sz="1400" i="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comsectetur</a:t>
            </a:r>
            <a:r>
              <a:rPr lang="en-US"/>
              <a:t> </a:t>
            </a:r>
            <a:r>
              <a:rPr lang="en-US" err="1"/>
              <a:t>adipiscing</a:t>
            </a:r>
            <a:r>
              <a:rPr lang="en-US"/>
              <a:t> </a:t>
            </a:r>
            <a:r>
              <a:rPr lang="en-US" err="1"/>
              <a:t>elit</a:t>
            </a:r>
            <a:r>
              <a:rPr lang="en-US"/>
              <a:t>.</a:t>
            </a:r>
          </a:p>
        </p:txBody>
      </p:sp>
      <p:sp>
        <p:nvSpPr>
          <p:cNvPr id="54" name="Text Placeholder 13">
            <a:extLst>
              <a:ext uri="{FF2B5EF4-FFF2-40B4-BE49-F238E27FC236}">
                <a16:creationId xmlns:a16="http://schemas.microsoft.com/office/drawing/2014/main" id="{C4F0FFA1-96E1-7C49-89F4-26167346C3A9}"/>
              </a:ext>
            </a:extLst>
          </p:cNvPr>
          <p:cNvSpPr>
            <a:spLocks noGrp="1"/>
          </p:cNvSpPr>
          <p:nvPr userDrawn="1">
            <p:ph type="body" sz="quarter" idx="58" hasCustomPrompt="1"/>
          </p:nvPr>
        </p:nvSpPr>
        <p:spPr>
          <a:xfrm>
            <a:off x="794923" y="2071226"/>
            <a:ext cx="1560226" cy="657798"/>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55" name="Text Placeholder 13">
            <a:extLst>
              <a:ext uri="{FF2B5EF4-FFF2-40B4-BE49-F238E27FC236}">
                <a16:creationId xmlns:a16="http://schemas.microsoft.com/office/drawing/2014/main" id="{A87610CC-3C43-9347-B413-FE0F3CF827F6}"/>
              </a:ext>
            </a:extLst>
          </p:cNvPr>
          <p:cNvSpPr>
            <a:spLocks noGrp="1"/>
          </p:cNvSpPr>
          <p:nvPr userDrawn="1">
            <p:ph type="body" sz="quarter" idx="59" hasCustomPrompt="1"/>
          </p:nvPr>
        </p:nvSpPr>
        <p:spPr>
          <a:xfrm>
            <a:off x="802011" y="4399127"/>
            <a:ext cx="1560226" cy="657798"/>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56" name="Text Placeholder 13">
            <a:extLst>
              <a:ext uri="{FF2B5EF4-FFF2-40B4-BE49-F238E27FC236}">
                <a16:creationId xmlns:a16="http://schemas.microsoft.com/office/drawing/2014/main" id="{C29412DF-FCDD-C143-A91D-596973194B21}"/>
              </a:ext>
            </a:extLst>
          </p:cNvPr>
          <p:cNvSpPr>
            <a:spLocks noGrp="1"/>
          </p:cNvSpPr>
          <p:nvPr userDrawn="1">
            <p:ph type="body" sz="quarter" idx="60" hasCustomPrompt="1"/>
          </p:nvPr>
        </p:nvSpPr>
        <p:spPr>
          <a:xfrm>
            <a:off x="5847630" y="2616607"/>
            <a:ext cx="3061854" cy="155622"/>
          </a:xfrm>
        </p:spPr>
        <p:txBody>
          <a:bodyPr lIns="0" tIns="0" rIns="0" bIns="0">
            <a:noAutofit/>
          </a:bodyPr>
          <a:lstStyle>
            <a:lvl1pPr marL="0" indent="0" algn="ctr">
              <a:lnSpc>
                <a:spcPts val="1400"/>
              </a:lnSpc>
              <a:spcBef>
                <a:spcPts val="0"/>
              </a:spcBef>
              <a:buNone/>
              <a:defRPr sz="14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57" name="Text Placeholder 13">
            <a:extLst>
              <a:ext uri="{FF2B5EF4-FFF2-40B4-BE49-F238E27FC236}">
                <a16:creationId xmlns:a16="http://schemas.microsoft.com/office/drawing/2014/main" id="{0B90971F-8913-804B-9E1B-E6495F8E38EE}"/>
              </a:ext>
            </a:extLst>
          </p:cNvPr>
          <p:cNvSpPr>
            <a:spLocks noGrp="1"/>
          </p:cNvSpPr>
          <p:nvPr userDrawn="1">
            <p:ph type="body" sz="quarter" idx="61" hasCustomPrompt="1"/>
          </p:nvPr>
        </p:nvSpPr>
        <p:spPr>
          <a:xfrm>
            <a:off x="5351664" y="2848527"/>
            <a:ext cx="4048840" cy="385449"/>
          </a:xfrm>
        </p:spPr>
        <p:txBody>
          <a:bodyPr lIns="0" tIns="0" rIns="0" bIns="0">
            <a:noAutofit/>
          </a:bodyPr>
          <a:lstStyle>
            <a:lvl1pPr marL="0" indent="0" algn="ctr">
              <a:lnSpc>
                <a:spcPts val="1500"/>
              </a:lnSpc>
              <a:spcBef>
                <a:spcPts val="0"/>
              </a:spcBef>
              <a:buNone/>
              <a:defRPr sz="1400" i="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comsectetur</a:t>
            </a:r>
            <a:r>
              <a:rPr lang="en-US"/>
              <a:t> </a:t>
            </a:r>
            <a:r>
              <a:rPr lang="en-US" err="1"/>
              <a:t>adipiscing</a:t>
            </a:r>
            <a:r>
              <a:rPr lang="en-US"/>
              <a:t> </a:t>
            </a:r>
            <a:r>
              <a:rPr lang="en-US" err="1"/>
              <a:t>elit</a:t>
            </a:r>
            <a:r>
              <a:rPr lang="en-US"/>
              <a:t>. Nunc </a:t>
            </a:r>
            <a:r>
              <a:rPr lang="en-US" err="1"/>
              <a:t>rhoncus</a:t>
            </a:r>
            <a:r>
              <a:rPr lang="en-US"/>
              <a:t> </a:t>
            </a:r>
            <a:r>
              <a:rPr lang="en-US" err="1"/>
              <a:t>massa</a:t>
            </a:r>
            <a:r>
              <a:rPr lang="en-US"/>
              <a:t> </a:t>
            </a:r>
            <a:r>
              <a:rPr lang="en-US" err="1"/>
              <a:t>sed</a:t>
            </a:r>
            <a:endParaRPr lang="en-US"/>
          </a:p>
        </p:txBody>
      </p:sp>
      <p:sp>
        <p:nvSpPr>
          <p:cNvPr id="58" name="Text Placeholder 13">
            <a:extLst>
              <a:ext uri="{FF2B5EF4-FFF2-40B4-BE49-F238E27FC236}">
                <a16:creationId xmlns:a16="http://schemas.microsoft.com/office/drawing/2014/main" id="{ECFCB18D-8F5B-2541-AA02-642D99A7F40B}"/>
              </a:ext>
            </a:extLst>
          </p:cNvPr>
          <p:cNvSpPr>
            <a:spLocks noGrp="1"/>
          </p:cNvSpPr>
          <p:nvPr userDrawn="1">
            <p:ph type="body" sz="quarter" idx="62" hasCustomPrompt="1"/>
          </p:nvPr>
        </p:nvSpPr>
        <p:spPr>
          <a:xfrm>
            <a:off x="3190172" y="3942335"/>
            <a:ext cx="1704433" cy="200517"/>
          </a:xfrm>
        </p:spPr>
        <p:txBody>
          <a:bodyPr lIns="0" tIns="0" rIns="0" bIns="0">
            <a:noAutofit/>
          </a:bodyPr>
          <a:lstStyle>
            <a:lvl1pPr marL="0" indent="0" algn="ctr">
              <a:lnSpc>
                <a:spcPts val="1400"/>
              </a:lnSpc>
              <a:spcBef>
                <a:spcPts val="0"/>
              </a:spcBef>
              <a:buNone/>
              <a:defRPr sz="1400" i="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59" name="Text Placeholder 13">
            <a:extLst>
              <a:ext uri="{FF2B5EF4-FFF2-40B4-BE49-F238E27FC236}">
                <a16:creationId xmlns:a16="http://schemas.microsoft.com/office/drawing/2014/main" id="{991DD8E2-330D-504B-B6DE-0CF9CB111CDE}"/>
              </a:ext>
            </a:extLst>
          </p:cNvPr>
          <p:cNvSpPr>
            <a:spLocks noGrp="1"/>
          </p:cNvSpPr>
          <p:nvPr userDrawn="1">
            <p:ph type="body" sz="quarter" idx="63" hasCustomPrompt="1"/>
          </p:nvPr>
        </p:nvSpPr>
        <p:spPr>
          <a:xfrm>
            <a:off x="5404574" y="3942334"/>
            <a:ext cx="1704433" cy="200517"/>
          </a:xfrm>
        </p:spPr>
        <p:txBody>
          <a:bodyPr lIns="0" tIns="0" rIns="0" bIns="0">
            <a:noAutofit/>
          </a:bodyPr>
          <a:lstStyle>
            <a:lvl1pPr marL="0" indent="0" algn="ctr">
              <a:lnSpc>
                <a:spcPts val="1400"/>
              </a:lnSpc>
              <a:spcBef>
                <a:spcPts val="0"/>
              </a:spcBef>
              <a:buNone/>
              <a:defRPr sz="1400" i="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60" name="Text Placeholder 13">
            <a:extLst>
              <a:ext uri="{FF2B5EF4-FFF2-40B4-BE49-F238E27FC236}">
                <a16:creationId xmlns:a16="http://schemas.microsoft.com/office/drawing/2014/main" id="{101EFD40-0A3E-004F-BDD5-72DF73E1F3DC}"/>
              </a:ext>
            </a:extLst>
          </p:cNvPr>
          <p:cNvSpPr>
            <a:spLocks noGrp="1"/>
          </p:cNvSpPr>
          <p:nvPr userDrawn="1">
            <p:ph type="body" sz="quarter" idx="64" hasCustomPrompt="1"/>
          </p:nvPr>
        </p:nvSpPr>
        <p:spPr>
          <a:xfrm>
            <a:off x="7618976" y="3940790"/>
            <a:ext cx="1704433" cy="200517"/>
          </a:xfrm>
        </p:spPr>
        <p:txBody>
          <a:bodyPr lIns="0" tIns="0" rIns="0" bIns="0">
            <a:noAutofit/>
          </a:bodyPr>
          <a:lstStyle>
            <a:lvl1pPr marL="0" indent="0" algn="ctr">
              <a:lnSpc>
                <a:spcPts val="1400"/>
              </a:lnSpc>
              <a:spcBef>
                <a:spcPts val="0"/>
              </a:spcBef>
              <a:buNone/>
              <a:defRPr sz="1400" i="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61" name="Text Placeholder 13">
            <a:extLst>
              <a:ext uri="{FF2B5EF4-FFF2-40B4-BE49-F238E27FC236}">
                <a16:creationId xmlns:a16="http://schemas.microsoft.com/office/drawing/2014/main" id="{51DB4E14-B09E-9146-BF11-339E1E840568}"/>
              </a:ext>
            </a:extLst>
          </p:cNvPr>
          <p:cNvSpPr>
            <a:spLocks noGrp="1"/>
          </p:cNvSpPr>
          <p:nvPr userDrawn="1">
            <p:ph type="body" sz="quarter" idx="65" hasCustomPrompt="1"/>
          </p:nvPr>
        </p:nvSpPr>
        <p:spPr>
          <a:xfrm>
            <a:off x="9833378" y="3940789"/>
            <a:ext cx="1704433" cy="200517"/>
          </a:xfrm>
        </p:spPr>
        <p:txBody>
          <a:bodyPr lIns="0" tIns="0" rIns="0" bIns="0">
            <a:noAutofit/>
          </a:bodyPr>
          <a:lstStyle>
            <a:lvl1pPr marL="0" indent="0" algn="ctr">
              <a:lnSpc>
                <a:spcPts val="1400"/>
              </a:lnSpc>
              <a:spcBef>
                <a:spcPts val="0"/>
              </a:spcBef>
              <a:buNone/>
              <a:defRPr sz="1400" i="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62" name="Text Placeholder 13">
            <a:extLst>
              <a:ext uri="{FF2B5EF4-FFF2-40B4-BE49-F238E27FC236}">
                <a16:creationId xmlns:a16="http://schemas.microsoft.com/office/drawing/2014/main" id="{84DE1F6C-4868-CB48-AAF9-8B5F3FC80D5E}"/>
              </a:ext>
            </a:extLst>
          </p:cNvPr>
          <p:cNvSpPr>
            <a:spLocks noGrp="1"/>
          </p:cNvSpPr>
          <p:nvPr userDrawn="1">
            <p:ph type="body" sz="quarter" idx="66" hasCustomPrompt="1"/>
          </p:nvPr>
        </p:nvSpPr>
        <p:spPr>
          <a:xfrm>
            <a:off x="5845157" y="3703567"/>
            <a:ext cx="3061854" cy="149976"/>
          </a:xfrm>
        </p:spPr>
        <p:txBody>
          <a:bodyPr lIns="0" tIns="0" rIns="0" bIns="0">
            <a:noAutofit/>
          </a:bodyPr>
          <a:lstStyle>
            <a:lvl1pPr marL="0" indent="0" algn="ctr">
              <a:lnSpc>
                <a:spcPts val="1400"/>
              </a:lnSpc>
              <a:spcBef>
                <a:spcPts val="0"/>
              </a:spcBef>
              <a:buNone/>
              <a:defRPr sz="14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63" name="Text Placeholder 13">
            <a:extLst>
              <a:ext uri="{FF2B5EF4-FFF2-40B4-BE49-F238E27FC236}">
                <a16:creationId xmlns:a16="http://schemas.microsoft.com/office/drawing/2014/main" id="{F4089AC3-7782-D842-94E3-69C3E12634E8}"/>
              </a:ext>
            </a:extLst>
          </p:cNvPr>
          <p:cNvSpPr>
            <a:spLocks noGrp="1"/>
          </p:cNvSpPr>
          <p:nvPr userDrawn="1">
            <p:ph type="body" sz="quarter" idx="67" hasCustomPrompt="1"/>
          </p:nvPr>
        </p:nvSpPr>
        <p:spPr>
          <a:xfrm>
            <a:off x="6099529" y="4924447"/>
            <a:ext cx="2594777" cy="142869"/>
          </a:xfrm>
        </p:spPr>
        <p:txBody>
          <a:bodyPr lIns="0" tIns="0" rIns="0" bIns="0">
            <a:noAutofit/>
          </a:bodyPr>
          <a:lstStyle>
            <a:lvl1pPr marL="0" indent="0" algn="ctr">
              <a:lnSpc>
                <a:spcPts val="1400"/>
              </a:lnSpc>
              <a:spcBef>
                <a:spcPts val="0"/>
              </a:spcBef>
              <a:buNone/>
              <a:defRPr sz="14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64" name="Text Placeholder 13">
            <a:extLst>
              <a:ext uri="{FF2B5EF4-FFF2-40B4-BE49-F238E27FC236}">
                <a16:creationId xmlns:a16="http://schemas.microsoft.com/office/drawing/2014/main" id="{3E985E5E-613F-F44D-8622-AAF0E4101F10}"/>
              </a:ext>
            </a:extLst>
          </p:cNvPr>
          <p:cNvSpPr>
            <a:spLocks noGrp="1"/>
          </p:cNvSpPr>
          <p:nvPr userDrawn="1">
            <p:ph type="body" sz="quarter" idx="68" hasCustomPrompt="1"/>
          </p:nvPr>
        </p:nvSpPr>
        <p:spPr>
          <a:xfrm>
            <a:off x="6099529" y="5159764"/>
            <a:ext cx="2594777" cy="385449"/>
          </a:xfrm>
        </p:spPr>
        <p:txBody>
          <a:bodyPr lIns="0" tIns="0" rIns="0" bIns="0">
            <a:noAutofit/>
          </a:bodyPr>
          <a:lstStyle>
            <a:lvl1pPr marL="0" indent="0" algn="ctr">
              <a:lnSpc>
                <a:spcPts val="1500"/>
              </a:lnSpc>
              <a:spcBef>
                <a:spcPts val="0"/>
              </a:spcBef>
              <a:buNone/>
              <a:defRPr sz="1400" i="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comsectetur</a:t>
            </a:r>
            <a:r>
              <a:rPr lang="en-US"/>
              <a:t> </a:t>
            </a:r>
            <a:r>
              <a:rPr lang="en-US" err="1"/>
              <a:t>adipiscing</a:t>
            </a:r>
            <a:r>
              <a:rPr lang="en-US"/>
              <a:t> </a:t>
            </a:r>
            <a:r>
              <a:rPr lang="en-US" err="1"/>
              <a:t>elit</a:t>
            </a:r>
            <a:r>
              <a:rPr lang="en-US"/>
              <a:t>.</a:t>
            </a:r>
          </a:p>
        </p:txBody>
      </p:sp>
      <p:sp>
        <p:nvSpPr>
          <p:cNvPr id="65" name="Text Placeholder 13">
            <a:extLst>
              <a:ext uri="{FF2B5EF4-FFF2-40B4-BE49-F238E27FC236}">
                <a16:creationId xmlns:a16="http://schemas.microsoft.com/office/drawing/2014/main" id="{F17A49CA-072A-BC49-9433-44128B8C9E1B}"/>
              </a:ext>
            </a:extLst>
          </p:cNvPr>
          <p:cNvSpPr>
            <a:spLocks noGrp="1"/>
          </p:cNvSpPr>
          <p:nvPr userDrawn="1">
            <p:ph type="body" sz="quarter" idx="69" hasCustomPrompt="1"/>
          </p:nvPr>
        </p:nvSpPr>
        <p:spPr>
          <a:xfrm>
            <a:off x="3011187" y="4924447"/>
            <a:ext cx="2594777" cy="142869"/>
          </a:xfrm>
        </p:spPr>
        <p:txBody>
          <a:bodyPr lIns="0" tIns="0" rIns="0" bIns="0">
            <a:noAutofit/>
          </a:bodyPr>
          <a:lstStyle>
            <a:lvl1pPr marL="0" indent="0" algn="ctr">
              <a:lnSpc>
                <a:spcPts val="1400"/>
              </a:lnSpc>
              <a:spcBef>
                <a:spcPts val="0"/>
              </a:spcBef>
              <a:buNone/>
              <a:defRPr sz="14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66" name="Text Placeholder 13">
            <a:extLst>
              <a:ext uri="{FF2B5EF4-FFF2-40B4-BE49-F238E27FC236}">
                <a16:creationId xmlns:a16="http://schemas.microsoft.com/office/drawing/2014/main" id="{3E6E3B80-D333-0848-A91E-98BEB60B0F7C}"/>
              </a:ext>
            </a:extLst>
          </p:cNvPr>
          <p:cNvSpPr>
            <a:spLocks noGrp="1"/>
          </p:cNvSpPr>
          <p:nvPr userDrawn="1">
            <p:ph type="body" sz="quarter" idx="70" hasCustomPrompt="1"/>
          </p:nvPr>
        </p:nvSpPr>
        <p:spPr>
          <a:xfrm>
            <a:off x="3011187" y="5159764"/>
            <a:ext cx="2594777" cy="385449"/>
          </a:xfrm>
        </p:spPr>
        <p:txBody>
          <a:bodyPr lIns="0" tIns="0" rIns="0" bIns="0">
            <a:noAutofit/>
          </a:bodyPr>
          <a:lstStyle>
            <a:lvl1pPr marL="0" indent="0" algn="ctr">
              <a:lnSpc>
                <a:spcPts val="1500"/>
              </a:lnSpc>
              <a:spcBef>
                <a:spcPts val="0"/>
              </a:spcBef>
              <a:buNone/>
              <a:defRPr sz="1400" i="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comsectetur</a:t>
            </a:r>
            <a:r>
              <a:rPr lang="en-US"/>
              <a:t> </a:t>
            </a:r>
            <a:r>
              <a:rPr lang="en-US" err="1"/>
              <a:t>adipiscing</a:t>
            </a:r>
            <a:r>
              <a:rPr lang="en-US"/>
              <a:t> </a:t>
            </a:r>
            <a:r>
              <a:rPr lang="en-US" err="1"/>
              <a:t>elit</a:t>
            </a:r>
            <a:r>
              <a:rPr lang="en-US"/>
              <a:t>.</a:t>
            </a:r>
          </a:p>
        </p:txBody>
      </p:sp>
      <p:sp>
        <p:nvSpPr>
          <p:cNvPr id="67" name="Text Placeholder 13">
            <a:extLst>
              <a:ext uri="{FF2B5EF4-FFF2-40B4-BE49-F238E27FC236}">
                <a16:creationId xmlns:a16="http://schemas.microsoft.com/office/drawing/2014/main" id="{53CCBAE4-3A31-C34F-AF71-F30DE8C7B548}"/>
              </a:ext>
            </a:extLst>
          </p:cNvPr>
          <p:cNvSpPr>
            <a:spLocks noGrp="1"/>
          </p:cNvSpPr>
          <p:nvPr userDrawn="1">
            <p:ph type="body" sz="quarter" idx="71" hasCustomPrompt="1"/>
          </p:nvPr>
        </p:nvSpPr>
        <p:spPr>
          <a:xfrm>
            <a:off x="9183129" y="4924800"/>
            <a:ext cx="2594777" cy="142869"/>
          </a:xfrm>
        </p:spPr>
        <p:txBody>
          <a:bodyPr lIns="0" tIns="0" rIns="0" bIns="0">
            <a:noAutofit/>
          </a:bodyPr>
          <a:lstStyle>
            <a:lvl1pPr marL="0" indent="0" algn="ctr">
              <a:lnSpc>
                <a:spcPts val="1400"/>
              </a:lnSpc>
              <a:spcBef>
                <a:spcPts val="0"/>
              </a:spcBef>
              <a:buNone/>
              <a:defRPr sz="14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105" name="Text Placeholder 13">
            <a:extLst>
              <a:ext uri="{FF2B5EF4-FFF2-40B4-BE49-F238E27FC236}">
                <a16:creationId xmlns:a16="http://schemas.microsoft.com/office/drawing/2014/main" id="{7C80C064-9296-E344-A0D2-B6BD17275E7C}"/>
              </a:ext>
            </a:extLst>
          </p:cNvPr>
          <p:cNvSpPr>
            <a:spLocks noGrp="1"/>
          </p:cNvSpPr>
          <p:nvPr userDrawn="1">
            <p:ph type="body" sz="quarter" idx="72" hasCustomPrompt="1"/>
          </p:nvPr>
        </p:nvSpPr>
        <p:spPr>
          <a:xfrm>
            <a:off x="9183129" y="5158800"/>
            <a:ext cx="2594777" cy="385449"/>
          </a:xfrm>
        </p:spPr>
        <p:txBody>
          <a:bodyPr lIns="0" tIns="0" rIns="0" bIns="0">
            <a:noAutofit/>
          </a:bodyPr>
          <a:lstStyle>
            <a:lvl1pPr marL="0" indent="0" algn="ctr">
              <a:lnSpc>
                <a:spcPts val="1500"/>
              </a:lnSpc>
              <a:spcBef>
                <a:spcPts val="0"/>
              </a:spcBef>
              <a:buNone/>
              <a:defRPr sz="1400" i="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comsectetur</a:t>
            </a:r>
            <a:r>
              <a:rPr lang="en-US"/>
              <a:t> </a:t>
            </a:r>
            <a:r>
              <a:rPr lang="en-US" err="1"/>
              <a:t>adipiscing</a:t>
            </a:r>
            <a:r>
              <a:rPr lang="en-US"/>
              <a:t> </a:t>
            </a:r>
            <a:r>
              <a:rPr lang="en-US" err="1"/>
              <a:t>elit</a:t>
            </a:r>
            <a:r>
              <a:rPr lang="en-US"/>
              <a:t>.</a:t>
            </a:r>
          </a:p>
        </p:txBody>
      </p:sp>
    </p:spTree>
    <p:extLst>
      <p:ext uri="{BB962C8B-B14F-4D97-AF65-F5344CB8AC3E}">
        <p14:creationId xmlns:p14="http://schemas.microsoft.com/office/powerpoint/2010/main" val="23406297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RAPHS AND DIAGRAMS 04">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27" name="Text Placeholder 13">
            <a:extLst>
              <a:ext uri="{FF2B5EF4-FFF2-40B4-BE49-F238E27FC236}">
                <a16:creationId xmlns:a16="http://schemas.microsoft.com/office/drawing/2014/main" id="{6FD7CFF1-D4D2-484C-BAC8-629BE380AB20}"/>
              </a:ext>
            </a:extLst>
          </p:cNvPr>
          <p:cNvSpPr>
            <a:spLocks noGrp="1"/>
          </p:cNvSpPr>
          <p:nvPr>
            <p:ph type="body" sz="quarter" idx="12" hasCustomPrompt="1"/>
          </p:nvPr>
        </p:nvSpPr>
        <p:spPr>
          <a:xfrm>
            <a:off x="3180557" y="678337"/>
            <a:ext cx="5830887"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6" name="Rectangle 5">
            <a:extLst>
              <a:ext uri="{FF2B5EF4-FFF2-40B4-BE49-F238E27FC236}">
                <a16:creationId xmlns:a16="http://schemas.microsoft.com/office/drawing/2014/main" id="{5C8CF181-371E-734A-B201-B2D2B4E03C0F}"/>
              </a:ext>
            </a:extLst>
          </p:cNvPr>
          <p:cNvSpPr/>
          <p:nvPr userDrawn="1"/>
        </p:nvSpPr>
        <p:spPr>
          <a:xfrm>
            <a:off x="4405745" y="1410366"/>
            <a:ext cx="2293855" cy="9994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2F1CB15-ECAF-BE4A-A5D5-50ACD72F6FC1}"/>
              </a:ext>
            </a:extLst>
          </p:cNvPr>
          <p:cNvSpPr/>
          <p:nvPr userDrawn="1"/>
        </p:nvSpPr>
        <p:spPr>
          <a:xfrm>
            <a:off x="2022763" y="1410366"/>
            <a:ext cx="2293855" cy="9994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8354C19-063D-0943-A441-F7339FEF325C}"/>
              </a:ext>
            </a:extLst>
          </p:cNvPr>
          <p:cNvSpPr/>
          <p:nvPr userDrawn="1"/>
        </p:nvSpPr>
        <p:spPr>
          <a:xfrm>
            <a:off x="6788727" y="1410366"/>
            <a:ext cx="2293855" cy="9994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DEED447-37E6-3548-BF5D-AD4F52A8AA1D}"/>
              </a:ext>
            </a:extLst>
          </p:cNvPr>
          <p:cNvSpPr/>
          <p:nvPr userDrawn="1"/>
        </p:nvSpPr>
        <p:spPr>
          <a:xfrm>
            <a:off x="9171709" y="1410366"/>
            <a:ext cx="2293855" cy="9994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A49C51F-A01F-4D4E-B700-6AEFB37CDEC0}"/>
              </a:ext>
            </a:extLst>
          </p:cNvPr>
          <p:cNvSpPr/>
          <p:nvPr userDrawn="1"/>
        </p:nvSpPr>
        <p:spPr>
          <a:xfrm>
            <a:off x="4405745" y="2491020"/>
            <a:ext cx="2293855" cy="9994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AADF7D0-EAF8-004A-91C8-2FF364CD3AEF}"/>
              </a:ext>
            </a:extLst>
          </p:cNvPr>
          <p:cNvSpPr/>
          <p:nvPr userDrawn="1"/>
        </p:nvSpPr>
        <p:spPr>
          <a:xfrm>
            <a:off x="2022763" y="2491020"/>
            <a:ext cx="2293855" cy="9994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5B825F9-E306-AE4F-9816-D68F7244600C}"/>
              </a:ext>
            </a:extLst>
          </p:cNvPr>
          <p:cNvSpPr/>
          <p:nvPr userDrawn="1"/>
        </p:nvSpPr>
        <p:spPr>
          <a:xfrm>
            <a:off x="6788727" y="2491020"/>
            <a:ext cx="2293855" cy="9994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ED2A9-F968-3E4A-9453-7F128EB6D110}"/>
              </a:ext>
            </a:extLst>
          </p:cNvPr>
          <p:cNvSpPr/>
          <p:nvPr userDrawn="1"/>
        </p:nvSpPr>
        <p:spPr>
          <a:xfrm>
            <a:off x="9171709" y="2491020"/>
            <a:ext cx="2293855" cy="9994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72E6A33-859A-B949-9E7F-E6EEBA79B9B9}"/>
              </a:ext>
            </a:extLst>
          </p:cNvPr>
          <p:cNvSpPr/>
          <p:nvPr userDrawn="1"/>
        </p:nvSpPr>
        <p:spPr>
          <a:xfrm>
            <a:off x="4405746" y="3575096"/>
            <a:ext cx="2286000" cy="99604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F51EAFD-447A-D446-8876-2A8D062E98BE}"/>
              </a:ext>
            </a:extLst>
          </p:cNvPr>
          <p:cNvSpPr/>
          <p:nvPr userDrawn="1"/>
        </p:nvSpPr>
        <p:spPr>
          <a:xfrm>
            <a:off x="2022764" y="3575096"/>
            <a:ext cx="2286000" cy="99604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35CAF9-430A-3E44-97EF-0BD9055A1DF4}"/>
              </a:ext>
            </a:extLst>
          </p:cNvPr>
          <p:cNvSpPr/>
          <p:nvPr userDrawn="1"/>
        </p:nvSpPr>
        <p:spPr>
          <a:xfrm>
            <a:off x="6788728" y="3575096"/>
            <a:ext cx="2286000" cy="99604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3C83F3D-4F7B-5543-9CD4-2ED8776AC756}"/>
              </a:ext>
            </a:extLst>
          </p:cNvPr>
          <p:cNvSpPr/>
          <p:nvPr userDrawn="1"/>
        </p:nvSpPr>
        <p:spPr>
          <a:xfrm>
            <a:off x="9171710" y="3575096"/>
            <a:ext cx="2286000" cy="99604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739C7CF-48DF-904D-9268-E762E4CA224B}"/>
              </a:ext>
            </a:extLst>
          </p:cNvPr>
          <p:cNvSpPr/>
          <p:nvPr userDrawn="1"/>
        </p:nvSpPr>
        <p:spPr>
          <a:xfrm>
            <a:off x="4405746" y="4669606"/>
            <a:ext cx="2286000" cy="99604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4294A54-9212-1D4C-A70E-B854B2E6F378}"/>
              </a:ext>
            </a:extLst>
          </p:cNvPr>
          <p:cNvSpPr/>
          <p:nvPr userDrawn="1"/>
        </p:nvSpPr>
        <p:spPr>
          <a:xfrm>
            <a:off x="2022764" y="4669606"/>
            <a:ext cx="2286000" cy="99604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429C73E-DB3D-6840-A684-7AC2D2F7E0BD}"/>
              </a:ext>
            </a:extLst>
          </p:cNvPr>
          <p:cNvSpPr/>
          <p:nvPr userDrawn="1"/>
        </p:nvSpPr>
        <p:spPr>
          <a:xfrm>
            <a:off x="6788728" y="4669606"/>
            <a:ext cx="2286000" cy="99604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4DDB71C-06E9-E141-83AE-048B13F1D392}"/>
              </a:ext>
            </a:extLst>
          </p:cNvPr>
          <p:cNvSpPr/>
          <p:nvPr userDrawn="1"/>
        </p:nvSpPr>
        <p:spPr>
          <a:xfrm>
            <a:off x="9171710" y="4669606"/>
            <a:ext cx="2286000" cy="99604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13">
            <a:extLst>
              <a:ext uri="{FF2B5EF4-FFF2-40B4-BE49-F238E27FC236}">
                <a16:creationId xmlns:a16="http://schemas.microsoft.com/office/drawing/2014/main" id="{751D9C6D-714E-AB45-84C7-3A1C2FE281A6}"/>
              </a:ext>
            </a:extLst>
          </p:cNvPr>
          <p:cNvSpPr>
            <a:spLocks noGrp="1"/>
          </p:cNvSpPr>
          <p:nvPr>
            <p:ph type="body" sz="quarter" idx="21" hasCustomPrompt="1"/>
          </p:nvPr>
        </p:nvSpPr>
        <p:spPr>
          <a:xfrm>
            <a:off x="525383" y="1752817"/>
            <a:ext cx="1169612" cy="399632"/>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5" name="Text Placeholder 13">
            <a:extLst>
              <a:ext uri="{FF2B5EF4-FFF2-40B4-BE49-F238E27FC236}">
                <a16:creationId xmlns:a16="http://schemas.microsoft.com/office/drawing/2014/main" id="{0FE98EE8-4E01-544D-9CBC-EEBB5C5BDD80}"/>
              </a:ext>
            </a:extLst>
          </p:cNvPr>
          <p:cNvSpPr>
            <a:spLocks noGrp="1"/>
          </p:cNvSpPr>
          <p:nvPr>
            <p:ph type="body" sz="quarter" idx="22" hasCustomPrompt="1"/>
          </p:nvPr>
        </p:nvSpPr>
        <p:spPr>
          <a:xfrm>
            <a:off x="525383" y="2790939"/>
            <a:ext cx="1169612" cy="399632"/>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6" name="Text Placeholder 13">
            <a:extLst>
              <a:ext uri="{FF2B5EF4-FFF2-40B4-BE49-F238E27FC236}">
                <a16:creationId xmlns:a16="http://schemas.microsoft.com/office/drawing/2014/main" id="{C167D1C8-E9CA-844C-B068-524CD027BCA1}"/>
              </a:ext>
            </a:extLst>
          </p:cNvPr>
          <p:cNvSpPr>
            <a:spLocks noGrp="1"/>
          </p:cNvSpPr>
          <p:nvPr>
            <p:ph type="body" sz="quarter" idx="23" hasCustomPrompt="1"/>
          </p:nvPr>
        </p:nvSpPr>
        <p:spPr>
          <a:xfrm>
            <a:off x="525383" y="3931378"/>
            <a:ext cx="1169612" cy="399632"/>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9" name="Text Placeholder 13">
            <a:extLst>
              <a:ext uri="{FF2B5EF4-FFF2-40B4-BE49-F238E27FC236}">
                <a16:creationId xmlns:a16="http://schemas.microsoft.com/office/drawing/2014/main" id="{60813871-8E72-8E4B-AE0C-9662ECBB193D}"/>
              </a:ext>
            </a:extLst>
          </p:cNvPr>
          <p:cNvSpPr>
            <a:spLocks noGrp="1"/>
          </p:cNvSpPr>
          <p:nvPr>
            <p:ph type="body" sz="quarter" idx="24" hasCustomPrompt="1"/>
          </p:nvPr>
        </p:nvSpPr>
        <p:spPr>
          <a:xfrm>
            <a:off x="525383" y="4969500"/>
            <a:ext cx="1169612" cy="399632"/>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0" name="Text Placeholder 13">
            <a:extLst>
              <a:ext uri="{FF2B5EF4-FFF2-40B4-BE49-F238E27FC236}">
                <a16:creationId xmlns:a16="http://schemas.microsoft.com/office/drawing/2014/main" id="{3091ED9D-CA68-2C48-B86A-F1AA7338A5A0}"/>
              </a:ext>
            </a:extLst>
          </p:cNvPr>
          <p:cNvSpPr>
            <a:spLocks noGrp="1"/>
          </p:cNvSpPr>
          <p:nvPr>
            <p:ph type="body" sz="quarter" idx="25" hasCustomPrompt="1"/>
          </p:nvPr>
        </p:nvSpPr>
        <p:spPr>
          <a:xfrm>
            <a:off x="2602800" y="17604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1" name="Text Placeholder 13">
            <a:extLst>
              <a:ext uri="{FF2B5EF4-FFF2-40B4-BE49-F238E27FC236}">
                <a16:creationId xmlns:a16="http://schemas.microsoft.com/office/drawing/2014/main" id="{1FA1B21D-8003-B44E-8C3E-3C6751E47FE2}"/>
              </a:ext>
            </a:extLst>
          </p:cNvPr>
          <p:cNvSpPr>
            <a:spLocks noGrp="1"/>
          </p:cNvSpPr>
          <p:nvPr>
            <p:ph type="body" sz="quarter" idx="26" hasCustomPrompt="1"/>
          </p:nvPr>
        </p:nvSpPr>
        <p:spPr>
          <a:xfrm>
            <a:off x="4989746" y="17604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2" name="Text Placeholder 13">
            <a:extLst>
              <a:ext uri="{FF2B5EF4-FFF2-40B4-BE49-F238E27FC236}">
                <a16:creationId xmlns:a16="http://schemas.microsoft.com/office/drawing/2014/main" id="{47F81268-9706-FC4F-A905-4953E812A360}"/>
              </a:ext>
            </a:extLst>
          </p:cNvPr>
          <p:cNvSpPr>
            <a:spLocks noGrp="1"/>
          </p:cNvSpPr>
          <p:nvPr>
            <p:ph type="body" sz="quarter" idx="27" hasCustomPrompt="1"/>
          </p:nvPr>
        </p:nvSpPr>
        <p:spPr>
          <a:xfrm>
            <a:off x="7346922" y="17604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3" name="Text Placeholder 13">
            <a:extLst>
              <a:ext uri="{FF2B5EF4-FFF2-40B4-BE49-F238E27FC236}">
                <a16:creationId xmlns:a16="http://schemas.microsoft.com/office/drawing/2014/main" id="{B61EA57A-D332-C543-9516-A9DD4C7FD9B0}"/>
              </a:ext>
            </a:extLst>
          </p:cNvPr>
          <p:cNvSpPr>
            <a:spLocks noGrp="1"/>
          </p:cNvSpPr>
          <p:nvPr>
            <p:ph type="body" sz="quarter" idx="28" hasCustomPrompt="1"/>
          </p:nvPr>
        </p:nvSpPr>
        <p:spPr>
          <a:xfrm>
            <a:off x="9754218" y="17604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6" name="Text Placeholder 13">
            <a:extLst>
              <a:ext uri="{FF2B5EF4-FFF2-40B4-BE49-F238E27FC236}">
                <a16:creationId xmlns:a16="http://schemas.microsoft.com/office/drawing/2014/main" id="{721E2EBE-1488-844D-9477-CDC11626F831}"/>
              </a:ext>
            </a:extLst>
          </p:cNvPr>
          <p:cNvSpPr>
            <a:spLocks noGrp="1"/>
          </p:cNvSpPr>
          <p:nvPr>
            <p:ph type="body" sz="quarter" idx="29" hasCustomPrompt="1"/>
          </p:nvPr>
        </p:nvSpPr>
        <p:spPr>
          <a:xfrm>
            <a:off x="2601569" y="27972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7" name="Text Placeholder 13">
            <a:extLst>
              <a:ext uri="{FF2B5EF4-FFF2-40B4-BE49-F238E27FC236}">
                <a16:creationId xmlns:a16="http://schemas.microsoft.com/office/drawing/2014/main" id="{525D2F22-DE63-CE48-8E8A-D1DFBB25754E}"/>
              </a:ext>
            </a:extLst>
          </p:cNvPr>
          <p:cNvSpPr>
            <a:spLocks noGrp="1"/>
          </p:cNvSpPr>
          <p:nvPr>
            <p:ph type="body" sz="quarter" idx="30" hasCustomPrompt="1"/>
          </p:nvPr>
        </p:nvSpPr>
        <p:spPr>
          <a:xfrm>
            <a:off x="4989746" y="27972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8" name="Text Placeholder 13">
            <a:extLst>
              <a:ext uri="{FF2B5EF4-FFF2-40B4-BE49-F238E27FC236}">
                <a16:creationId xmlns:a16="http://schemas.microsoft.com/office/drawing/2014/main" id="{9ED596D1-7FE0-B549-8A25-9C9D9287A5DD}"/>
              </a:ext>
            </a:extLst>
          </p:cNvPr>
          <p:cNvSpPr>
            <a:spLocks noGrp="1"/>
          </p:cNvSpPr>
          <p:nvPr>
            <p:ph type="body" sz="quarter" idx="31" hasCustomPrompt="1"/>
          </p:nvPr>
        </p:nvSpPr>
        <p:spPr>
          <a:xfrm>
            <a:off x="7346922" y="27972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39" name="Text Placeholder 13">
            <a:extLst>
              <a:ext uri="{FF2B5EF4-FFF2-40B4-BE49-F238E27FC236}">
                <a16:creationId xmlns:a16="http://schemas.microsoft.com/office/drawing/2014/main" id="{FDE05341-0DA4-F840-8BE7-9340C45F37EA}"/>
              </a:ext>
            </a:extLst>
          </p:cNvPr>
          <p:cNvSpPr>
            <a:spLocks noGrp="1"/>
          </p:cNvSpPr>
          <p:nvPr>
            <p:ph type="body" sz="quarter" idx="32" hasCustomPrompt="1"/>
          </p:nvPr>
        </p:nvSpPr>
        <p:spPr>
          <a:xfrm>
            <a:off x="9754218" y="27972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0" name="Text Placeholder 13">
            <a:extLst>
              <a:ext uri="{FF2B5EF4-FFF2-40B4-BE49-F238E27FC236}">
                <a16:creationId xmlns:a16="http://schemas.microsoft.com/office/drawing/2014/main" id="{D98BFC69-221B-A24A-8C40-1C81831A8E7C}"/>
              </a:ext>
            </a:extLst>
          </p:cNvPr>
          <p:cNvSpPr>
            <a:spLocks noGrp="1"/>
          </p:cNvSpPr>
          <p:nvPr>
            <p:ph type="body" sz="quarter" idx="33" hasCustomPrompt="1"/>
          </p:nvPr>
        </p:nvSpPr>
        <p:spPr>
          <a:xfrm>
            <a:off x="2601569" y="39492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1" name="Text Placeholder 13">
            <a:extLst>
              <a:ext uri="{FF2B5EF4-FFF2-40B4-BE49-F238E27FC236}">
                <a16:creationId xmlns:a16="http://schemas.microsoft.com/office/drawing/2014/main" id="{94D68955-A2B7-A74E-BB99-767B1D6100CC}"/>
              </a:ext>
            </a:extLst>
          </p:cNvPr>
          <p:cNvSpPr>
            <a:spLocks noGrp="1"/>
          </p:cNvSpPr>
          <p:nvPr>
            <p:ph type="body" sz="quarter" idx="34" hasCustomPrompt="1"/>
          </p:nvPr>
        </p:nvSpPr>
        <p:spPr>
          <a:xfrm>
            <a:off x="4989746" y="39492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2" name="Text Placeholder 13">
            <a:extLst>
              <a:ext uri="{FF2B5EF4-FFF2-40B4-BE49-F238E27FC236}">
                <a16:creationId xmlns:a16="http://schemas.microsoft.com/office/drawing/2014/main" id="{2929F686-E254-9041-B10D-A91D45D349D5}"/>
              </a:ext>
            </a:extLst>
          </p:cNvPr>
          <p:cNvSpPr>
            <a:spLocks noGrp="1"/>
          </p:cNvSpPr>
          <p:nvPr>
            <p:ph type="body" sz="quarter" idx="35" hasCustomPrompt="1"/>
          </p:nvPr>
        </p:nvSpPr>
        <p:spPr>
          <a:xfrm>
            <a:off x="7346922" y="39492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3" name="Text Placeholder 13">
            <a:extLst>
              <a:ext uri="{FF2B5EF4-FFF2-40B4-BE49-F238E27FC236}">
                <a16:creationId xmlns:a16="http://schemas.microsoft.com/office/drawing/2014/main" id="{E72212AD-EC77-6D48-9D01-74A07B0DAA1B}"/>
              </a:ext>
            </a:extLst>
          </p:cNvPr>
          <p:cNvSpPr>
            <a:spLocks noGrp="1"/>
          </p:cNvSpPr>
          <p:nvPr>
            <p:ph type="body" sz="quarter" idx="36" hasCustomPrompt="1"/>
          </p:nvPr>
        </p:nvSpPr>
        <p:spPr>
          <a:xfrm>
            <a:off x="9754218" y="39492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4" name="Text Placeholder 13">
            <a:extLst>
              <a:ext uri="{FF2B5EF4-FFF2-40B4-BE49-F238E27FC236}">
                <a16:creationId xmlns:a16="http://schemas.microsoft.com/office/drawing/2014/main" id="{AF1F5B4A-6A81-F64D-9EBA-F711C8BBE9A7}"/>
              </a:ext>
            </a:extLst>
          </p:cNvPr>
          <p:cNvSpPr>
            <a:spLocks noGrp="1"/>
          </p:cNvSpPr>
          <p:nvPr>
            <p:ph type="body" sz="quarter" idx="37" hasCustomPrompt="1"/>
          </p:nvPr>
        </p:nvSpPr>
        <p:spPr>
          <a:xfrm>
            <a:off x="2601569" y="50040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5" name="Text Placeholder 13">
            <a:extLst>
              <a:ext uri="{FF2B5EF4-FFF2-40B4-BE49-F238E27FC236}">
                <a16:creationId xmlns:a16="http://schemas.microsoft.com/office/drawing/2014/main" id="{79F639F1-5ED5-B84B-B85E-88CE2CC118B3}"/>
              </a:ext>
            </a:extLst>
          </p:cNvPr>
          <p:cNvSpPr>
            <a:spLocks noGrp="1"/>
          </p:cNvSpPr>
          <p:nvPr>
            <p:ph type="body" sz="quarter" idx="38" hasCustomPrompt="1"/>
          </p:nvPr>
        </p:nvSpPr>
        <p:spPr>
          <a:xfrm>
            <a:off x="4989746" y="50040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6" name="Text Placeholder 13">
            <a:extLst>
              <a:ext uri="{FF2B5EF4-FFF2-40B4-BE49-F238E27FC236}">
                <a16:creationId xmlns:a16="http://schemas.microsoft.com/office/drawing/2014/main" id="{0B9E27EE-74F4-0743-BD60-7235C8EB8ED4}"/>
              </a:ext>
            </a:extLst>
          </p:cNvPr>
          <p:cNvSpPr>
            <a:spLocks noGrp="1"/>
          </p:cNvSpPr>
          <p:nvPr>
            <p:ph type="body" sz="quarter" idx="39" hasCustomPrompt="1"/>
          </p:nvPr>
        </p:nvSpPr>
        <p:spPr>
          <a:xfrm>
            <a:off x="7346922" y="50040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7" name="Text Placeholder 13">
            <a:extLst>
              <a:ext uri="{FF2B5EF4-FFF2-40B4-BE49-F238E27FC236}">
                <a16:creationId xmlns:a16="http://schemas.microsoft.com/office/drawing/2014/main" id="{72BCF3AA-9943-4D49-8DC0-30BF8F25CA94}"/>
              </a:ext>
            </a:extLst>
          </p:cNvPr>
          <p:cNvSpPr>
            <a:spLocks noGrp="1"/>
          </p:cNvSpPr>
          <p:nvPr>
            <p:ph type="body" sz="quarter" idx="40" hasCustomPrompt="1"/>
          </p:nvPr>
        </p:nvSpPr>
        <p:spPr>
          <a:xfrm>
            <a:off x="9754218" y="5004000"/>
            <a:ext cx="1169612" cy="349570"/>
          </a:xfrm>
        </p:spPr>
        <p:txBody>
          <a:bodyPr lIns="0" tIns="0" rIns="0" bIns="0">
            <a:noAutofit/>
          </a:bodyPr>
          <a:lstStyle>
            <a:lvl1pPr marL="0" indent="0" algn="ctr">
              <a:lnSpc>
                <a:spcPts val="1400"/>
              </a:lnSpc>
              <a:spcBef>
                <a:spcPts val="0"/>
              </a:spcBef>
              <a:buNone/>
              <a:defRPr sz="12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Tree>
    <p:extLst>
      <p:ext uri="{BB962C8B-B14F-4D97-AF65-F5344CB8AC3E}">
        <p14:creationId xmlns:p14="http://schemas.microsoft.com/office/powerpoint/2010/main" val="42304904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GRAPHS AND DIAGRAMS 05">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27" name="Text Placeholder 13">
            <a:extLst>
              <a:ext uri="{FF2B5EF4-FFF2-40B4-BE49-F238E27FC236}">
                <a16:creationId xmlns:a16="http://schemas.microsoft.com/office/drawing/2014/main" id="{6FD7CFF1-D4D2-484C-BAC8-629BE380AB20}"/>
              </a:ext>
            </a:extLst>
          </p:cNvPr>
          <p:cNvSpPr>
            <a:spLocks noGrp="1"/>
          </p:cNvSpPr>
          <p:nvPr>
            <p:ph type="body" sz="quarter" idx="12" hasCustomPrompt="1"/>
          </p:nvPr>
        </p:nvSpPr>
        <p:spPr>
          <a:xfrm>
            <a:off x="3180557" y="678337"/>
            <a:ext cx="5830887"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8" name="Chart Placeholder 4">
            <a:extLst>
              <a:ext uri="{FF2B5EF4-FFF2-40B4-BE49-F238E27FC236}">
                <a16:creationId xmlns:a16="http://schemas.microsoft.com/office/drawing/2014/main" id="{0C38EBAC-C763-9340-9321-C570189F0F15}"/>
              </a:ext>
            </a:extLst>
          </p:cNvPr>
          <p:cNvSpPr>
            <a:spLocks noGrp="1"/>
          </p:cNvSpPr>
          <p:nvPr>
            <p:ph type="chart" sz="quarter" idx="17" hasCustomPrompt="1"/>
          </p:nvPr>
        </p:nvSpPr>
        <p:spPr>
          <a:xfrm>
            <a:off x="263525" y="1082675"/>
            <a:ext cx="11664950" cy="5286678"/>
          </a:xfrm>
        </p:spPr>
        <p:txBody>
          <a:bodyPr/>
          <a:lstStyle>
            <a:lvl1pPr marL="0" indent="0">
              <a:buNone/>
              <a:defRPr/>
            </a:lvl1pPr>
          </a:lstStyle>
          <a:p>
            <a:r>
              <a:rPr lang="en-US"/>
              <a:t> </a:t>
            </a:r>
          </a:p>
        </p:txBody>
      </p:sp>
    </p:spTree>
    <p:extLst>
      <p:ext uri="{BB962C8B-B14F-4D97-AF65-F5344CB8AC3E}">
        <p14:creationId xmlns:p14="http://schemas.microsoft.com/office/powerpoint/2010/main" val="29612215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GRAPHS AND DIAGRAMS 06">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25" name="Textplatzhalter 6">
            <a:extLst>
              <a:ext uri="{FF2B5EF4-FFF2-40B4-BE49-F238E27FC236}">
                <a16:creationId xmlns:a16="http://schemas.microsoft.com/office/drawing/2014/main" id="{C63A2D71-6D22-684D-86B5-BF499B442305}"/>
              </a:ext>
            </a:extLst>
          </p:cNvPr>
          <p:cNvSpPr>
            <a:spLocks noGrp="1"/>
          </p:cNvSpPr>
          <p:nvPr>
            <p:ph type="body" sz="quarter" idx="30" hasCustomPrompt="1"/>
          </p:nvPr>
        </p:nvSpPr>
        <p:spPr>
          <a:xfrm>
            <a:off x="5364956" y="1935796"/>
            <a:ext cx="1462088" cy="744538"/>
          </a:xfrm>
        </p:spPr>
        <p:txBody>
          <a:bodyPr>
            <a:noAutofit/>
          </a:bodyPr>
          <a:lstStyle>
            <a:lvl1pPr marL="0" indent="0" algn="ctr">
              <a:lnSpc>
                <a:spcPts val="2500"/>
              </a:lnSpc>
              <a:buNone/>
              <a:defRPr sz="2000" cap="all" baseline="0"/>
            </a:lvl1pPr>
          </a:lstStyle>
          <a:p>
            <a:r>
              <a:rPr lang="de-DE" err="1"/>
              <a:t>Lorem</a:t>
            </a:r>
            <a:r>
              <a:rPr lang="de-DE"/>
              <a:t> </a:t>
            </a:r>
            <a:r>
              <a:rPr lang="de-DE" err="1"/>
              <a:t>ipsum</a:t>
            </a:r>
            <a:endParaRPr lang="en-US"/>
          </a:p>
        </p:txBody>
      </p:sp>
      <p:pic>
        <p:nvPicPr>
          <p:cNvPr id="34" name="Picture 2" descr="A black background with a black square&#10;&#10;Description automatically generated with medium confidence">
            <a:extLst>
              <a:ext uri="{FF2B5EF4-FFF2-40B4-BE49-F238E27FC236}">
                <a16:creationId xmlns:a16="http://schemas.microsoft.com/office/drawing/2014/main" id="{6CD0F830-C681-F24D-98DB-15C62194AB9E}"/>
              </a:ext>
            </a:extLst>
          </p:cNvPr>
          <p:cNvPicPr>
            <a:picLocks noChangeAspect="1"/>
          </p:cNvPicPr>
          <p:nvPr userDrawn="1"/>
        </p:nvPicPr>
        <p:blipFill>
          <a:blip r:embed="rId2"/>
          <a:stretch>
            <a:fillRect/>
          </a:stretch>
        </p:blipFill>
        <p:spPr>
          <a:xfrm>
            <a:off x="2209800" y="2324999"/>
            <a:ext cx="7772400" cy="3056475"/>
          </a:xfrm>
          <a:prstGeom prst="rect">
            <a:avLst/>
          </a:prstGeom>
        </p:spPr>
      </p:pic>
      <p:sp>
        <p:nvSpPr>
          <p:cNvPr id="35" name="Textplatzhalter 6">
            <a:extLst>
              <a:ext uri="{FF2B5EF4-FFF2-40B4-BE49-F238E27FC236}">
                <a16:creationId xmlns:a16="http://schemas.microsoft.com/office/drawing/2014/main" id="{4CF93329-1401-374B-8A14-FF19F8E6E41A}"/>
              </a:ext>
            </a:extLst>
          </p:cNvPr>
          <p:cNvSpPr>
            <a:spLocks noGrp="1"/>
          </p:cNvSpPr>
          <p:nvPr>
            <p:ph type="body" sz="quarter" idx="31" hasCustomPrompt="1"/>
          </p:nvPr>
        </p:nvSpPr>
        <p:spPr>
          <a:xfrm>
            <a:off x="3179662" y="3480967"/>
            <a:ext cx="1462088" cy="744538"/>
          </a:xfrm>
        </p:spPr>
        <p:txBody>
          <a:bodyPr>
            <a:noAutofit/>
          </a:bodyPr>
          <a:lstStyle>
            <a:lvl1pPr marL="0" indent="0" algn="ctr">
              <a:lnSpc>
                <a:spcPts val="2500"/>
              </a:lnSpc>
              <a:buNone/>
              <a:defRPr sz="2000" cap="all" baseline="0"/>
            </a:lvl1pPr>
          </a:lstStyle>
          <a:p>
            <a:r>
              <a:rPr lang="de-DE" err="1"/>
              <a:t>Lorem</a:t>
            </a:r>
            <a:r>
              <a:rPr lang="de-DE"/>
              <a:t> </a:t>
            </a:r>
            <a:r>
              <a:rPr lang="de-DE" err="1"/>
              <a:t>ipsum</a:t>
            </a:r>
            <a:endParaRPr lang="en-US"/>
          </a:p>
        </p:txBody>
      </p:sp>
      <p:sp>
        <p:nvSpPr>
          <p:cNvPr id="36" name="Textplatzhalter 6">
            <a:extLst>
              <a:ext uri="{FF2B5EF4-FFF2-40B4-BE49-F238E27FC236}">
                <a16:creationId xmlns:a16="http://schemas.microsoft.com/office/drawing/2014/main" id="{70BE4684-C2EF-A642-9128-2B2729984985}"/>
              </a:ext>
            </a:extLst>
          </p:cNvPr>
          <p:cNvSpPr>
            <a:spLocks noGrp="1"/>
          </p:cNvSpPr>
          <p:nvPr>
            <p:ph type="body" sz="quarter" idx="32" hasCustomPrompt="1"/>
          </p:nvPr>
        </p:nvSpPr>
        <p:spPr>
          <a:xfrm>
            <a:off x="7548562" y="3480967"/>
            <a:ext cx="1462088" cy="744538"/>
          </a:xfrm>
        </p:spPr>
        <p:txBody>
          <a:bodyPr>
            <a:noAutofit/>
          </a:bodyPr>
          <a:lstStyle>
            <a:lvl1pPr marL="0" indent="0" algn="ctr">
              <a:lnSpc>
                <a:spcPts val="2500"/>
              </a:lnSpc>
              <a:buNone/>
              <a:defRPr sz="2000" cap="all" baseline="0"/>
            </a:lvl1pPr>
          </a:lstStyle>
          <a:p>
            <a:r>
              <a:rPr lang="de-DE" err="1"/>
              <a:t>Lorem</a:t>
            </a:r>
            <a:r>
              <a:rPr lang="de-DE"/>
              <a:t> </a:t>
            </a:r>
            <a:r>
              <a:rPr lang="de-DE" err="1"/>
              <a:t>ipsum</a:t>
            </a:r>
            <a:endParaRPr lang="en-US"/>
          </a:p>
        </p:txBody>
      </p:sp>
      <p:sp>
        <p:nvSpPr>
          <p:cNvPr id="37" name="Textplatzhalter 6">
            <a:extLst>
              <a:ext uri="{FF2B5EF4-FFF2-40B4-BE49-F238E27FC236}">
                <a16:creationId xmlns:a16="http://schemas.microsoft.com/office/drawing/2014/main" id="{082A82E3-C997-8242-BBE4-A9D30201A039}"/>
              </a:ext>
            </a:extLst>
          </p:cNvPr>
          <p:cNvSpPr>
            <a:spLocks noGrp="1"/>
          </p:cNvSpPr>
          <p:nvPr>
            <p:ph type="body" sz="quarter" idx="33" hasCustomPrompt="1"/>
          </p:nvPr>
        </p:nvSpPr>
        <p:spPr>
          <a:xfrm>
            <a:off x="5364956" y="5010729"/>
            <a:ext cx="1462088" cy="744538"/>
          </a:xfrm>
        </p:spPr>
        <p:txBody>
          <a:bodyPr>
            <a:noAutofit/>
          </a:bodyPr>
          <a:lstStyle>
            <a:lvl1pPr marL="0" indent="0" algn="ctr">
              <a:lnSpc>
                <a:spcPts val="2500"/>
              </a:lnSpc>
              <a:buNone/>
              <a:defRPr sz="2000" cap="all" baseline="0"/>
            </a:lvl1pPr>
          </a:lstStyle>
          <a:p>
            <a:r>
              <a:rPr lang="de-DE" err="1"/>
              <a:t>Lorem</a:t>
            </a:r>
            <a:r>
              <a:rPr lang="de-DE"/>
              <a:t> </a:t>
            </a:r>
            <a:r>
              <a:rPr lang="de-DE" err="1"/>
              <a:t>ipsum</a:t>
            </a:r>
            <a:endParaRPr lang="en-US"/>
          </a:p>
        </p:txBody>
      </p:sp>
      <p:sp>
        <p:nvSpPr>
          <p:cNvPr id="39" name="Text Placeholder 13">
            <a:extLst>
              <a:ext uri="{FF2B5EF4-FFF2-40B4-BE49-F238E27FC236}">
                <a16:creationId xmlns:a16="http://schemas.microsoft.com/office/drawing/2014/main" id="{9A50DD57-125D-164A-841B-D5F8E130244C}"/>
              </a:ext>
            </a:extLst>
          </p:cNvPr>
          <p:cNvSpPr>
            <a:spLocks noGrp="1"/>
          </p:cNvSpPr>
          <p:nvPr>
            <p:ph type="body" sz="quarter" idx="12" hasCustomPrompt="1"/>
          </p:nvPr>
        </p:nvSpPr>
        <p:spPr>
          <a:xfrm>
            <a:off x="3189250" y="891493"/>
            <a:ext cx="5813502"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40" name="Text Placeholder 13">
            <a:extLst>
              <a:ext uri="{FF2B5EF4-FFF2-40B4-BE49-F238E27FC236}">
                <a16:creationId xmlns:a16="http://schemas.microsoft.com/office/drawing/2014/main" id="{DA06100A-F86E-0A44-B81E-C3CC710E0FB1}"/>
              </a:ext>
            </a:extLst>
          </p:cNvPr>
          <p:cNvSpPr>
            <a:spLocks noGrp="1"/>
          </p:cNvSpPr>
          <p:nvPr>
            <p:ph type="body" sz="quarter" idx="17" hasCustomPrompt="1"/>
          </p:nvPr>
        </p:nvSpPr>
        <p:spPr>
          <a:xfrm>
            <a:off x="3189248" y="1219952"/>
            <a:ext cx="5820937" cy="291600"/>
          </a:xfrm>
        </p:spPr>
        <p:txBody>
          <a:bodyPr>
            <a:noAutofit/>
          </a:bodyPr>
          <a:lstStyle>
            <a:lvl1pPr marL="0" indent="0" algn="ctr">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r>
              <a:rPr lang="en-US"/>
              <a:t> sit </a:t>
            </a:r>
            <a:r>
              <a:rPr lang="en-US" err="1"/>
              <a:t>amet</a:t>
            </a:r>
            <a:endParaRPr lang="en-US"/>
          </a:p>
        </p:txBody>
      </p:sp>
    </p:spTree>
    <p:extLst>
      <p:ext uri="{BB962C8B-B14F-4D97-AF65-F5344CB8AC3E}">
        <p14:creationId xmlns:p14="http://schemas.microsoft.com/office/powerpoint/2010/main" val="18646362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GRAPHS AND DIAGRAMS 07">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pic>
        <p:nvPicPr>
          <p:cNvPr id="9" name="Image" descr="Image">
            <a:extLst>
              <a:ext uri="{FF2B5EF4-FFF2-40B4-BE49-F238E27FC236}">
                <a16:creationId xmlns:a16="http://schemas.microsoft.com/office/drawing/2014/main" id="{AC33D199-D30F-E848-87DB-5BC5646AB477}"/>
              </a:ext>
            </a:extLst>
          </p:cNvPr>
          <p:cNvPicPr>
            <a:picLocks/>
          </p:cNvPicPr>
          <p:nvPr userDrawn="1"/>
        </p:nvPicPr>
        <p:blipFill>
          <a:blip r:embed="rId2"/>
          <a:stretch>
            <a:fillRect/>
          </a:stretch>
        </p:blipFill>
        <p:spPr>
          <a:xfrm>
            <a:off x="3775909" y="1204847"/>
            <a:ext cx="4640181" cy="4448307"/>
          </a:xfrm>
          <a:prstGeom prst="rect">
            <a:avLst/>
          </a:prstGeom>
          <a:ln w="12700">
            <a:miter lim="400000"/>
          </a:ln>
        </p:spPr>
      </p:pic>
      <p:sp>
        <p:nvSpPr>
          <p:cNvPr id="10" name="Text Placeholder 4">
            <a:extLst>
              <a:ext uri="{FF2B5EF4-FFF2-40B4-BE49-F238E27FC236}">
                <a16:creationId xmlns:a16="http://schemas.microsoft.com/office/drawing/2014/main" id="{19BCEB54-D79D-EB45-BD62-930643A7D9EE}"/>
              </a:ext>
            </a:extLst>
          </p:cNvPr>
          <p:cNvSpPr>
            <a:spLocks noGrp="1"/>
          </p:cNvSpPr>
          <p:nvPr>
            <p:ph type="body" sz="quarter" idx="23" hasCustomPrompt="1"/>
          </p:nvPr>
        </p:nvSpPr>
        <p:spPr>
          <a:xfrm>
            <a:off x="5378478" y="1651330"/>
            <a:ext cx="1443991" cy="436204"/>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
        <p:nvSpPr>
          <p:cNvPr id="7" name="Textplatzhalter 6">
            <a:extLst>
              <a:ext uri="{FF2B5EF4-FFF2-40B4-BE49-F238E27FC236}">
                <a16:creationId xmlns:a16="http://schemas.microsoft.com/office/drawing/2014/main" id="{9269B6CB-1337-C246-A3BF-8B17CCA583F0}"/>
              </a:ext>
            </a:extLst>
          </p:cNvPr>
          <p:cNvSpPr>
            <a:spLocks noGrp="1"/>
          </p:cNvSpPr>
          <p:nvPr>
            <p:ph type="body" sz="quarter" idx="28" hasCustomPrompt="1"/>
          </p:nvPr>
        </p:nvSpPr>
        <p:spPr>
          <a:xfrm>
            <a:off x="5375252" y="787280"/>
            <a:ext cx="1462088" cy="744538"/>
          </a:xfrm>
        </p:spPr>
        <p:txBody>
          <a:bodyPr>
            <a:noAutofit/>
          </a:bodyPr>
          <a:lstStyle>
            <a:lvl1pPr marL="0" indent="0" algn="ctr">
              <a:lnSpc>
                <a:spcPts val="3000"/>
              </a:lnSpc>
              <a:buNone/>
              <a:defRPr cap="all" baseline="0"/>
            </a:lvl1pPr>
          </a:lstStyle>
          <a:p>
            <a:r>
              <a:rPr lang="de-DE" err="1"/>
              <a:t>Lorem</a:t>
            </a:r>
            <a:r>
              <a:rPr lang="de-DE"/>
              <a:t> </a:t>
            </a:r>
            <a:r>
              <a:rPr lang="de-DE" err="1"/>
              <a:t>ipsum</a:t>
            </a:r>
            <a:endParaRPr lang="en-US"/>
          </a:p>
        </p:txBody>
      </p:sp>
      <p:sp>
        <p:nvSpPr>
          <p:cNvPr id="24" name="Text Placeholder 4">
            <a:extLst>
              <a:ext uri="{FF2B5EF4-FFF2-40B4-BE49-F238E27FC236}">
                <a16:creationId xmlns:a16="http://schemas.microsoft.com/office/drawing/2014/main" id="{D8CA6245-3974-504D-9787-B0D8A8FB3A05}"/>
              </a:ext>
            </a:extLst>
          </p:cNvPr>
          <p:cNvSpPr>
            <a:spLocks noGrp="1"/>
          </p:cNvSpPr>
          <p:nvPr>
            <p:ph type="body" sz="quarter" idx="29" hasCustomPrompt="1"/>
          </p:nvPr>
        </p:nvSpPr>
        <p:spPr>
          <a:xfrm>
            <a:off x="7468535" y="2826000"/>
            <a:ext cx="1443991" cy="436204"/>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
        <p:nvSpPr>
          <p:cNvPr id="25" name="Textplatzhalter 6">
            <a:extLst>
              <a:ext uri="{FF2B5EF4-FFF2-40B4-BE49-F238E27FC236}">
                <a16:creationId xmlns:a16="http://schemas.microsoft.com/office/drawing/2014/main" id="{C63A2D71-6D22-684D-86B5-BF499B442305}"/>
              </a:ext>
            </a:extLst>
          </p:cNvPr>
          <p:cNvSpPr>
            <a:spLocks noGrp="1"/>
          </p:cNvSpPr>
          <p:nvPr>
            <p:ph type="body" sz="quarter" idx="30" hasCustomPrompt="1"/>
          </p:nvPr>
        </p:nvSpPr>
        <p:spPr>
          <a:xfrm>
            <a:off x="7465309" y="1962000"/>
            <a:ext cx="1462088" cy="744538"/>
          </a:xfrm>
        </p:spPr>
        <p:txBody>
          <a:bodyPr>
            <a:noAutofit/>
          </a:bodyPr>
          <a:lstStyle>
            <a:lvl1pPr marL="0" indent="0" algn="ctr">
              <a:lnSpc>
                <a:spcPts val="3000"/>
              </a:lnSpc>
              <a:buNone/>
              <a:defRPr cap="all" baseline="0"/>
            </a:lvl1pPr>
          </a:lstStyle>
          <a:p>
            <a:r>
              <a:rPr lang="de-DE" err="1"/>
              <a:t>Lorem</a:t>
            </a:r>
            <a:r>
              <a:rPr lang="de-DE"/>
              <a:t> </a:t>
            </a:r>
            <a:r>
              <a:rPr lang="de-DE" err="1"/>
              <a:t>ipsum</a:t>
            </a:r>
            <a:endParaRPr lang="en-US"/>
          </a:p>
        </p:txBody>
      </p:sp>
      <p:sp>
        <p:nvSpPr>
          <p:cNvPr id="26" name="Text Placeholder 4">
            <a:extLst>
              <a:ext uri="{FF2B5EF4-FFF2-40B4-BE49-F238E27FC236}">
                <a16:creationId xmlns:a16="http://schemas.microsoft.com/office/drawing/2014/main" id="{F1640E37-4FD5-A241-82EB-D377016BC052}"/>
              </a:ext>
            </a:extLst>
          </p:cNvPr>
          <p:cNvSpPr>
            <a:spLocks noGrp="1"/>
          </p:cNvSpPr>
          <p:nvPr>
            <p:ph type="body" sz="quarter" idx="31" hasCustomPrompt="1"/>
          </p:nvPr>
        </p:nvSpPr>
        <p:spPr>
          <a:xfrm>
            <a:off x="6891912" y="5439558"/>
            <a:ext cx="1443991" cy="436204"/>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
        <p:nvSpPr>
          <p:cNvPr id="29" name="Textplatzhalter 6">
            <a:extLst>
              <a:ext uri="{FF2B5EF4-FFF2-40B4-BE49-F238E27FC236}">
                <a16:creationId xmlns:a16="http://schemas.microsoft.com/office/drawing/2014/main" id="{BD6A4517-343C-0C48-83F7-42965F0143B9}"/>
              </a:ext>
            </a:extLst>
          </p:cNvPr>
          <p:cNvSpPr>
            <a:spLocks noGrp="1"/>
          </p:cNvSpPr>
          <p:nvPr>
            <p:ph type="body" sz="quarter" idx="32" hasCustomPrompt="1"/>
          </p:nvPr>
        </p:nvSpPr>
        <p:spPr>
          <a:xfrm>
            <a:off x="6888686" y="4575600"/>
            <a:ext cx="1462088" cy="744538"/>
          </a:xfrm>
        </p:spPr>
        <p:txBody>
          <a:bodyPr>
            <a:noAutofit/>
          </a:bodyPr>
          <a:lstStyle>
            <a:lvl1pPr marL="0" indent="0" algn="ctr">
              <a:lnSpc>
                <a:spcPts val="3000"/>
              </a:lnSpc>
              <a:buNone/>
              <a:defRPr cap="all" baseline="0"/>
            </a:lvl1pPr>
          </a:lstStyle>
          <a:p>
            <a:r>
              <a:rPr lang="de-DE" err="1"/>
              <a:t>Lorem</a:t>
            </a:r>
            <a:r>
              <a:rPr lang="de-DE"/>
              <a:t> </a:t>
            </a:r>
            <a:r>
              <a:rPr lang="de-DE" err="1"/>
              <a:t>ipsum</a:t>
            </a:r>
            <a:endParaRPr lang="en-US"/>
          </a:p>
        </p:txBody>
      </p:sp>
      <p:sp>
        <p:nvSpPr>
          <p:cNvPr id="30" name="Text Placeholder 4">
            <a:extLst>
              <a:ext uri="{FF2B5EF4-FFF2-40B4-BE49-F238E27FC236}">
                <a16:creationId xmlns:a16="http://schemas.microsoft.com/office/drawing/2014/main" id="{79A7D737-6C6B-AB40-8E8F-7B078AEAF108}"/>
              </a:ext>
            </a:extLst>
          </p:cNvPr>
          <p:cNvSpPr>
            <a:spLocks noGrp="1"/>
          </p:cNvSpPr>
          <p:nvPr>
            <p:ph type="body" sz="quarter" idx="33" hasCustomPrompt="1"/>
          </p:nvPr>
        </p:nvSpPr>
        <p:spPr>
          <a:xfrm>
            <a:off x="3894619" y="5439558"/>
            <a:ext cx="1443991" cy="436204"/>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
        <p:nvSpPr>
          <p:cNvPr id="31" name="Textplatzhalter 6">
            <a:extLst>
              <a:ext uri="{FF2B5EF4-FFF2-40B4-BE49-F238E27FC236}">
                <a16:creationId xmlns:a16="http://schemas.microsoft.com/office/drawing/2014/main" id="{99391FFF-51A9-A946-864A-9D9689E14C3C}"/>
              </a:ext>
            </a:extLst>
          </p:cNvPr>
          <p:cNvSpPr>
            <a:spLocks noGrp="1"/>
          </p:cNvSpPr>
          <p:nvPr>
            <p:ph type="body" sz="quarter" idx="34" hasCustomPrompt="1"/>
          </p:nvPr>
        </p:nvSpPr>
        <p:spPr>
          <a:xfrm>
            <a:off x="3891393" y="4575508"/>
            <a:ext cx="1462088" cy="744538"/>
          </a:xfrm>
        </p:spPr>
        <p:txBody>
          <a:bodyPr>
            <a:noAutofit/>
          </a:bodyPr>
          <a:lstStyle>
            <a:lvl1pPr marL="0" indent="0" algn="ctr">
              <a:lnSpc>
                <a:spcPts val="3000"/>
              </a:lnSpc>
              <a:buNone/>
              <a:defRPr cap="all" baseline="0"/>
            </a:lvl1pPr>
          </a:lstStyle>
          <a:p>
            <a:r>
              <a:rPr lang="de-DE" err="1"/>
              <a:t>Lorem</a:t>
            </a:r>
            <a:r>
              <a:rPr lang="de-DE"/>
              <a:t> </a:t>
            </a:r>
            <a:r>
              <a:rPr lang="de-DE" err="1"/>
              <a:t>ipsum</a:t>
            </a:r>
            <a:endParaRPr lang="en-US"/>
          </a:p>
        </p:txBody>
      </p:sp>
      <p:sp>
        <p:nvSpPr>
          <p:cNvPr id="32" name="Text Placeholder 4">
            <a:extLst>
              <a:ext uri="{FF2B5EF4-FFF2-40B4-BE49-F238E27FC236}">
                <a16:creationId xmlns:a16="http://schemas.microsoft.com/office/drawing/2014/main" id="{26DDB845-D2EC-D148-AE60-13D7DE5E0CEB}"/>
              </a:ext>
            </a:extLst>
          </p:cNvPr>
          <p:cNvSpPr>
            <a:spLocks noGrp="1"/>
          </p:cNvSpPr>
          <p:nvPr>
            <p:ph type="body" sz="quarter" idx="35" hasCustomPrompt="1"/>
          </p:nvPr>
        </p:nvSpPr>
        <p:spPr>
          <a:xfrm>
            <a:off x="3282699" y="2826000"/>
            <a:ext cx="1443991" cy="436204"/>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 dolor </a:t>
            </a:r>
            <a:r>
              <a:rPr lang="en-US" sz="1200" b="0" i="0" err="1">
                <a:latin typeface="Helvetica Neue Light" panose="02000403000000020004" pitchFamily="2" charset="0"/>
                <a:ea typeface="Helvetica Neue Light" panose="02000403000000020004" pitchFamily="2" charset="0"/>
              </a:rPr>
              <a:t>est</a:t>
            </a:r>
            <a:r>
              <a:rPr lang="en-US" sz="1200" b="0" i="0">
                <a:latin typeface="Helvetica Neue Light" panose="02000403000000020004" pitchFamily="2" charset="0"/>
                <a:ea typeface="Helvetica Neue Light" panose="02000403000000020004" pitchFamily="2" charset="0"/>
              </a:rPr>
              <a:t> sit </a:t>
            </a:r>
            <a:r>
              <a:rPr lang="en-US" sz="1200" b="0" i="0" err="1">
                <a:latin typeface="Helvetica Neue Light" panose="02000403000000020004" pitchFamily="2" charset="0"/>
                <a:ea typeface="Helvetica Neue Light" panose="02000403000000020004" pitchFamily="2" charset="0"/>
              </a:rPr>
              <a:t>amet</a:t>
            </a:r>
            <a:r>
              <a:rPr lang="en-US" sz="1200" b="0" i="0">
                <a:latin typeface="Helvetica Neue Light" panose="02000403000000020004" pitchFamily="2" charset="0"/>
                <a:ea typeface="Helvetica Neue Light" panose="02000403000000020004" pitchFamily="2" charset="0"/>
              </a:rPr>
              <a:t>.</a:t>
            </a:r>
          </a:p>
        </p:txBody>
      </p:sp>
      <p:sp>
        <p:nvSpPr>
          <p:cNvPr id="33" name="Textplatzhalter 6">
            <a:extLst>
              <a:ext uri="{FF2B5EF4-FFF2-40B4-BE49-F238E27FC236}">
                <a16:creationId xmlns:a16="http://schemas.microsoft.com/office/drawing/2014/main" id="{A3EAC937-0732-7A40-A8CC-3D8A1749389A}"/>
              </a:ext>
            </a:extLst>
          </p:cNvPr>
          <p:cNvSpPr>
            <a:spLocks noGrp="1"/>
          </p:cNvSpPr>
          <p:nvPr>
            <p:ph type="body" sz="quarter" idx="36" hasCustomPrompt="1"/>
          </p:nvPr>
        </p:nvSpPr>
        <p:spPr>
          <a:xfrm>
            <a:off x="3279473" y="1962000"/>
            <a:ext cx="1462088" cy="744538"/>
          </a:xfrm>
        </p:spPr>
        <p:txBody>
          <a:bodyPr>
            <a:noAutofit/>
          </a:bodyPr>
          <a:lstStyle>
            <a:lvl1pPr marL="0" indent="0" algn="ctr">
              <a:lnSpc>
                <a:spcPts val="3000"/>
              </a:lnSpc>
              <a:buNone/>
              <a:defRPr cap="all" baseline="0"/>
            </a:lvl1pPr>
          </a:lstStyle>
          <a:p>
            <a:r>
              <a:rPr lang="de-DE" err="1"/>
              <a:t>Lorem</a:t>
            </a:r>
            <a:r>
              <a:rPr lang="de-DE"/>
              <a:t> </a:t>
            </a:r>
            <a:r>
              <a:rPr lang="de-DE" err="1"/>
              <a:t>ipsum</a:t>
            </a:r>
            <a:endParaRPr lang="en-US"/>
          </a:p>
        </p:txBody>
      </p:sp>
    </p:spTree>
    <p:extLst>
      <p:ext uri="{BB962C8B-B14F-4D97-AF65-F5344CB8AC3E}">
        <p14:creationId xmlns:p14="http://schemas.microsoft.com/office/powerpoint/2010/main" val="20412839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GRAPHS AND DIAGRAMS 08">
    <p:spTree>
      <p:nvGrpSpPr>
        <p:cNvPr id="1" name=""/>
        <p:cNvGrpSpPr/>
        <p:nvPr/>
      </p:nvGrpSpPr>
      <p:grpSpPr>
        <a:xfrm>
          <a:off x="0" y="0"/>
          <a:ext cx="0" cy="0"/>
          <a:chOff x="0" y="0"/>
          <a:chExt cx="0" cy="0"/>
        </a:xfrm>
      </p:grpSpPr>
      <p:pic>
        <p:nvPicPr>
          <p:cNvPr id="18" name="Picture 35">
            <a:extLst>
              <a:ext uri="{FF2B5EF4-FFF2-40B4-BE49-F238E27FC236}">
                <a16:creationId xmlns:a16="http://schemas.microsoft.com/office/drawing/2014/main" id="{1B0DAFD2-4E8E-5544-B47C-A59AB8475180}"/>
              </a:ext>
            </a:extLst>
          </p:cNvPr>
          <p:cNvPicPr>
            <a:picLocks noChangeAspect="1"/>
          </p:cNvPicPr>
          <p:nvPr userDrawn="1"/>
        </p:nvPicPr>
        <p:blipFill>
          <a:blip r:embed="rId2"/>
          <a:stretch>
            <a:fillRect/>
          </a:stretch>
        </p:blipFill>
        <p:spPr>
          <a:xfrm>
            <a:off x="1684272" y="1144430"/>
            <a:ext cx="8881646" cy="4523065"/>
          </a:xfrm>
          <a:prstGeom prst="rect">
            <a:avLst/>
          </a:prstGeom>
        </p:spPr>
      </p:pic>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25" name="Textplatzhalter 6">
            <a:extLst>
              <a:ext uri="{FF2B5EF4-FFF2-40B4-BE49-F238E27FC236}">
                <a16:creationId xmlns:a16="http://schemas.microsoft.com/office/drawing/2014/main" id="{C63A2D71-6D22-684D-86B5-BF499B442305}"/>
              </a:ext>
            </a:extLst>
          </p:cNvPr>
          <p:cNvSpPr>
            <a:spLocks noGrp="1"/>
          </p:cNvSpPr>
          <p:nvPr>
            <p:ph type="body" sz="quarter" idx="30" hasCustomPrompt="1"/>
          </p:nvPr>
        </p:nvSpPr>
        <p:spPr>
          <a:xfrm>
            <a:off x="5558400" y="1353600"/>
            <a:ext cx="1072401" cy="507223"/>
          </a:xfrm>
        </p:spPr>
        <p:txBody>
          <a:bodyPr lIns="0" tIns="0" rIns="0" bIns="0">
            <a:noAutofit/>
          </a:bodyPr>
          <a:lstStyle>
            <a:lvl1pPr marL="0" indent="0" algn="ctr">
              <a:lnSpc>
                <a:spcPts val="2000"/>
              </a:lnSpc>
              <a:buNone/>
              <a:defRPr sz="1500" cap="all" baseline="0"/>
            </a:lvl1pPr>
          </a:lstStyle>
          <a:p>
            <a:r>
              <a:rPr lang="de-DE" err="1"/>
              <a:t>Lorem</a:t>
            </a:r>
            <a:r>
              <a:rPr lang="de-DE"/>
              <a:t> </a:t>
            </a:r>
            <a:r>
              <a:rPr lang="de-DE" err="1"/>
              <a:t>ipsum</a:t>
            </a:r>
            <a:endParaRPr lang="en-US"/>
          </a:p>
        </p:txBody>
      </p:sp>
      <p:sp>
        <p:nvSpPr>
          <p:cNvPr id="19" name="Textplatzhalter 6">
            <a:extLst>
              <a:ext uri="{FF2B5EF4-FFF2-40B4-BE49-F238E27FC236}">
                <a16:creationId xmlns:a16="http://schemas.microsoft.com/office/drawing/2014/main" id="{7C857F2D-49BA-7F44-9428-1A59E770A66A}"/>
              </a:ext>
            </a:extLst>
          </p:cNvPr>
          <p:cNvSpPr>
            <a:spLocks noGrp="1"/>
          </p:cNvSpPr>
          <p:nvPr>
            <p:ph type="body" sz="quarter" idx="31" hasCustomPrompt="1"/>
          </p:nvPr>
        </p:nvSpPr>
        <p:spPr>
          <a:xfrm>
            <a:off x="5558400" y="2240575"/>
            <a:ext cx="1072401" cy="507223"/>
          </a:xfrm>
        </p:spPr>
        <p:txBody>
          <a:bodyPr lIns="0" tIns="0" rIns="0" bIns="0">
            <a:noAutofit/>
          </a:bodyPr>
          <a:lstStyle>
            <a:lvl1pPr marL="0" indent="0" algn="ctr">
              <a:lnSpc>
                <a:spcPts val="2000"/>
              </a:lnSpc>
              <a:buNone/>
              <a:defRPr sz="1500" cap="all" baseline="0"/>
            </a:lvl1pPr>
          </a:lstStyle>
          <a:p>
            <a:r>
              <a:rPr lang="de-DE" err="1"/>
              <a:t>Lorem</a:t>
            </a:r>
            <a:r>
              <a:rPr lang="de-DE"/>
              <a:t> </a:t>
            </a:r>
            <a:r>
              <a:rPr lang="de-DE" err="1"/>
              <a:t>ipsum</a:t>
            </a:r>
            <a:endParaRPr lang="en-US"/>
          </a:p>
        </p:txBody>
      </p:sp>
      <p:sp>
        <p:nvSpPr>
          <p:cNvPr id="20" name="Textplatzhalter 6">
            <a:extLst>
              <a:ext uri="{FF2B5EF4-FFF2-40B4-BE49-F238E27FC236}">
                <a16:creationId xmlns:a16="http://schemas.microsoft.com/office/drawing/2014/main" id="{70AA84E5-2155-394A-9C7B-81E965D37F0C}"/>
              </a:ext>
            </a:extLst>
          </p:cNvPr>
          <p:cNvSpPr>
            <a:spLocks noGrp="1"/>
          </p:cNvSpPr>
          <p:nvPr>
            <p:ph type="body" sz="quarter" idx="32" hasCustomPrompt="1"/>
          </p:nvPr>
        </p:nvSpPr>
        <p:spPr>
          <a:xfrm>
            <a:off x="5558400" y="3194242"/>
            <a:ext cx="1072401" cy="507223"/>
          </a:xfrm>
        </p:spPr>
        <p:txBody>
          <a:bodyPr lIns="0" tIns="0" rIns="0" bIns="0">
            <a:noAutofit/>
          </a:bodyPr>
          <a:lstStyle>
            <a:lvl1pPr marL="0" indent="0" algn="ctr">
              <a:lnSpc>
                <a:spcPts val="2000"/>
              </a:lnSpc>
              <a:buNone/>
              <a:defRPr sz="1500" cap="all" baseline="0"/>
            </a:lvl1pPr>
          </a:lstStyle>
          <a:p>
            <a:r>
              <a:rPr lang="de-DE" err="1"/>
              <a:t>Lorem</a:t>
            </a:r>
            <a:r>
              <a:rPr lang="de-DE"/>
              <a:t> </a:t>
            </a:r>
            <a:r>
              <a:rPr lang="de-DE" err="1"/>
              <a:t>ipsum</a:t>
            </a:r>
            <a:endParaRPr lang="en-US"/>
          </a:p>
        </p:txBody>
      </p:sp>
      <p:sp>
        <p:nvSpPr>
          <p:cNvPr id="21" name="Textplatzhalter 6">
            <a:extLst>
              <a:ext uri="{FF2B5EF4-FFF2-40B4-BE49-F238E27FC236}">
                <a16:creationId xmlns:a16="http://schemas.microsoft.com/office/drawing/2014/main" id="{496C54D7-8C2C-F847-8F07-61C3C00D48AD}"/>
              </a:ext>
            </a:extLst>
          </p:cNvPr>
          <p:cNvSpPr>
            <a:spLocks noGrp="1"/>
          </p:cNvSpPr>
          <p:nvPr>
            <p:ph type="body" sz="quarter" idx="33" hasCustomPrompt="1"/>
          </p:nvPr>
        </p:nvSpPr>
        <p:spPr>
          <a:xfrm>
            <a:off x="5558400" y="4214964"/>
            <a:ext cx="1072401" cy="507223"/>
          </a:xfrm>
        </p:spPr>
        <p:txBody>
          <a:bodyPr lIns="0" tIns="0" rIns="0" bIns="0">
            <a:noAutofit/>
          </a:bodyPr>
          <a:lstStyle>
            <a:lvl1pPr marL="0" indent="0" algn="ctr">
              <a:lnSpc>
                <a:spcPts val="2000"/>
              </a:lnSpc>
              <a:buNone/>
              <a:defRPr sz="1500" cap="all" baseline="0"/>
            </a:lvl1pPr>
          </a:lstStyle>
          <a:p>
            <a:r>
              <a:rPr lang="de-DE" err="1"/>
              <a:t>Lorem</a:t>
            </a:r>
            <a:r>
              <a:rPr lang="de-DE"/>
              <a:t> </a:t>
            </a:r>
            <a:r>
              <a:rPr lang="de-DE" err="1"/>
              <a:t>ipsum</a:t>
            </a:r>
            <a:endParaRPr lang="en-US"/>
          </a:p>
        </p:txBody>
      </p:sp>
      <p:sp>
        <p:nvSpPr>
          <p:cNvPr id="22" name="Textplatzhalter 6">
            <a:extLst>
              <a:ext uri="{FF2B5EF4-FFF2-40B4-BE49-F238E27FC236}">
                <a16:creationId xmlns:a16="http://schemas.microsoft.com/office/drawing/2014/main" id="{F9A80E88-E144-114A-BE35-1302713A1FD6}"/>
              </a:ext>
            </a:extLst>
          </p:cNvPr>
          <p:cNvSpPr>
            <a:spLocks noGrp="1"/>
          </p:cNvSpPr>
          <p:nvPr>
            <p:ph type="body" sz="quarter" idx="34" hasCustomPrompt="1"/>
          </p:nvPr>
        </p:nvSpPr>
        <p:spPr>
          <a:xfrm>
            <a:off x="5558400" y="5292517"/>
            <a:ext cx="1072401" cy="507223"/>
          </a:xfrm>
        </p:spPr>
        <p:txBody>
          <a:bodyPr lIns="0" tIns="0" rIns="0" bIns="0">
            <a:noAutofit/>
          </a:bodyPr>
          <a:lstStyle>
            <a:lvl1pPr marL="0" indent="0" algn="ctr">
              <a:lnSpc>
                <a:spcPts val="2000"/>
              </a:lnSpc>
              <a:buNone/>
              <a:defRPr sz="1500" cap="all" baseline="0"/>
            </a:lvl1pPr>
          </a:lstStyle>
          <a:p>
            <a:r>
              <a:rPr lang="de-DE" err="1"/>
              <a:t>Lorem</a:t>
            </a:r>
            <a:r>
              <a:rPr lang="de-DE"/>
              <a:t> </a:t>
            </a:r>
            <a:r>
              <a:rPr lang="de-DE" err="1"/>
              <a:t>ipsum</a:t>
            </a:r>
            <a:endParaRPr lang="en-US"/>
          </a:p>
        </p:txBody>
      </p:sp>
      <p:sp>
        <p:nvSpPr>
          <p:cNvPr id="23" name="Textplatzhalter 6">
            <a:extLst>
              <a:ext uri="{FF2B5EF4-FFF2-40B4-BE49-F238E27FC236}">
                <a16:creationId xmlns:a16="http://schemas.microsoft.com/office/drawing/2014/main" id="{1548B66A-86DB-5049-9D87-39BEE1DA9200}"/>
              </a:ext>
            </a:extLst>
          </p:cNvPr>
          <p:cNvSpPr>
            <a:spLocks noGrp="1"/>
          </p:cNvSpPr>
          <p:nvPr>
            <p:ph type="body" sz="quarter" idx="35" hasCustomPrompt="1"/>
          </p:nvPr>
        </p:nvSpPr>
        <p:spPr>
          <a:xfrm rot="1412805">
            <a:off x="1653304" y="4535368"/>
            <a:ext cx="689864" cy="354879"/>
          </a:xfrm>
        </p:spPr>
        <p:txBody>
          <a:bodyPr lIns="0" tIns="0" rIns="0" bIns="0">
            <a:noAutofit/>
          </a:bodyPr>
          <a:lstStyle>
            <a:lvl1pPr marL="0" indent="0" algn="ctr">
              <a:lnSpc>
                <a:spcPts val="1300"/>
              </a:lnSpc>
              <a:buNone/>
              <a:defRPr sz="1000" cap="all" baseline="0">
                <a:solidFill>
                  <a:schemeClr val="tx1"/>
                </a:solidFill>
              </a:defRPr>
            </a:lvl1pPr>
          </a:lstStyle>
          <a:p>
            <a:r>
              <a:rPr lang="de-DE" err="1"/>
              <a:t>Lorem</a:t>
            </a:r>
            <a:r>
              <a:rPr lang="de-DE"/>
              <a:t> </a:t>
            </a:r>
            <a:r>
              <a:rPr lang="de-DE" err="1"/>
              <a:t>ipsum</a:t>
            </a:r>
            <a:endParaRPr lang="en-US"/>
          </a:p>
        </p:txBody>
      </p:sp>
      <p:sp>
        <p:nvSpPr>
          <p:cNvPr id="27" name="Textplatzhalter 6">
            <a:extLst>
              <a:ext uri="{FF2B5EF4-FFF2-40B4-BE49-F238E27FC236}">
                <a16:creationId xmlns:a16="http://schemas.microsoft.com/office/drawing/2014/main" id="{A161D96A-121D-CB46-B109-C1BCEE7B9D88}"/>
              </a:ext>
            </a:extLst>
          </p:cNvPr>
          <p:cNvSpPr>
            <a:spLocks noGrp="1"/>
          </p:cNvSpPr>
          <p:nvPr>
            <p:ph type="body" sz="quarter" idx="36" hasCustomPrompt="1"/>
          </p:nvPr>
        </p:nvSpPr>
        <p:spPr>
          <a:xfrm rot="1412805">
            <a:off x="2389905" y="4835832"/>
            <a:ext cx="689864" cy="354879"/>
          </a:xfrm>
        </p:spPr>
        <p:txBody>
          <a:bodyPr lIns="0" tIns="0" rIns="0" bIns="0">
            <a:noAutofit/>
          </a:bodyPr>
          <a:lstStyle>
            <a:lvl1pPr marL="0" indent="0" algn="ctr">
              <a:lnSpc>
                <a:spcPts val="1300"/>
              </a:lnSpc>
              <a:buNone/>
              <a:defRPr sz="1000" cap="all" baseline="0">
                <a:solidFill>
                  <a:schemeClr val="tx1"/>
                </a:solidFill>
              </a:defRPr>
            </a:lvl1pPr>
          </a:lstStyle>
          <a:p>
            <a:r>
              <a:rPr lang="de-DE" err="1"/>
              <a:t>Lorem</a:t>
            </a:r>
            <a:r>
              <a:rPr lang="de-DE"/>
              <a:t> </a:t>
            </a:r>
            <a:r>
              <a:rPr lang="de-DE" err="1"/>
              <a:t>ipsum</a:t>
            </a:r>
            <a:endParaRPr lang="en-US"/>
          </a:p>
        </p:txBody>
      </p:sp>
      <p:sp>
        <p:nvSpPr>
          <p:cNvPr id="28" name="Textplatzhalter 6">
            <a:extLst>
              <a:ext uri="{FF2B5EF4-FFF2-40B4-BE49-F238E27FC236}">
                <a16:creationId xmlns:a16="http://schemas.microsoft.com/office/drawing/2014/main" id="{DF570B1B-28E6-404B-8FCB-3E10BDCFB794}"/>
              </a:ext>
            </a:extLst>
          </p:cNvPr>
          <p:cNvSpPr>
            <a:spLocks noGrp="1"/>
          </p:cNvSpPr>
          <p:nvPr>
            <p:ph type="body" sz="quarter" idx="37" hasCustomPrompt="1"/>
          </p:nvPr>
        </p:nvSpPr>
        <p:spPr>
          <a:xfrm rot="1412805">
            <a:off x="3185200" y="5138203"/>
            <a:ext cx="689864" cy="354879"/>
          </a:xfrm>
        </p:spPr>
        <p:txBody>
          <a:bodyPr lIns="0" tIns="0" rIns="0" bIns="0">
            <a:noAutofit/>
          </a:bodyPr>
          <a:lstStyle>
            <a:lvl1pPr marL="0" indent="0" algn="ctr">
              <a:lnSpc>
                <a:spcPts val="1300"/>
              </a:lnSpc>
              <a:buNone/>
              <a:defRPr sz="1000" cap="all" baseline="0">
                <a:solidFill>
                  <a:schemeClr val="tx1"/>
                </a:solidFill>
              </a:defRPr>
            </a:lvl1pPr>
          </a:lstStyle>
          <a:p>
            <a:r>
              <a:rPr lang="de-DE" err="1"/>
              <a:t>Lorem</a:t>
            </a:r>
            <a:r>
              <a:rPr lang="de-DE"/>
              <a:t> </a:t>
            </a:r>
            <a:r>
              <a:rPr lang="de-DE" err="1"/>
              <a:t>ipsum</a:t>
            </a:r>
            <a:endParaRPr lang="en-US"/>
          </a:p>
        </p:txBody>
      </p:sp>
      <p:sp>
        <p:nvSpPr>
          <p:cNvPr id="34" name="Textplatzhalter 6">
            <a:extLst>
              <a:ext uri="{FF2B5EF4-FFF2-40B4-BE49-F238E27FC236}">
                <a16:creationId xmlns:a16="http://schemas.microsoft.com/office/drawing/2014/main" id="{5539A26D-E899-1447-AA48-C9BB09762644}"/>
              </a:ext>
            </a:extLst>
          </p:cNvPr>
          <p:cNvSpPr>
            <a:spLocks noGrp="1"/>
          </p:cNvSpPr>
          <p:nvPr>
            <p:ph type="body" sz="quarter" idx="38" hasCustomPrompt="1"/>
          </p:nvPr>
        </p:nvSpPr>
        <p:spPr>
          <a:xfrm rot="1412805">
            <a:off x="4038641" y="5506169"/>
            <a:ext cx="689864" cy="354879"/>
          </a:xfrm>
        </p:spPr>
        <p:txBody>
          <a:bodyPr lIns="0" tIns="0" rIns="0" bIns="0">
            <a:noAutofit/>
          </a:bodyPr>
          <a:lstStyle>
            <a:lvl1pPr marL="0" indent="0" algn="ctr">
              <a:lnSpc>
                <a:spcPts val="1300"/>
              </a:lnSpc>
              <a:buNone/>
              <a:defRPr sz="1000" cap="all" baseline="0">
                <a:solidFill>
                  <a:schemeClr val="tx1"/>
                </a:solidFill>
              </a:defRPr>
            </a:lvl1pPr>
          </a:lstStyle>
          <a:p>
            <a:r>
              <a:rPr lang="de-DE" err="1"/>
              <a:t>Lorem</a:t>
            </a:r>
            <a:r>
              <a:rPr lang="de-DE"/>
              <a:t> </a:t>
            </a:r>
            <a:r>
              <a:rPr lang="de-DE" err="1"/>
              <a:t>ipsum</a:t>
            </a:r>
            <a:endParaRPr lang="en-US"/>
          </a:p>
        </p:txBody>
      </p:sp>
    </p:spTree>
    <p:extLst>
      <p:ext uri="{BB962C8B-B14F-4D97-AF65-F5344CB8AC3E}">
        <p14:creationId xmlns:p14="http://schemas.microsoft.com/office/powerpoint/2010/main" val="26916842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RAPHS AND DIAGRAMS 09">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9BA08AFD-6ECC-2D47-9FC1-897DE4CA0B7A}"/>
              </a:ext>
            </a:extLst>
          </p:cNvPr>
          <p:cNvSpPr>
            <a:spLocks noGrp="1"/>
          </p:cNvSpPr>
          <p:nvPr>
            <p:ph type="dt" sz="half" idx="15"/>
          </p:nvPr>
        </p:nvSpPr>
        <p:spPr/>
        <p:txBody>
          <a:bodyPr/>
          <a:lstStyle>
            <a:lvl1pPr>
              <a:defRPr>
                <a:solidFill>
                  <a:schemeClr val="tx1"/>
                </a:solidFill>
              </a:defRPr>
            </a:lvl1pPr>
          </a:lstStyle>
          <a:p>
            <a:fld id="{771E993A-6712-5F42-A4B8-E42BAE5F58A8}" type="datetime4">
              <a:rPr lang="en-GB" smtClean="0"/>
              <a:pPr/>
              <a:t>9 September 2026</a:t>
            </a:fld>
            <a:endParaRPr lang="en-GB"/>
          </a:p>
        </p:txBody>
      </p:sp>
      <p:sp>
        <p:nvSpPr>
          <p:cNvPr id="17" name="Footer Placeholder 16">
            <a:extLst>
              <a:ext uri="{FF2B5EF4-FFF2-40B4-BE49-F238E27FC236}">
                <a16:creationId xmlns:a16="http://schemas.microsoft.com/office/drawing/2014/main" id="{49F3FD9F-844F-DC46-9D1C-945CCEB5568D}"/>
              </a:ext>
            </a:extLst>
          </p:cNvPr>
          <p:cNvSpPr>
            <a:spLocks noGrp="1"/>
          </p:cNvSpPr>
          <p:nvPr>
            <p:ph type="ftr" sz="quarter" idx="16"/>
          </p:nvPr>
        </p:nvSpPr>
        <p:spPr/>
        <p:txBody>
          <a:bodyPr/>
          <a:lstStyle>
            <a:lvl1pPr>
              <a:defRPr>
                <a:solidFill>
                  <a:schemeClr val="tx1"/>
                </a:solidFill>
              </a:defRPr>
            </a:lvl1pPr>
          </a:lstStyle>
          <a:p>
            <a:r>
              <a:rPr lang="en-GB"/>
              <a:t>PRESENTATION TITLE [Insert Tab - Header &amp; Footer]</a:t>
            </a:r>
          </a:p>
        </p:txBody>
      </p:sp>
      <p:sp>
        <p:nvSpPr>
          <p:cNvPr id="22" name="Textplatzhalter 6">
            <a:extLst>
              <a:ext uri="{FF2B5EF4-FFF2-40B4-BE49-F238E27FC236}">
                <a16:creationId xmlns:a16="http://schemas.microsoft.com/office/drawing/2014/main" id="{F9A80E88-E144-114A-BE35-1302713A1FD6}"/>
              </a:ext>
            </a:extLst>
          </p:cNvPr>
          <p:cNvSpPr>
            <a:spLocks noGrp="1"/>
          </p:cNvSpPr>
          <p:nvPr>
            <p:ph type="body" sz="quarter" idx="34" hasCustomPrompt="1"/>
          </p:nvPr>
        </p:nvSpPr>
        <p:spPr>
          <a:xfrm>
            <a:off x="1143069" y="4563422"/>
            <a:ext cx="1072401" cy="507223"/>
          </a:xfrm>
        </p:spPr>
        <p:txBody>
          <a:bodyPr lIns="0" tIns="0" rIns="0" bIns="0">
            <a:noAutofit/>
          </a:bodyPr>
          <a:lstStyle>
            <a:lvl1pPr marL="0" indent="0" algn="ctr">
              <a:lnSpc>
                <a:spcPts val="2000"/>
              </a:lnSpc>
              <a:buNone/>
              <a:defRPr sz="1500" cap="all" baseline="0"/>
            </a:lvl1pPr>
          </a:lstStyle>
          <a:p>
            <a:r>
              <a:rPr lang="de-DE" err="1"/>
              <a:t>Lorem</a:t>
            </a:r>
            <a:r>
              <a:rPr lang="de-DE"/>
              <a:t> </a:t>
            </a:r>
            <a:r>
              <a:rPr lang="de-DE" err="1"/>
              <a:t>ipsum</a:t>
            </a:r>
            <a:endParaRPr lang="en-US"/>
          </a:p>
        </p:txBody>
      </p:sp>
      <p:sp>
        <p:nvSpPr>
          <p:cNvPr id="16" name="Text Placeholder 13">
            <a:extLst>
              <a:ext uri="{FF2B5EF4-FFF2-40B4-BE49-F238E27FC236}">
                <a16:creationId xmlns:a16="http://schemas.microsoft.com/office/drawing/2014/main" id="{97A736C4-403A-6F4A-9611-32D41F4F8E12}"/>
              </a:ext>
            </a:extLst>
          </p:cNvPr>
          <p:cNvSpPr>
            <a:spLocks noGrp="1"/>
          </p:cNvSpPr>
          <p:nvPr>
            <p:ph type="body" sz="quarter" idx="12" hasCustomPrompt="1"/>
          </p:nvPr>
        </p:nvSpPr>
        <p:spPr>
          <a:xfrm>
            <a:off x="3189250" y="891493"/>
            <a:ext cx="5813502" cy="300324"/>
          </a:xfrm>
        </p:spPr>
        <p:txBody>
          <a:bodyPr>
            <a:noAutofit/>
          </a:bodyPr>
          <a:lstStyle>
            <a:lvl1pPr marL="0" indent="0" algn="ctr">
              <a:lnSpc>
                <a:spcPts val="2200"/>
              </a:lnSpc>
              <a:spcBef>
                <a:spcPts val="0"/>
              </a:spcBef>
              <a:buNone/>
              <a:defRPr sz="1700" cap="all" spc="3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a:t>
            </a:r>
          </a:p>
        </p:txBody>
      </p:sp>
      <p:sp>
        <p:nvSpPr>
          <p:cNvPr id="24" name="Text Placeholder 13">
            <a:extLst>
              <a:ext uri="{FF2B5EF4-FFF2-40B4-BE49-F238E27FC236}">
                <a16:creationId xmlns:a16="http://schemas.microsoft.com/office/drawing/2014/main" id="{4767364E-3641-4342-9B99-EE7550E94A21}"/>
              </a:ext>
            </a:extLst>
          </p:cNvPr>
          <p:cNvSpPr>
            <a:spLocks noGrp="1"/>
          </p:cNvSpPr>
          <p:nvPr>
            <p:ph type="body" sz="quarter" idx="17" hasCustomPrompt="1"/>
          </p:nvPr>
        </p:nvSpPr>
        <p:spPr>
          <a:xfrm>
            <a:off x="3189248" y="1219952"/>
            <a:ext cx="5820937" cy="291600"/>
          </a:xfrm>
        </p:spPr>
        <p:txBody>
          <a:bodyPr>
            <a:noAutofit/>
          </a:bodyPr>
          <a:lstStyle>
            <a:lvl1pPr marL="0" indent="0" algn="ctr">
              <a:lnSpc>
                <a:spcPts val="1800"/>
              </a:lnSpc>
              <a:spcBef>
                <a:spcPts val="0"/>
              </a:spcBef>
              <a:buNone/>
              <a:defRPr sz="1700" cap="none" spc="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a:t>
            </a:r>
            <a:r>
              <a:rPr lang="en-US" err="1"/>
              <a:t>est</a:t>
            </a:r>
            <a:r>
              <a:rPr lang="en-US"/>
              <a:t> sit </a:t>
            </a:r>
            <a:r>
              <a:rPr lang="en-US" err="1"/>
              <a:t>amet</a:t>
            </a:r>
            <a:endParaRPr lang="en-US"/>
          </a:p>
        </p:txBody>
      </p:sp>
      <p:grpSp>
        <p:nvGrpSpPr>
          <p:cNvPr id="26" name="Gruppieren 25">
            <a:extLst>
              <a:ext uri="{FF2B5EF4-FFF2-40B4-BE49-F238E27FC236}">
                <a16:creationId xmlns:a16="http://schemas.microsoft.com/office/drawing/2014/main" id="{7AA3B0B8-48B7-4B46-88A8-D8264FB9C147}"/>
              </a:ext>
            </a:extLst>
          </p:cNvPr>
          <p:cNvGrpSpPr/>
          <p:nvPr userDrawn="1"/>
        </p:nvGrpSpPr>
        <p:grpSpPr>
          <a:xfrm>
            <a:off x="691138" y="4041648"/>
            <a:ext cx="10836862" cy="338328"/>
            <a:chOff x="691138" y="4041648"/>
            <a:chExt cx="10836862" cy="338328"/>
          </a:xfrm>
        </p:grpSpPr>
        <p:cxnSp>
          <p:nvCxnSpPr>
            <p:cNvPr id="29" name="Straight Connector 24">
              <a:extLst>
                <a:ext uri="{FF2B5EF4-FFF2-40B4-BE49-F238E27FC236}">
                  <a16:creationId xmlns:a16="http://schemas.microsoft.com/office/drawing/2014/main" id="{8B8D1023-281F-1E49-AC21-0FE16445641C}"/>
                </a:ext>
              </a:extLst>
            </p:cNvPr>
            <p:cNvCxnSpPr/>
            <p:nvPr/>
          </p:nvCxnSpPr>
          <p:spPr>
            <a:xfrm>
              <a:off x="691138" y="4206240"/>
              <a:ext cx="1083686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6">
              <a:extLst>
                <a:ext uri="{FF2B5EF4-FFF2-40B4-BE49-F238E27FC236}">
                  <a16:creationId xmlns:a16="http://schemas.microsoft.com/office/drawing/2014/main" id="{32119125-E74A-FD4B-BB5B-30FCF875E70D}"/>
                </a:ext>
              </a:extLst>
            </p:cNvPr>
            <p:cNvCxnSpPr>
              <a:cxnSpLocks/>
            </p:cNvCxnSpPr>
            <p:nvPr/>
          </p:nvCxnSpPr>
          <p:spPr>
            <a:xfrm flipV="1">
              <a:off x="1528960" y="4041648"/>
              <a:ext cx="338328" cy="33832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5">
              <a:extLst>
                <a:ext uri="{FF2B5EF4-FFF2-40B4-BE49-F238E27FC236}">
                  <a16:creationId xmlns:a16="http://schemas.microsoft.com/office/drawing/2014/main" id="{B1B6D6F7-0C25-064D-8DD5-4C56ECDA24AB}"/>
                </a:ext>
              </a:extLst>
            </p:cNvPr>
            <p:cNvCxnSpPr>
              <a:cxnSpLocks/>
            </p:cNvCxnSpPr>
            <p:nvPr/>
          </p:nvCxnSpPr>
          <p:spPr>
            <a:xfrm flipV="1">
              <a:off x="4464184" y="4041648"/>
              <a:ext cx="338328" cy="33832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6">
              <a:extLst>
                <a:ext uri="{FF2B5EF4-FFF2-40B4-BE49-F238E27FC236}">
                  <a16:creationId xmlns:a16="http://schemas.microsoft.com/office/drawing/2014/main" id="{0BAD2788-0A49-174F-BF7F-42F11022F673}"/>
                </a:ext>
              </a:extLst>
            </p:cNvPr>
            <p:cNvCxnSpPr>
              <a:cxnSpLocks/>
            </p:cNvCxnSpPr>
            <p:nvPr/>
          </p:nvCxnSpPr>
          <p:spPr>
            <a:xfrm flipV="1">
              <a:off x="7399408" y="4041648"/>
              <a:ext cx="338328" cy="33832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7">
              <a:extLst>
                <a:ext uri="{FF2B5EF4-FFF2-40B4-BE49-F238E27FC236}">
                  <a16:creationId xmlns:a16="http://schemas.microsoft.com/office/drawing/2014/main" id="{5CA8A025-3E9D-CA43-8A92-F59C67205D2E}"/>
                </a:ext>
              </a:extLst>
            </p:cNvPr>
            <p:cNvCxnSpPr>
              <a:cxnSpLocks/>
            </p:cNvCxnSpPr>
            <p:nvPr/>
          </p:nvCxnSpPr>
          <p:spPr>
            <a:xfrm flipV="1">
              <a:off x="10352920" y="4041648"/>
              <a:ext cx="338328" cy="33832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5" name="Textplatzhalter 6">
            <a:extLst>
              <a:ext uri="{FF2B5EF4-FFF2-40B4-BE49-F238E27FC236}">
                <a16:creationId xmlns:a16="http://schemas.microsoft.com/office/drawing/2014/main" id="{3E0A56BF-A6DA-A44B-9194-A6E535EEAEEC}"/>
              </a:ext>
            </a:extLst>
          </p:cNvPr>
          <p:cNvSpPr>
            <a:spLocks noGrp="1"/>
          </p:cNvSpPr>
          <p:nvPr>
            <p:ph type="body" sz="quarter" idx="35" hasCustomPrompt="1"/>
          </p:nvPr>
        </p:nvSpPr>
        <p:spPr>
          <a:xfrm>
            <a:off x="4097147" y="4563422"/>
            <a:ext cx="1072401" cy="507223"/>
          </a:xfrm>
        </p:spPr>
        <p:txBody>
          <a:bodyPr lIns="0" tIns="0" rIns="0" bIns="0">
            <a:noAutofit/>
          </a:bodyPr>
          <a:lstStyle>
            <a:lvl1pPr marL="0" indent="0" algn="ctr">
              <a:lnSpc>
                <a:spcPts val="2000"/>
              </a:lnSpc>
              <a:buNone/>
              <a:defRPr sz="1500" cap="all" baseline="0"/>
            </a:lvl1pPr>
          </a:lstStyle>
          <a:p>
            <a:r>
              <a:rPr lang="de-DE" err="1"/>
              <a:t>Lorem</a:t>
            </a:r>
            <a:r>
              <a:rPr lang="de-DE"/>
              <a:t> </a:t>
            </a:r>
            <a:r>
              <a:rPr lang="de-DE" err="1"/>
              <a:t>ipsum</a:t>
            </a:r>
            <a:endParaRPr lang="en-US"/>
          </a:p>
        </p:txBody>
      </p:sp>
      <p:sp>
        <p:nvSpPr>
          <p:cNvPr id="36" name="Textplatzhalter 6">
            <a:extLst>
              <a:ext uri="{FF2B5EF4-FFF2-40B4-BE49-F238E27FC236}">
                <a16:creationId xmlns:a16="http://schemas.microsoft.com/office/drawing/2014/main" id="{64A094D6-5A3B-B14B-B544-97648A62AD3D}"/>
              </a:ext>
            </a:extLst>
          </p:cNvPr>
          <p:cNvSpPr>
            <a:spLocks noGrp="1"/>
          </p:cNvSpPr>
          <p:nvPr>
            <p:ph type="body" sz="quarter" idx="36" hasCustomPrompt="1"/>
          </p:nvPr>
        </p:nvSpPr>
        <p:spPr>
          <a:xfrm>
            <a:off x="7032371" y="4564800"/>
            <a:ext cx="1072401" cy="507223"/>
          </a:xfrm>
        </p:spPr>
        <p:txBody>
          <a:bodyPr lIns="0" tIns="0" rIns="0" bIns="0">
            <a:noAutofit/>
          </a:bodyPr>
          <a:lstStyle>
            <a:lvl1pPr marL="0" indent="0" algn="ctr">
              <a:lnSpc>
                <a:spcPts val="2000"/>
              </a:lnSpc>
              <a:buNone/>
              <a:defRPr sz="1500" cap="all" baseline="0"/>
            </a:lvl1pPr>
          </a:lstStyle>
          <a:p>
            <a:r>
              <a:rPr lang="de-DE" err="1"/>
              <a:t>Lorem</a:t>
            </a:r>
            <a:r>
              <a:rPr lang="de-DE"/>
              <a:t> </a:t>
            </a:r>
            <a:r>
              <a:rPr lang="de-DE" err="1"/>
              <a:t>ipsum</a:t>
            </a:r>
            <a:endParaRPr lang="en-US"/>
          </a:p>
        </p:txBody>
      </p:sp>
      <p:sp>
        <p:nvSpPr>
          <p:cNvPr id="37" name="Textplatzhalter 6">
            <a:extLst>
              <a:ext uri="{FF2B5EF4-FFF2-40B4-BE49-F238E27FC236}">
                <a16:creationId xmlns:a16="http://schemas.microsoft.com/office/drawing/2014/main" id="{7AC761EC-E5EA-D04E-BE09-CE8D37E55442}"/>
              </a:ext>
            </a:extLst>
          </p:cNvPr>
          <p:cNvSpPr>
            <a:spLocks noGrp="1"/>
          </p:cNvSpPr>
          <p:nvPr>
            <p:ph type="body" sz="quarter" idx="37" hasCustomPrompt="1"/>
          </p:nvPr>
        </p:nvSpPr>
        <p:spPr>
          <a:xfrm>
            <a:off x="9947133" y="4564800"/>
            <a:ext cx="1072401" cy="507223"/>
          </a:xfrm>
        </p:spPr>
        <p:txBody>
          <a:bodyPr lIns="0" tIns="0" rIns="0" bIns="0">
            <a:noAutofit/>
          </a:bodyPr>
          <a:lstStyle>
            <a:lvl1pPr marL="0" indent="0" algn="ctr">
              <a:lnSpc>
                <a:spcPts val="2000"/>
              </a:lnSpc>
              <a:buNone/>
              <a:defRPr sz="1500" cap="all" baseline="0"/>
            </a:lvl1pPr>
          </a:lstStyle>
          <a:p>
            <a:r>
              <a:rPr lang="de-DE" err="1"/>
              <a:t>Lorem</a:t>
            </a:r>
            <a:r>
              <a:rPr lang="de-DE"/>
              <a:t> </a:t>
            </a:r>
            <a:r>
              <a:rPr lang="de-DE" err="1"/>
              <a:t>ipsum</a:t>
            </a:r>
            <a:endParaRPr lang="en-US"/>
          </a:p>
        </p:txBody>
      </p:sp>
      <p:sp>
        <p:nvSpPr>
          <p:cNvPr id="38" name="Text Placeholder 4">
            <a:extLst>
              <a:ext uri="{FF2B5EF4-FFF2-40B4-BE49-F238E27FC236}">
                <a16:creationId xmlns:a16="http://schemas.microsoft.com/office/drawing/2014/main" id="{CB52B5A8-6211-234F-B113-B602527E6BF1}"/>
              </a:ext>
            </a:extLst>
          </p:cNvPr>
          <p:cNvSpPr>
            <a:spLocks noGrp="1"/>
          </p:cNvSpPr>
          <p:nvPr>
            <p:ph type="body" sz="quarter" idx="38" hasCustomPrompt="1"/>
          </p:nvPr>
        </p:nvSpPr>
        <p:spPr>
          <a:xfrm>
            <a:off x="976128" y="3668400"/>
            <a:ext cx="1443991" cy="273680"/>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a:t>
            </a:r>
          </a:p>
        </p:txBody>
      </p:sp>
      <p:pic>
        <p:nvPicPr>
          <p:cNvPr id="40" name="Picture 6" descr="A hotel with a sign on the front&#10;&#10;Description automatically generated with medium confidence">
            <a:extLst>
              <a:ext uri="{FF2B5EF4-FFF2-40B4-BE49-F238E27FC236}">
                <a16:creationId xmlns:a16="http://schemas.microsoft.com/office/drawing/2014/main" id="{E0E2AE04-326B-A64E-95CA-9937FDF8EF59}"/>
              </a:ext>
            </a:extLst>
          </p:cNvPr>
          <p:cNvPicPr>
            <a:picLocks noChangeAspect="1"/>
          </p:cNvPicPr>
          <p:nvPr userDrawn="1"/>
        </p:nvPicPr>
        <p:blipFill>
          <a:blip r:embed="rId2"/>
          <a:stretch>
            <a:fillRect/>
          </a:stretch>
        </p:blipFill>
        <p:spPr>
          <a:xfrm>
            <a:off x="709426" y="2465134"/>
            <a:ext cx="2011810" cy="1051216"/>
          </a:xfrm>
          <a:prstGeom prst="rect">
            <a:avLst/>
          </a:prstGeom>
          <a:blipFill>
            <a:blip r:embed="rId3">
              <a:extLst>
                <a:ext uri="{BEBA8EAE-BF5A-486C-A8C5-ECC9F3942E4B}">
                  <a14:imgProps xmlns:a14="http://schemas.microsoft.com/office/drawing/2010/main">
                    <a14:imgLayer>
                      <a14:imgEffect>
                        <a14:brightnessContrast bright="100000" contrast="100000"/>
                      </a14:imgEffect>
                    </a14:imgLayer>
                  </a14:imgProps>
                </a:ext>
              </a:extLst>
            </a:blip>
            <a:stretch>
              <a:fillRect l="-18444" t="-14389" r="-19577" b="-67633"/>
            </a:stretch>
          </a:blipFill>
        </p:spPr>
      </p:pic>
      <p:sp>
        <p:nvSpPr>
          <p:cNvPr id="43" name="Picture Placeholder 15">
            <a:extLst>
              <a:ext uri="{FF2B5EF4-FFF2-40B4-BE49-F238E27FC236}">
                <a16:creationId xmlns:a16="http://schemas.microsoft.com/office/drawing/2014/main" id="{05295CAD-31AA-2B44-B4F7-1EAC242A101A}"/>
              </a:ext>
            </a:extLst>
          </p:cNvPr>
          <p:cNvSpPr>
            <a:spLocks noGrp="1"/>
          </p:cNvSpPr>
          <p:nvPr>
            <p:ph type="pic" sz="quarter" idx="32" hasCustomPrompt="1"/>
          </p:nvPr>
        </p:nvSpPr>
        <p:spPr>
          <a:xfrm>
            <a:off x="709427" y="2466000"/>
            <a:ext cx="2011810" cy="1064837"/>
          </a:xfrm>
          <a:solidFill>
            <a:schemeClr val="accent5"/>
          </a:solidFill>
        </p:spPr>
        <p:txBody>
          <a:bodyPr lIns="0" tIns="0" rIns="0" bIns="0">
            <a:noAutofit/>
          </a:bodyPr>
          <a:lstStyle>
            <a:lvl1pPr marL="0" indent="0" algn="ctr">
              <a:lnSpc>
                <a:spcPts val="8800"/>
              </a:lnSpc>
              <a:buFontTx/>
              <a:buNone/>
              <a:defRPr sz="700" cap="all" baseline="0"/>
            </a:lvl1pPr>
          </a:lstStyle>
          <a:p>
            <a:r>
              <a:rPr lang="en-US"/>
              <a:t>Click icon to insert image</a:t>
            </a:r>
          </a:p>
        </p:txBody>
      </p:sp>
      <p:sp>
        <p:nvSpPr>
          <p:cNvPr id="44" name="Text Placeholder 4">
            <a:extLst>
              <a:ext uri="{FF2B5EF4-FFF2-40B4-BE49-F238E27FC236}">
                <a16:creationId xmlns:a16="http://schemas.microsoft.com/office/drawing/2014/main" id="{8BB02AEC-340E-5142-AB61-4E7C36EA9D0C}"/>
              </a:ext>
            </a:extLst>
          </p:cNvPr>
          <p:cNvSpPr>
            <a:spLocks noGrp="1"/>
          </p:cNvSpPr>
          <p:nvPr>
            <p:ph type="body" sz="quarter" idx="39" hasCustomPrompt="1"/>
          </p:nvPr>
        </p:nvSpPr>
        <p:spPr>
          <a:xfrm>
            <a:off x="3922025" y="3668400"/>
            <a:ext cx="1443991" cy="273680"/>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a:t>
            </a:r>
          </a:p>
        </p:txBody>
      </p:sp>
      <p:sp>
        <p:nvSpPr>
          <p:cNvPr id="45" name="Picture Placeholder 15">
            <a:extLst>
              <a:ext uri="{FF2B5EF4-FFF2-40B4-BE49-F238E27FC236}">
                <a16:creationId xmlns:a16="http://schemas.microsoft.com/office/drawing/2014/main" id="{A01FD784-A434-EE45-B1B7-C6EE953E97C2}"/>
              </a:ext>
            </a:extLst>
          </p:cNvPr>
          <p:cNvSpPr>
            <a:spLocks noGrp="1"/>
          </p:cNvSpPr>
          <p:nvPr>
            <p:ph type="pic" sz="quarter" idx="40" hasCustomPrompt="1"/>
          </p:nvPr>
        </p:nvSpPr>
        <p:spPr>
          <a:xfrm>
            <a:off x="3655324" y="2466000"/>
            <a:ext cx="2011810" cy="1064837"/>
          </a:xfrm>
          <a:solidFill>
            <a:schemeClr val="accent5"/>
          </a:solidFill>
        </p:spPr>
        <p:txBody>
          <a:bodyPr lIns="0" tIns="0" rIns="0" bIns="0">
            <a:noAutofit/>
          </a:bodyPr>
          <a:lstStyle>
            <a:lvl1pPr marL="0" indent="0" algn="ctr">
              <a:lnSpc>
                <a:spcPts val="8800"/>
              </a:lnSpc>
              <a:buFontTx/>
              <a:buNone/>
              <a:defRPr sz="700" cap="all" baseline="0"/>
            </a:lvl1pPr>
          </a:lstStyle>
          <a:p>
            <a:r>
              <a:rPr lang="en-US"/>
              <a:t>Click icon to insert image</a:t>
            </a:r>
          </a:p>
        </p:txBody>
      </p:sp>
      <p:sp>
        <p:nvSpPr>
          <p:cNvPr id="46" name="Text Placeholder 4">
            <a:extLst>
              <a:ext uri="{FF2B5EF4-FFF2-40B4-BE49-F238E27FC236}">
                <a16:creationId xmlns:a16="http://schemas.microsoft.com/office/drawing/2014/main" id="{C2B20DDC-52DC-8748-9992-DFBECFF26D5E}"/>
              </a:ext>
            </a:extLst>
          </p:cNvPr>
          <p:cNvSpPr>
            <a:spLocks noGrp="1"/>
          </p:cNvSpPr>
          <p:nvPr>
            <p:ph type="body" sz="quarter" idx="41" hasCustomPrompt="1"/>
          </p:nvPr>
        </p:nvSpPr>
        <p:spPr>
          <a:xfrm>
            <a:off x="6826484" y="3668400"/>
            <a:ext cx="1443991" cy="273680"/>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a:t>
            </a:r>
          </a:p>
        </p:txBody>
      </p:sp>
      <p:sp>
        <p:nvSpPr>
          <p:cNvPr id="47" name="Picture Placeholder 15">
            <a:extLst>
              <a:ext uri="{FF2B5EF4-FFF2-40B4-BE49-F238E27FC236}">
                <a16:creationId xmlns:a16="http://schemas.microsoft.com/office/drawing/2014/main" id="{EF684C50-9AD6-EA41-8FD4-1010ED23ED83}"/>
              </a:ext>
            </a:extLst>
          </p:cNvPr>
          <p:cNvSpPr>
            <a:spLocks noGrp="1"/>
          </p:cNvSpPr>
          <p:nvPr>
            <p:ph type="pic" sz="quarter" idx="42" hasCustomPrompt="1"/>
          </p:nvPr>
        </p:nvSpPr>
        <p:spPr>
          <a:xfrm>
            <a:off x="6559783" y="2466000"/>
            <a:ext cx="2011810" cy="1064837"/>
          </a:xfrm>
          <a:solidFill>
            <a:schemeClr val="accent5"/>
          </a:solidFill>
        </p:spPr>
        <p:txBody>
          <a:bodyPr lIns="0" tIns="0" rIns="0" bIns="0">
            <a:noAutofit/>
          </a:bodyPr>
          <a:lstStyle>
            <a:lvl1pPr marL="0" indent="0" algn="ctr">
              <a:lnSpc>
                <a:spcPts val="8800"/>
              </a:lnSpc>
              <a:buFontTx/>
              <a:buNone/>
              <a:defRPr sz="700" cap="all" baseline="0"/>
            </a:lvl1pPr>
          </a:lstStyle>
          <a:p>
            <a:r>
              <a:rPr lang="en-US"/>
              <a:t>Click icon to insert image</a:t>
            </a:r>
          </a:p>
        </p:txBody>
      </p:sp>
      <p:sp>
        <p:nvSpPr>
          <p:cNvPr id="48" name="Text Placeholder 4">
            <a:extLst>
              <a:ext uri="{FF2B5EF4-FFF2-40B4-BE49-F238E27FC236}">
                <a16:creationId xmlns:a16="http://schemas.microsoft.com/office/drawing/2014/main" id="{E2AD0DAA-15D6-6341-AE6D-78C541E82AB4}"/>
              </a:ext>
            </a:extLst>
          </p:cNvPr>
          <p:cNvSpPr>
            <a:spLocks noGrp="1"/>
          </p:cNvSpPr>
          <p:nvPr>
            <p:ph type="body" sz="quarter" idx="43" hasCustomPrompt="1"/>
          </p:nvPr>
        </p:nvSpPr>
        <p:spPr>
          <a:xfrm>
            <a:off x="9751361" y="3668400"/>
            <a:ext cx="1443991" cy="273680"/>
          </a:xfrm>
        </p:spPr>
        <p:txBody>
          <a:bodyPr>
            <a:noAutofit/>
          </a:bodyPr>
          <a:lstStyle>
            <a:lvl1pPr marL="0" indent="0" algn="ctr">
              <a:lnSpc>
                <a:spcPts val="1500"/>
              </a:lnSpc>
              <a:buNone/>
              <a:defRPr sz="1200" b="0" i="0">
                <a:latin typeface="Helvetica Neue Light" panose="02000403000000020004" pitchFamily="2" charset="0"/>
                <a:ea typeface="Helvetica Neue Light" panose="02000403000000020004" pitchFamily="2" charset="0"/>
              </a:defRPr>
            </a:lvl1pPr>
            <a:lvl2pPr marL="457200" indent="0">
              <a:lnSpc>
                <a:spcPts val="1500"/>
              </a:lnSpc>
              <a:buNone/>
              <a:defRPr sz="1200" b="0" i="0">
                <a:latin typeface="Helvetica Neue Light" panose="02000403000000020004" pitchFamily="2" charset="0"/>
                <a:ea typeface="Helvetica Neue Light" panose="02000403000000020004" pitchFamily="2" charset="0"/>
              </a:defRPr>
            </a:lvl2pPr>
            <a:lvl3pPr marL="914400" indent="0">
              <a:lnSpc>
                <a:spcPts val="1500"/>
              </a:lnSpc>
              <a:buNone/>
              <a:defRPr sz="1200" b="0" i="0">
                <a:latin typeface="Helvetica Neue Light" panose="02000403000000020004" pitchFamily="2" charset="0"/>
                <a:ea typeface="Helvetica Neue Light" panose="02000403000000020004" pitchFamily="2" charset="0"/>
              </a:defRPr>
            </a:lvl3pPr>
            <a:lvl4pPr marL="1371600" indent="0">
              <a:lnSpc>
                <a:spcPts val="1500"/>
              </a:lnSpc>
              <a:buNone/>
              <a:defRPr sz="1200" b="0" i="0">
                <a:latin typeface="Helvetica Neue Light" panose="02000403000000020004" pitchFamily="2" charset="0"/>
                <a:ea typeface="Helvetica Neue Light" panose="02000403000000020004" pitchFamily="2" charset="0"/>
              </a:defRPr>
            </a:lvl4pPr>
            <a:lvl5pPr marL="1828800" indent="0">
              <a:lnSpc>
                <a:spcPts val="1500"/>
              </a:lnSpc>
              <a:buNone/>
              <a:defRPr sz="1200" b="0" i="0">
                <a:latin typeface="Helvetica Neue Light" panose="02000403000000020004" pitchFamily="2" charset="0"/>
                <a:ea typeface="Helvetica Neue Light" panose="02000403000000020004" pitchFamily="2" charset="0"/>
              </a:defRPr>
            </a:lvl5pPr>
          </a:lstStyle>
          <a:p>
            <a:pPr>
              <a:lnSpc>
                <a:spcPts val="1500"/>
              </a:lnSpc>
            </a:pPr>
            <a:r>
              <a:rPr lang="en-US" sz="1200" b="0" i="0">
                <a:latin typeface="Helvetica Neue Light" panose="02000403000000020004" pitchFamily="2" charset="0"/>
                <a:ea typeface="Helvetica Neue Light" panose="02000403000000020004" pitchFamily="2" charset="0"/>
              </a:rPr>
              <a:t>Lorem ipsum</a:t>
            </a:r>
          </a:p>
        </p:txBody>
      </p:sp>
      <p:sp>
        <p:nvSpPr>
          <p:cNvPr id="49" name="Picture Placeholder 15">
            <a:extLst>
              <a:ext uri="{FF2B5EF4-FFF2-40B4-BE49-F238E27FC236}">
                <a16:creationId xmlns:a16="http://schemas.microsoft.com/office/drawing/2014/main" id="{F3B97CFA-1ADE-1A40-A8AD-12D362550A52}"/>
              </a:ext>
            </a:extLst>
          </p:cNvPr>
          <p:cNvSpPr>
            <a:spLocks noGrp="1"/>
          </p:cNvSpPr>
          <p:nvPr>
            <p:ph type="pic" sz="quarter" idx="44" hasCustomPrompt="1"/>
          </p:nvPr>
        </p:nvSpPr>
        <p:spPr>
          <a:xfrm>
            <a:off x="9484660" y="2466000"/>
            <a:ext cx="2011810" cy="1064837"/>
          </a:xfrm>
          <a:solidFill>
            <a:schemeClr val="accent5"/>
          </a:solidFill>
        </p:spPr>
        <p:txBody>
          <a:bodyPr lIns="0" tIns="0" rIns="0" bIns="0">
            <a:noAutofit/>
          </a:bodyPr>
          <a:lstStyle>
            <a:lvl1pPr marL="0" indent="0" algn="ctr">
              <a:lnSpc>
                <a:spcPts val="8800"/>
              </a:lnSpc>
              <a:buFontTx/>
              <a:buNone/>
              <a:defRPr sz="700" cap="all" baseline="0"/>
            </a:lvl1pPr>
          </a:lstStyle>
          <a:p>
            <a:r>
              <a:rPr lang="en-US"/>
              <a:t>Click icon to insert image</a:t>
            </a:r>
          </a:p>
        </p:txBody>
      </p:sp>
    </p:spTree>
    <p:extLst>
      <p:ext uri="{BB962C8B-B14F-4D97-AF65-F5344CB8AC3E}">
        <p14:creationId xmlns:p14="http://schemas.microsoft.com/office/powerpoint/2010/main" val="77106034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9C18E0F-A180-6C2B-6169-0923D368CCE6}"/>
              </a:ext>
            </a:extLst>
          </p:cNvPr>
          <p:cNvGraphicFramePr>
            <a:graphicFrameLocks noChangeAspect="1"/>
          </p:cNvGraphicFramePr>
          <p:nvPr userDrawn="1">
            <p:custDataLst>
              <p:tags r:id="rId49"/>
            </p:custDataLst>
            <p:extLst>
              <p:ext uri="{D42A27DB-BD31-4B8C-83A1-F6EECF244321}">
                <p14:modId xmlns:p14="http://schemas.microsoft.com/office/powerpoint/2010/main" val="9614152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0" imgW="486" imgH="486" progId="TCLayout.ActiveDocument.1">
                  <p:embed/>
                </p:oleObj>
              </mc:Choice>
              <mc:Fallback>
                <p:oleObj name="think-cell Slide" r:id="rId50" imgW="486" imgH="486" progId="TCLayout.ActiveDocument.1">
                  <p:embed/>
                  <p:pic>
                    <p:nvPicPr>
                      <p:cNvPr id="6" name="think-cell data - do not delete" hidden="1">
                        <a:extLst>
                          <a:ext uri="{FF2B5EF4-FFF2-40B4-BE49-F238E27FC236}">
                            <a16:creationId xmlns:a16="http://schemas.microsoft.com/office/drawing/2014/main" id="{B9C18E0F-A180-6C2B-6169-0923D368CCE6}"/>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6D903240-B423-2C47-BF6E-A4785446BFC7}"/>
              </a:ext>
            </a:extLst>
          </p:cNvPr>
          <p:cNvSpPr>
            <a:spLocks noGrp="1"/>
          </p:cNvSpPr>
          <p:nvPr>
            <p:ph type="title"/>
          </p:nvPr>
        </p:nvSpPr>
        <p:spPr>
          <a:xfrm>
            <a:off x="263524" y="768709"/>
            <a:ext cx="11661775" cy="1056916"/>
          </a:xfrm>
          <a:prstGeom prst="rect">
            <a:avLst/>
          </a:prstGeom>
        </p:spPr>
        <p:txBody>
          <a:bodyPr vert="horz" lIns="0" tIns="0" rIns="0" bIns="0" rtlCol="0" anchor="t" anchorCtr="0">
            <a:noAutofit/>
          </a:bodyPr>
          <a:lstStyle/>
          <a:p>
            <a:r>
              <a:rPr lang="en-US" noProof="0"/>
              <a:t>Click to edit Master title style</a:t>
            </a:r>
            <a:endParaRPr lang="en-GB" noProof="0"/>
          </a:p>
        </p:txBody>
      </p:sp>
      <p:sp>
        <p:nvSpPr>
          <p:cNvPr id="3" name="Text Placeholder 2">
            <a:extLst>
              <a:ext uri="{FF2B5EF4-FFF2-40B4-BE49-F238E27FC236}">
                <a16:creationId xmlns:a16="http://schemas.microsoft.com/office/drawing/2014/main" id="{386EC15E-01DC-2C41-B61A-D7F4A5E0F6B5}"/>
              </a:ext>
            </a:extLst>
          </p:cNvPr>
          <p:cNvSpPr>
            <a:spLocks noGrp="1"/>
          </p:cNvSpPr>
          <p:nvPr>
            <p:ph type="body" idx="1"/>
          </p:nvPr>
        </p:nvSpPr>
        <p:spPr>
          <a:xfrm>
            <a:off x="263525" y="2018015"/>
            <a:ext cx="11661774"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Footer Placeholder 4">
            <a:extLst>
              <a:ext uri="{FF2B5EF4-FFF2-40B4-BE49-F238E27FC236}">
                <a16:creationId xmlns:a16="http://schemas.microsoft.com/office/drawing/2014/main" id="{65D2A05C-85F4-064A-A940-D667221F4EFE}"/>
              </a:ext>
            </a:extLst>
          </p:cNvPr>
          <p:cNvSpPr>
            <a:spLocks noGrp="1"/>
          </p:cNvSpPr>
          <p:nvPr>
            <p:ph type="ftr" sz="quarter" idx="3"/>
          </p:nvPr>
        </p:nvSpPr>
        <p:spPr>
          <a:xfrm>
            <a:off x="263324" y="6549888"/>
            <a:ext cx="5832676" cy="127577"/>
          </a:xfrm>
          <a:prstGeom prst="rect">
            <a:avLst/>
          </a:prstGeom>
        </p:spPr>
        <p:txBody>
          <a:bodyPr vert="horz" lIns="0" tIns="0" rIns="0" bIns="0" rtlCol="0" anchor="t" anchorCtr="0"/>
          <a:lstStyle>
            <a:lvl1pPr algn="l">
              <a:defRPr sz="1000" cap="all" baseline="0">
                <a:solidFill>
                  <a:schemeClr val="tx1"/>
                </a:solidFill>
                <a:latin typeface="Helvetica" pitchFamily="2" charset="0"/>
              </a:defRPr>
            </a:lvl1pPr>
          </a:lstStyle>
          <a:p>
            <a:r>
              <a:rPr lang="en-GB" noProof="0"/>
              <a:t>PRESENTATION TITLE [Insert Tab - Header &amp; Footer]</a:t>
            </a:r>
          </a:p>
        </p:txBody>
      </p:sp>
      <p:sp>
        <p:nvSpPr>
          <p:cNvPr id="11" name="Date Placeholder 10">
            <a:extLst>
              <a:ext uri="{FF2B5EF4-FFF2-40B4-BE49-F238E27FC236}">
                <a16:creationId xmlns:a16="http://schemas.microsoft.com/office/drawing/2014/main" id="{526841EB-A4EA-9347-B028-A55A90A383ED}"/>
              </a:ext>
            </a:extLst>
          </p:cNvPr>
          <p:cNvSpPr>
            <a:spLocks noGrp="1"/>
          </p:cNvSpPr>
          <p:nvPr>
            <p:ph type="dt" sz="half" idx="2"/>
          </p:nvPr>
        </p:nvSpPr>
        <p:spPr>
          <a:xfrm>
            <a:off x="9026009" y="6546164"/>
            <a:ext cx="2914650" cy="131301"/>
          </a:xfrm>
          <a:prstGeom prst="rect">
            <a:avLst/>
          </a:prstGeom>
        </p:spPr>
        <p:txBody>
          <a:bodyPr vert="horz" lIns="0" tIns="0" rIns="0" bIns="0" rtlCol="0" anchor="t" anchorCtr="0"/>
          <a:lstStyle>
            <a:lvl1pPr algn="r">
              <a:defRPr sz="1000">
                <a:solidFill>
                  <a:schemeClr val="tx1"/>
                </a:solidFill>
                <a:latin typeface="Arial" panose="020B0604020202020204" pitchFamily="34" charset="0"/>
                <a:cs typeface="Arial" panose="020B0604020202020204" pitchFamily="34" charset="0"/>
              </a:defRPr>
            </a:lvl1pPr>
          </a:lstStyle>
          <a:p>
            <a:fld id="{771E993A-6712-5F42-A4B8-E42BAE5F58A8}" type="datetime4">
              <a:rPr lang="en-GB" smtClean="0"/>
              <a:pPr/>
              <a:t>9 September 2026</a:t>
            </a:fld>
            <a:endParaRPr lang="en-GB"/>
          </a:p>
        </p:txBody>
      </p:sp>
      <p:pic>
        <p:nvPicPr>
          <p:cNvPr id="17" name="Picture 16">
            <a:extLst>
              <a:ext uri="{FF2B5EF4-FFF2-40B4-BE49-F238E27FC236}">
                <a16:creationId xmlns:a16="http://schemas.microsoft.com/office/drawing/2014/main" id="{398B8729-D240-4541-BE7F-E4DC073E251F}"/>
              </a:ext>
            </a:extLst>
          </p:cNvPr>
          <p:cNvPicPr>
            <a:picLocks noChangeAspect="1"/>
          </p:cNvPicPr>
          <p:nvPr userDrawn="1"/>
        </p:nvPicPr>
        <p:blipFill rotWithShape="1">
          <a:blip r:embed="rId52"/>
          <a:srcRect l="14845" t="20188" r="14081" b="23171"/>
          <a:stretch/>
        </p:blipFill>
        <p:spPr>
          <a:xfrm>
            <a:off x="5739602" y="186664"/>
            <a:ext cx="718348" cy="404544"/>
          </a:xfrm>
          <a:prstGeom prst="rect">
            <a:avLst/>
          </a:prstGeom>
        </p:spPr>
      </p:pic>
    </p:spTree>
    <p:extLst>
      <p:ext uri="{BB962C8B-B14F-4D97-AF65-F5344CB8AC3E}">
        <p14:creationId xmlns:p14="http://schemas.microsoft.com/office/powerpoint/2010/main" val="45688648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4" pos="166">
          <p15:clr>
            <a:srgbClr val="F26B43"/>
          </p15:clr>
        </p15:guide>
        <p15:guide id="10" orient="horz" pos="4139">
          <p15:clr>
            <a:srgbClr val="F26B43"/>
          </p15:clr>
        </p15:guide>
        <p15:guide id="11" orient="horz" pos="169">
          <p15:clr>
            <a:srgbClr val="F26B43"/>
          </p15:clr>
        </p15:guide>
        <p15:guide id="12" pos="7512">
          <p15:clr>
            <a:srgbClr val="F26B43"/>
          </p15:clr>
        </p15:guide>
        <p15:guide id="15" pos="2003">
          <p15:clr>
            <a:srgbClr val="F26B43"/>
          </p15:clr>
        </p15:guide>
        <p15:guide id="16" pos="567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2.png"/><Relationship Id="rId7" Type="http://schemas.openxmlformats.org/officeDocument/2006/relationships/image" Target="../media/image18.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 Id="rId9" Type="http://schemas.openxmlformats.org/officeDocument/2006/relationships/image" Target="../media/image20.svg"/></Relationships>
</file>

<file path=ppt/slides/_rels/slide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26.xml"/><Relationship Id="rId5" Type="http://schemas.openxmlformats.org/officeDocument/2006/relationships/image" Target="../media/image12.png"/><Relationship Id="rId4" Type="http://schemas.openxmlformats.org/officeDocument/2006/relationships/image" Target="../media/image23.svg"/></Relationships>
</file>

<file path=ppt/slides/_rels/slide8.xml.rels><?xml version="1.0" encoding="UTF-8" standalone="yes"?>
<Relationships xmlns="http://schemas.openxmlformats.org/package/2006/relationships"><Relationship Id="rId3" Type="http://schemas.openxmlformats.org/officeDocument/2006/relationships/hyperlink" Target="https://view.e.mandarinoriental.com/?qs=62eb6b9477dae67105bb3a65caaa86c9e8af6ea116016ac0d46fa6947c84897d656c5ed1b4add31fbc8a01c7a1ed66d99b338f2598ec0fbcc8360363b876ee218599a095d0b9e89b" TargetMode="External"/><Relationship Id="rId2" Type="http://schemas.openxmlformats.org/officeDocument/2006/relationships/image" Target="../media/image12.png"/><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2.png"/><Relationship Id="rId7" Type="http://schemas.openxmlformats.org/officeDocument/2006/relationships/image" Target="../media/image19.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8.svg"/><Relationship Id="rId11" Type="http://schemas.openxmlformats.org/officeDocument/2006/relationships/image" Target="../media/image27.svg"/><Relationship Id="rId5" Type="http://schemas.openxmlformats.org/officeDocument/2006/relationships/image" Target="../media/image17.svg"/><Relationship Id="rId10" Type="http://schemas.openxmlformats.org/officeDocument/2006/relationships/image" Target="../media/image26.svg"/><Relationship Id="rId4" Type="http://schemas.openxmlformats.org/officeDocument/2006/relationships/image" Target="../media/image16.svg"/><Relationship Id="rId9" Type="http://schemas.openxmlformats.org/officeDocument/2006/relationships/image" Target="../media/image15.svg"/></Relationships>
</file>

<file path=ppt/slides/_rels/slide10.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sv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3.svg"/></Relationships>
</file>

<file path=ppt/slides/_rels/slide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3.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0.png"/><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microsoft.com/office/2018/10/relationships/comments" Target="../comments/modernComment_140_5E7BBA1A.xml"/><Relationship Id="rId2" Type="http://schemas.openxmlformats.org/officeDocument/2006/relationships/notesSlide" Target="../notesSlides/notesSlide10.xml"/><Relationship Id="rId1" Type="http://schemas.openxmlformats.org/officeDocument/2006/relationships/slideLayout" Target="../slideLayouts/slideLayout26.xml"/><Relationship Id="rId5" Type="http://schemas.openxmlformats.org/officeDocument/2006/relationships/image" Target="../media/image13.sv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3" Type="http://schemas.microsoft.com/office/2018/10/relationships/comments" Target="../comments/modernComment_191_7DBC5608.xml"/><Relationship Id="rId2" Type="http://schemas.openxmlformats.org/officeDocument/2006/relationships/notesSlide" Target="../notesSlides/notesSlide11.xml"/><Relationship Id="rId1" Type="http://schemas.openxmlformats.org/officeDocument/2006/relationships/slideLayout" Target="../slideLayouts/slideLayout26.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DC9BF-625D-25BC-7FE4-62BAE081ECDB}"/>
            </a:ext>
          </a:extLst>
        </p:cNvPr>
        <p:cNvGrpSpPr/>
        <p:nvPr/>
      </p:nvGrpSpPr>
      <p:grpSpPr>
        <a:xfrm>
          <a:off x="0" y="0"/>
          <a:ext cx="0" cy="0"/>
          <a:chOff x="0" y="0"/>
          <a:chExt cx="0" cy="0"/>
        </a:xfrm>
      </p:grpSpPr>
      <p:sp>
        <p:nvSpPr>
          <p:cNvPr id="15" name="Date Placeholder 3">
            <a:extLst>
              <a:ext uri="{FF2B5EF4-FFF2-40B4-BE49-F238E27FC236}">
                <a16:creationId xmlns:a16="http://schemas.microsoft.com/office/drawing/2014/main" id="{56BDE1BC-8DD2-36CE-3B25-3A8E0908B093}"/>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6" name="Footer Placeholder 4">
            <a:extLst>
              <a:ext uri="{FF2B5EF4-FFF2-40B4-BE49-F238E27FC236}">
                <a16:creationId xmlns:a16="http://schemas.microsoft.com/office/drawing/2014/main" id="{21AB19E7-D858-EF13-E1A3-0F042480C54A}"/>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pic>
        <p:nvPicPr>
          <p:cNvPr id="2" name="Picture 1">
            <a:extLst>
              <a:ext uri="{FF2B5EF4-FFF2-40B4-BE49-F238E27FC236}">
                <a16:creationId xmlns:a16="http://schemas.microsoft.com/office/drawing/2014/main" id="{3E4CEF2F-818A-FE1D-C14B-89E53FA405E1}"/>
              </a:ext>
            </a:extLst>
          </p:cNvPr>
          <p:cNvPicPr>
            <a:picLocks noChangeAspect="1"/>
          </p:cNvPicPr>
          <p:nvPr/>
        </p:nvPicPr>
        <p:blipFill>
          <a:blip r:embed="rId2"/>
          <a:stretch>
            <a:fillRect/>
          </a:stretch>
        </p:blipFill>
        <p:spPr>
          <a:xfrm>
            <a:off x="11389514" y="28369"/>
            <a:ext cx="731704" cy="411148"/>
          </a:xfrm>
          <a:prstGeom prst="rect">
            <a:avLst/>
          </a:prstGeom>
        </p:spPr>
      </p:pic>
      <p:sp>
        <p:nvSpPr>
          <p:cNvPr id="26" name="Rectangle 25">
            <a:extLst>
              <a:ext uri="{FF2B5EF4-FFF2-40B4-BE49-F238E27FC236}">
                <a16:creationId xmlns:a16="http://schemas.microsoft.com/office/drawing/2014/main" id="{48C2D9E0-2A44-07AC-849A-F8225CE121AF}"/>
              </a:ext>
            </a:extLst>
          </p:cNvPr>
          <p:cNvSpPr/>
          <p:nvPr/>
        </p:nvSpPr>
        <p:spPr>
          <a:xfrm>
            <a:off x="-300567" y="2602230"/>
            <a:ext cx="12793133" cy="2741310"/>
          </a:xfrm>
          <a:prstGeom prst="rect">
            <a:avLst/>
          </a:prstGeom>
          <a:solidFill>
            <a:schemeClr val="accent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29" name="TextBox 28">
            <a:extLst>
              <a:ext uri="{FF2B5EF4-FFF2-40B4-BE49-F238E27FC236}">
                <a16:creationId xmlns:a16="http://schemas.microsoft.com/office/drawing/2014/main" id="{B7B97E9B-EE03-856D-0454-54D8393B398B}"/>
              </a:ext>
            </a:extLst>
          </p:cNvPr>
          <p:cNvSpPr txBox="1"/>
          <p:nvPr/>
        </p:nvSpPr>
        <p:spPr>
          <a:xfrm>
            <a:off x="1278343" y="3095722"/>
            <a:ext cx="9635312" cy="1754326"/>
          </a:xfrm>
          <a:prstGeom prst="rect">
            <a:avLst/>
          </a:prstGeom>
          <a:noFill/>
          <a:effectLst>
            <a:outerShdw blurRad="50800" dist="38100" dir="5400000" algn="t" rotWithShape="0">
              <a:prstClr val="black">
                <a:alpha val="40000"/>
              </a:prstClr>
            </a:outerShdw>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Garamond" panose="02020404030301010803"/>
                <a:ea typeface="+mn-ea"/>
                <a:cs typeface="+mn-cs"/>
              </a:rPr>
              <a:t>PRE-ARRIVAL PREFERENCE COLLECTION &amp; HOW DO WE CAPTURE GUEST PREFERENCES? </a:t>
            </a:r>
          </a:p>
        </p:txBody>
      </p:sp>
      <p:sp>
        <p:nvSpPr>
          <p:cNvPr id="3" name="Text Placeholder 1">
            <a:extLst>
              <a:ext uri="{FF2B5EF4-FFF2-40B4-BE49-F238E27FC236}">
                <a16:creationId xmlns:a16="http://schemas.microsoft.com/office/drawing/2014/main" id="{0D29A073-4358-D0E0-EDD0-28A4DD28E32E}"/>
              </a:ext>
            </a:extLst>
          </p:cNvPr>
          <p:cNvSpPr txBox="1">
            <a:spLocks/>
          </p:cNvSpPr>
          <p:nvPr/>
        </p:nvSpPr>
        <p:spPr>
          <a:xfrm>
            <a:off x="1078397" y="826882"/>
            <a:ext cx="10018034" cy="446105"/>
          </a:xfrm>
          <a:prstGeom prst="rect">
            <a:avLst/>
          </a:prstGeom>
        </p:spPr>
        <p:txBody>
          <a:bodyPr vert="horz" lIns="91440" tIns="45720" rIns="91440" bIns="45720" rtlCol="0">
            <a:noAutofit/>
          </a:bodyPr>
          <a:lstStyle>
            <a:lvl1pPr marL="0" indent="0" algn="ctr" defTabSz="914400" rtl="0" eaLnBrk="1" latinLnBrk="0" hangingPunct="1">
              <a:lnSpc>
                <a:spcPts val="2200"/>
              </a:lnSpc>
              <a:spcBef>
                <a:spcPts val="0"/>
              </a:spcBef>
              <a:buFont typeface="Arial" panose="020B0604020202020204" pitchFamily="34" charset="0"/>
              <a:buNone/>
              <a:defRPr sz="2500" kern="1200" cap="all" spc="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500" b="1" i="0" u="none" strike="noStrike" kern="1200" cap="all" spc="0" normalizeH="0" baseline="0" noProof="0">
                <a:ln>
                  <a:noFill/>
                </a:ln>
                <a:solidFill>
                  <a:srgbClr val="7030A0"/>
                </a:solidFill>
                <a:effectLst/>
                <a:uLnTx/>
                <a:uFillTx/>
                <a:latin typeface="Garamond" panose="02020404030301010803"/>
                <a:ea typeface="+mn-ea"/>
                <a:cs typeface="+mn-cs"/>
              </a:rPr>
              <a:t>insight</a:t>
            </a:r>
            <a:r>
              <a:rPr kumimoji="0" lang="en-US" sz="2500" b="1" i="0" u="none" strike="noStrike" kern="1200" cap="all" spc="0" normalizeH="0" baseline="0" noProof="0">
                <a:ln>
                  <a:noFill/>
                </a:ln>
                <a:solidFill>
                  <a:srgbClr val="008000"/>
                </a:solidFill>
                <a:effectLst/>
                <a:uLnTx/>
                <a:uFillTx/>
                <a:latin typeface="Garamond" panose="02020404030301010803"/>
                <a:ea typeface="+mn-ea"/>
                <a:cs typeface="+mn-cs"/>
              </a:rPr>
              <a:t> </a:t>
            </a:r>
            <a:r>
              <a:rPr kumimoji="0" lang="en-US" sz="2500" b="1" i="0" u="none" strike="noStrike" kern="1200" cap="all" spc="0" normalizeH="0" baseline="0" noProof="0">
                <a:ln>
                  <a:noFill/>
                </a:ln>
                <a:solidFill>
                  <a:srgbClr val="7030A0"/>
                </a:solidFill>
                <a:effectLst/>
                <a:uLnTx/>
                <a:uFillTx/>
                <a:latin typeface="Garamond" panose="02020404030301010803"/>
                <a:ea typeface="+mn-ea"/>
                <a:cs typeface="+mn-cs"/>
              </a:rPr>
              <a:t>&amp;</a:t>
            </a:r>
            <a:r>
              <a:rPr kumimoji="0" lang="en-US" sz="2500" b="1" i="0" u="none" strike="noStrike" kern="1200" cap="all" spc="0" normalizeH="0" baseline="0" noProof="0">
                <a:ln>
                  <a:noFill/>
                </a:ln>
                <a:solidFill>
                  <a:srgbClr val="008000"/>
                </a:solidFill>
                <a:effectLst/>
                <a:uLnTx/>
                <a:uFillTx/>
                <a:latin typeface="Garamond" panose="02020404030301010803"/>
                <a:ea typeface="+mn-ea"/>
                <a:cs typeface="+mn-cs"/>
              </a:rPr>
              <a:t> Action </a:t>
            </a:r>
            <a:r>
              <a:rPr kumimoji="0" lang="en-US" sz="2500" b="0" i="0" u="none" strike="noStrike" kern="1200" cap="all" spc="0" normalizeH="0" baseline="0" noProof="0">
                <a:ln>
                  <a:noFill/>
                </a:ln>
                <a:solidFill>
                  <a:srgbClr val="000000"/>
                </a:solidFill>
                <a:effectLst/>
                <a:uLnTx/>
                <a:uFillTx/>
                <a:latin typeface="Garamond" panose="02020404030301010803"/>
                <a:ea typeface="+mn-ea"/>
                <a:cs typeface="+mn-cs"/>
              </a:rPr>
              <a:t>anticipate my needs</a:t>
            </a:r>
          </a:p>
        </p:txBody>
      </p:sp>
      <p:grpSp>
        <p:nvGrpSpPr>
          <p:cNvPr id="4" name="Group 3">
            <a:extLst>
              <a:ext uri="{FF2B5EF4-FFF2-40B4-BE49-F238E27FC236}">
                <a16:creationId xmlns:a16="http://schemas.microsoft.com/office/drawing/2014/main" id="{09BA76A0-1789-4AAF-8715-C21D927C93AC}"/>
              </a:ext>
            </a:extLst>
          </p:cNvPr>
          <p:cNvGrpSpPr/>
          <p:nvPr/>
        </p:nvGrpSpPr>
        <p:grpSpPr>
          <a:xfrm>
            <a:off x="70782" y="87077"/>
            <a:ext cx="1365885" cy="562831"/>
            <a:chOff x="70782" y="87077"/>
            <a:chExt cx="1365885" cy="562831"/>
          </a:xfrm>
        </p:grpSpPr>
        <p:grpSp>
          <p:nvGrpSpPr>
            <p:cNvPr id="5" name="Group 4">
              <a:extLst>
                <a:ext uri="{FF2B5EF4-FFF2-40B4-BE49-F238E27FC236}">
                  <a16:creationId xmlns:a16="http://schemas.microsoft.com/office/drawing/2014/main" id="{183BE448-E409-70DB-8F09-905E113447E6}"/>
                </a:ext>
              </a:extLst>
            </p:cNvPr>
            <p:cNvGrpSpPr/>
            <p:nvPr/>
          </p:nvGrpSpPr>
          <p:grpSpPr>
            <a:xfrm>
              <a:off x="139167" y="124387"/>
              <a:ext cx="1297500" cy="486747"/>
              <a:chOff x="10643159" y="239241"/>
              <a:chExt cx="1297500" cy="486747"/>
            </a:xfrm>
          </p:grpSpPr>
          <p:pic>
            <p:nvPicPr>
              <p:cNvPr id="7" name="Graphic 6" descr="Stopwatch with solid fill">
                <a:extLst>
                  <a:ext uri="{FF2B5EF4-FFF2-40B4-BE49-F238E27FC236}">
                    <a16:creationId xmlns:a16="http://schemas.microsoft.com/office/drawing/2014/main" id="{89814AB5-99EF-F4DE-D07E-C6BB33D409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43159" y="239241"/>
                <a:ext cx="486747" cy="486747"/>
              </a:xfrm>
              <a:prstGeom prst="rect">
                <a:avLst/>
              </a:prstGeom>
            </p:spPr>
          </p:pic>
          <p:sp>
            <p:nvSpPr>
              <p:cNvPr id="8" name="TextBox 7">
                <a:extLst>
                  <a:ext uri="{FF2B5EF4-FFF2-40B4-BE49-F238E27FC236}">
                    <a16:creationId xmlns:a16="http://schemas.microsoft.com/office/drawing/2014/main" id="{778FBEEF-892E-C140-5746-7003CCC9E5D0}"/>
                  </a:ext>
                </a:extLst>
              </p:cNvPr>
              <p:cNvSpPr txBox="1"/>
              <p:nvPr/>
            </p:nvSpPr>
            <p:spPr>
              <a:xfrm>
                <a:off x="10965699" y="297948"/>
                <a:ext cx="9749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60min</a:t>
                </a:r>
              </a:p>
            </p:txBody>
          </p:sp>
        </p:grpSp>
        <p:sp>
          <p:nvSpPr>
            <p:cNvPr id="6" name="Rectangle 5">
              <a:extLst>
                <a:ext uri="{FF2B5EF4-FFF2-40B4-BE49-F238E27FC236}">
                  <a16:creationId xmlns:a16="http://schemas.microsoft.com/office/drawing/2014/main" id="{D21F341A-9018-DD8A-DBA3-1756DD84C5A4}"/>
                </a:ext>
              </a:extLst>
            </p:cNvPr>
            <p:cNvSpPr/>
            <p:nvPr/>
          </p:nvSpPr>
          <p:spPr>
            <a:xfrm>
              <a:off x="70782" y="87077"/>
              <a:ext cx="1365885" cy="562831"/>
            </a:xfrm>
            <a:prstGeom prst="rect">
              <a:avLst/>
            </a:prstGeom>
            <a:noFill/>
            <a:ln w="19050">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grpSp>
      <p:sp>
        <p:nvSpPr>
          <p:cNvPr id="9" name="Rectangle 8">
            <a:extLst>
              <a:ext uri="{FF2B5EF4-FFF2-40B4-BE49-F238E27FC236}">
                <a16:creationId xmlns:a16="http://schemas.microsoft.com/office/drawing/2014/main" id="{0E67CFD8-60F5-1B86-9DC7-2A396D3AE5F6}"/>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spTree>
    <p:extLst>
      <p:ext uri="{BB962C8B-B14F-4D97-AF65-F5344CB8AC3E}">
        <p14:creationId xmlns:p14="http://schemas.microsoft.com/office/powerpoint/2010/main" val="319573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3762A-9647-1611-8ECD-624E9C3D245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ED3246B-F151-32F2-A897-ED45E31D025F}"/>
              </a:ext>
            </a:extLst>
          </p:cNvPr>
          <p:cNvPicPr>
            <a:picLocks noChangeAspect="1"/>
          </p:cNvPicPr>
          <p:nvPr/>
        </p:nvPicPr>
        <p:blipFill>
          <a:blip r:embed="rId3"/>
          <a:stretch>
            <a:fillRect/>
          </a:stretch>
        </p:blipFill>
        <p:spPr>
          <a:xfrm>
            <a:off x="11389514" y="28369"/>
            <a:ext cx="731704" cy="411148"/>
          </a:xfrm>
          <a:prstGeom prst="rect">
            <a:avLst/>
          </a:prstGeom>
        </p:spPr>
      </p:pic>
      <p:sp>
        <p:nvSpPr>
          <p:cNvPr id="3" name="Text Placeholder 1">
            <a:extLst>
              <a:ext uri="{FF2B5EF4-FFF2-40B4-BE49-F238E27FC236}">
                <a16:creationId xmlns:a16="http://schemas.microsoft.com/office/drawing/2014/main" id="{1D1F1AF1-50FD-23FC-31AD-4DA89C84A1C9}"/>
              </a:ext>
            </a:extLst>
          </p:cNvPr>
          <p:cNvSpPr txBox="1">
            <a:spLocks/>
          </p:cNvSpPr>
          <p:nvPr/>
        </p:nvSpPr>
        <p:spPr>
          <a:xfrm>
            <a:off x="1518139" y="678337"/>
            <a:ext cx="9155723"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UNDERSTANDING GUEST PREFERENCES IS ESSENTIAL</a:t>
            </a:r>
            <a:br>
              <a:rPr kumimoji="0" lang="en-US" sz="1700" b="0" i="0" u="none" strike="noStrike" kern="1200" cap="all" spc="300" normalizeH="0" baseline="0" noProof="0">
                <a:ln>
                  <a:noFill/>
                </a:ln>
                <a:solidFill>
                  <a:srgbClr val="000000"/>
                </a:solidFill>
                <a:effectLst/>
                <a:uLnTx/>
                <a:uFillTx/>
                <a:latin typeface="Garamond"/>
                <a:ea typeface="+mn-ea"/>
                <a:cs typeface="+mn-cs"/>
              </a:rPr>
            </a:br>
            <a:r>
              <a:rPr kumimoji="0" lang="en-US" sz="1700" b="0" i="0" u="none" strike="noStrike" kern="1200" cap="all" spc="300" normalizeH="0" baseline="0" noProof="0">
                <a:ln>
                  <a:noFill/>
                </a:ln>
                <a:solidFill>
                  <a:srgbClr val="000000"/>
                </a:solidFill>
                <a:effectLst/>
                <a:uLnTx/>
                <a:uFillTx/>
                <a:latin typeface="Garamond"/>
                <a:ea typeface="+mn-ea"/>
                <a:cs typeface="+mn-cs"/>
              </a:rPr>
              <a:t>for OUR LEGENDARY SERVICE</a:t>
            </a:r>
          </a:p>
        </p:txBody>
      </p:sp>
      <p:sp>
        <p:nvSpPr>
          <p:cNvPr id="5" name="Date Placeholder 3">
            <a:extLst>
              <a:ext uri="{FF2B5EF4-FFF2-40B4-BE49-F238E27FC236}">
                <a16:creationId xmlns:a16="http://schemas.microsoft.com/office/drawing/2014/main" id="{ACF576D1-EDAD-9B55-49FF-F3A1A2E83D9E}"/>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6" name="Footer Placeholder 4">
            <a:extLst>
              <a:ext uri="{FF2B5EF4-FFF2-40B4-BE49-F238E27FC236}">
                <a16:creationId xmlns:a16="http://schemas.microsoft.com/office/drawing/2014/main" id="{111510B3-BCB7-E95D-8C60-0F1F53BFE4C1}"/>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30" name="Text Placeholder 3">
            <a:extLst>
              <a:ext uri="{FF2B5EF4-FFF2-40B4-BE49-F238E27FC236}">
                <a16:creationId xmlns:a16="http://schemas.microsoft.com/office/drawing/2014/main" id="{1EF8E160-68AD-04CF-6FC7-C3ECC80CF4D8}"/>
              </a:ext>
            </a:extLst>
          </p:cNvPr>
          <p:cNvSpPr txBox="1">
            <a:spLocks/>
          </p:cNvSpPr>
          <p:nvPr/>
        </p:nvSpPr>
        <p:spPr>
          <a:xfrm>
            <a:off x="2015132" y="1404710"/>
            <a:ext cx="8161736" cy="815976"/>
          </a:xfrm>
          <a:prstGeom prst="rect">
            <a:avLst/>
          </a:prstGeom>
        </p:spPr>
        <p:txBody>
          <a:bodyPr vert="horz" lIns="71437" tIns="71437" rIns="71437" bIns="71437" rtlCol="0" anchor="b">
            <a:noAutofit/>
          </a:bodyPr>
          <a:lstStyle>
            <a:lvl1pPr marL="0" marR="0" indent="0" algn="l" defTabSz="412750" rtl="0" latinLnBrk="0">
              <a:lnSpc>
                <a:spcPct val="100000"/>
              </a:lnSpc>
              <a:spcBef>
                <a:spcPts val="0"/>
              </a:spcBef>
              <a:spcAft>
                <a:spcPts val="0"/>
              </a:spcAft>
              <a:buClrTx/>
              <a:buSzTx/>
              <a:buFontTx/>
              <a:buNone/>
              <a:tabLst/>
              <a:defRPr lang="en-GB" sz="1600" b="0" i="0" u="none" strike="noStrike" kern="1200" cap="none" spc="0" baseline="0">
                <a:solidFill>
                  <a:srgbClr val="3B3B3B"/>
                </a:solidFill>
                <a:uFillTx/>
                <a:latin typeface="Aptos Light" panose="020B0004020202020204" pitchFamily="34" charset="0"/>
                <a:ea typeface="+mn-ea"/>
                <a:cs typeface="+mn-cs"/>
                <a:sym typeface="Helvetica Neue"/>
              </a:defRPr>
            </a:lvl1pPr>
            <a:lvl2pPr marL="304800" marR="0" indent="0" algn="l" defTabSz="1219169" rtl="0" latinLnBrk="0">
              <a:lnSpc>
                <a:spcPct val="90000"/>
              </a:lnSpc>
              <a:spcBef>
                <a:spcPts val="0"/>
              </a:spcBef>
              <a:spcAft>
                <a:spcPts val="0"/>
              </a:spcAft>
              <a:buClrTx/>
              <a:buSzPct val="123000"/>
              <a:buFontTx/>
              <a:buNone/>
              <a:tabLst/>
              <a:defRPr sz="650" b="0" i="0" u="none" strike="noStrike" cap="none" spc="300" baseline="0">
                <a:solidFill>
                  <a:srgbClr val="000000"/>
                </a:solidFill>
                <a:uFillTx/>
                <a:latin typeface="Avenir Book" panose="02000503020000020003" pitchFamily="2" charset="0"/>
                <a:ea typeface="+mn-ea"/>
                <a:cs typeface="+mn-cs"/>
                <a:sym typeface="Helvetica Neue"/>
              </a:defRPr>
            </a:lvl2pPr>
            <a:lvl3pPr marL="9144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3pPr>
            <a:lvl4pPr marL="12192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4pPr>
            <a:lvl5pPr marL="15240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5pPr>
            <a:lvl6pPr marL="18288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6pPr>
            <a:lvl7pPr marL="21336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7pPr>
            <a:lvl8pPr marL="24384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8pPr>
            <a:lvl9pPr marL="27432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9pPr>
          </a:lstStyle>
          <a:p>
            <a:pPr marL="0" marR="0" lvl="0" indent="0" algn="ctr" defTabSz="41275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B3B3B"/>
                </a:solidFill>
                <a:effectLst/>
                <a:uLnTx/>
                <a:uFillTx/>
                <a:latin typeface="Aptos Light" panose="020B0004020202020204" pitchFamily="34" charset="0"/>
                <a:ea typeface="Helvetica Neue"/>
                <a:cs typeface="Helvetica Neue"/>
                <a:sym typeface="Helvetica Neue"/>
              </a:rPr>
              <a:t>Today, we capture data about our guests across their entire journey. We work with this information to surprise and delight!</a:t>
            </a:r>
          </a:p>
        </p:txBody>
      </p:sp>
      <p:sp>
        <p:nvSpPr>
          <p:cNvPr id="31" name="Off-page Connector 30">
            <a:extLst>
              <a:ext uri="{FF2B5EF4-FFF2-40B4-BE49-F238E27FC236}">
                <a16:creationId xmlns:a16="http://schemas.microsoft.com/office/drawing/2014/main" id="{DDA6BF28-E356-4E17-1F28-089D380113A1}"/>
              </a:ext>
            </a:extLst>
          </p:cNvPr>
          <p:cNvSpPr/>
          <p:nvPr/>
        </p:nvSpPr>
        <p:spPr>
          <a:xfrm>
            <a:off x="652262" y="2622354"/>
            <a:ext cx="2000249" cy="1463040"/>
          </a:xfrm>
          <a:prstGeom prst="flowChartOffpageConnector">
            <a:avLst/>
          </a:prstGeom>
          <a:solidFill>
            <a:srgbClr val="000000"/>
          </a:solidFill>
          <a:ln w="12700" cap="flat">
            <a:noFill/>
            <a:miter lim="400000"/>
          </a:ln>
          <a:effectLst/>
          <a:sp3d/>
        </p:spPr>
        <p:txBody>
          <a:bodyPr rot="0" spcFirstLastPara="1" vertOverflow="overflow" horzOverflow="overflow" vert="horz" wrap="square" lIns="50800" tIns="50800" rIns="50800" bIns="5080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Reservation </a:t>
            </a:r>
          </a:p>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Notes</a:t>
            </a:r>
          </a:p>
        </p:txBody>
      </p:sp>
      <p:sp>
        <p:nvSpPr>
          <p:cNvPr id="32" name="Off-page Connector 31">
            <a:extLst>
              <a:ext uri="{FF2B5EF4-FFF2-40B4-BE49-F238E27FC236}">
                <a16:creationId xmlns:a16="http://schemas.microsoft.com/office/drawing/2014/main" id="{0CB65512-9673-98D9-8B9E-F8204415420B}"/>
              </a:ext>
            </a:extLst>
          </p:cNvPr>
          <p:cNvSpPr/>
          <p:nvPr/>
        </p:nvSpPr>
        <p:spPr>
          <a:xfrm>
            <a:off x="2729667" y="2622352"/>
            <a:ext cx="2000249" cy="1463040"/>
          </a:xfrm>
          <a:prstGeom prst="flowChartOffpageConnector">
            <a:avLst/>
          </a:prstGeom>
          <a:solidFill>
            <a:srgbClr val="000000"/>
          </a:solidFill>
          <a:ln w="12700" cap="flat">
            <a:noFill/>
            <a:miter lim="400000"/>
          </a:ln>
          <a:effectLst/>
          <a:sp3d/>
        </p:spPr>
        <p:txBody>
          <a:bodyPr rot="0" spcFirstLastPara="1" vertOverflow="overflow" horzOverflow="overflow" vert="horz" wrap="square" lIns="50800" tIns="50800" rIns="50800" bIns="5080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Guest Declared Preferences</a:t>
            </a:r>
          </a:p>
        </p:txBody>
      </p:sp>
      <p:sp>
        <p:nvSpPr>
          <p:cNvPr id="33" name="Off-page Connector 32">
            <a:extLst>
              <a:ext uri="{FF2B5EF4-FFF2-40B4-BE49-F238E27FC236}">
                <a16:creationId xmlns:a16="http://schemas.microsoft.com/office/drawing/2014/main" id="{740A24FA-2015-CDED-3D9B-CDBFE26A895D}"/>
              </a:ext>
            </a:extLst>
          </p:cNvPr>
          <p:cNvSpPr/>
          <p:nvPr/>
        </p:nvSpPr>
        <p:spPr>
          <a:xfrm>
            <a:off x="4807072" y="2653770"/>
            <a:ext cx="2000249" cy="1463040"/>
          </a:xfrm>
          <a:prstGeom prst="flowChartOffpageConnector">
            <a:avLst/>
          </a:prstGeom>
          <a:solidFill>
            <a:srgbClr val="000000"/>
          </a:solidFill>
          <a:ln w="12700" cap="flat">
            <a:noFill/>
            <a:miter lim="400000"/>
          </a:ln>
          <a:effectLst/>
          <a:sp3d/>
        </p:spPr>
        <p:txBody>
          <a:bodyPr rot="0" spcFirstLastPara="1" vertOverflow="overflow" horzOverflow="overflow" vert="horz" wrap="square" lIns="50800" tIns="50800" rIns="50800" bIns="5080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Observed </a:t>
            </a:r>
          </a:p>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Preferences</a:t>
            </a:r>
          </a:p>
        </p:txBody>
      </p:sp>
      <p:sp>
        <p:nvSpPr>
          <p:cNvPr id="34" name="Off-page Connector 33">
            <a:extLst>
              <a:ext uri="{FF2B5EF4-FFF2-40B4-BE49-F238E27FC236}">
                <a16:creationId xmlns:a16="http://schemas.microsoft.com/office/drawing/2014/main" id="{C5B4E0C5-63E2-BE5E-2706-8F5CB5B1C9C7}"/>
              </a:ext>
            </a:extLst>
          </p:cNvPr>
          <p:cNvSpPr/>
          <p:nvPr/>
        </p:nvSpPr>
        <p:spPr>
          <a:xfrm>
            <a:off x="6884477" y="2660914"/>
            <a:ext cx="2000249" cy="1463040"/>
          </a:xfrm>
          <a:prstGeom prst="flowChartOffpageConnector">
            <a:avLst/>
          </a:prstGeom>
          <a:solidFill>
            <a:srgbClr val="000000"/>
          </a:solidFill>
          <a:ln w="12700" cap="flat">
            <a:noFill/>
            <a:miter lim="400000"/>
          </a:ln>
          <a:effectLst/>
          <a:sp3d/>
        </p:spPr>
        <p:txBody>
          <a:bodyPr rot="0" spcFirstLastPara="1" vertOverflow="overflow" horzOverflow="overflow" vert="horz" wrap="square" lIns="50800" tIns="50800" rIns="50800" bIns="5080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Guest Stated</a:t>
            </a:r>
          </a:p>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Preferences</a:t>
            </a:r>
          </a:p>
        </p:txBody>
      </p:sp>
      <p:sp>
        <p:nvSpPr>
          <p:cNvPr id="40" name="Off-page Connector 39">
            <a:extLst>
              <a:ext uri="{FF2B5EF4-FFF2-40B4-BE49-F238E27FC236}">
                <a16:creationId xmlns:a16="http://schemas.microsoft.com/office/drawing/2014/main" id="{8B5012F6-A96A-A4A7-0AE2-EF8371E9C210}"/>
              </a:ext>
            </a:extLst>
          </p:cNvPr>
          <p:cNvSpPr/>
          <p:nvPr/>
        </p:nvSpPr>
        <p:spPr>
          <a:xfrm>
            <a:off x="9486699" y="2653770"/>
            <a:ext cx="2000249" cy="1463040"/>
          </a:xfrm>
          <a:prstGeom prst="flowChartOffpageConnector">
            <a:avLst/>
          </a:prstGeom>
          <a:solidFill>
            <a:srgbClr val="000000"/>
          </a:solidFill>
          <a:ln w="12700" cap="flat">
            <a:noFill/>
            <a:miter lim="400000"/>
          </a:ln>
          <a:effectLst/>
          <a:sp3d/>
        </p:spPr>
        <p:txBody>
          <a:bodyPr rot="0" spcFirstLastPara="1" vertOverflow="overflow" horzOverflow="overflow" vert="horz" wrap="square" lIns="50800" tIns="50800" rIns="50800" bIns="5080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Traces</a:t>
            </a:r>
          </a:p>
        </p:txBody>
      </p:sp>
      <p:sp>
        <p:nvSpPr>
          <p:cNvPr id="47" name="TextBox 46">
            <a:extLst>
              <a:ext uri="{FF2B5EF4-FFF2-40B4-BE49-F238E27FC236}">
                <a16:creationId xmlns:a16="http://schemas.microsoft.com/office/drawing/2014/main" id="{617556CA-AC5B-E8A9-42A5-56DEAEA05A00}"/>
              </a:ext>
            </a:extLst>
          </p:cNvPr>
          <p:cNvSpPr txBox="1"/>
          <p:nvPr/>
        </p:nvSpPr>
        <p:spPr>
          <a:xfrm>
            <a:off x="9088257" y="3084567"/>
            <a:ext cx="225831" cy="538609"/>
          </a:xfrm>
          <a:prstGeom prst="rect">
            <a:avLst/>
          </a:prstGeom>
          <a:ln w="12700">
            <a:miter lim="400000"/>
          </a:ln>
        </p:spPr>
        <p:txBody>
          <a:bodyPr wrap="none" lIns="0" tIns="0" rIns="0" bIns="0" rtlCol="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114" normalizeH="0" baseline="0" noProof="0">
                <a:ln>
                  <a:noFill/>
                </a:ln>
                <a:solidFill>
                  <a:srgbClr val="000000"/>
                </a:solidFill>
                <a:effectLst/>
                <a:uLnTx/>
                <a:uFillTx/>
                <a:latin typeface="Aptos SemiBold" panose="020B0004020202020204" pitchFamily="34" charset="0"/>
                <a:ea typeface="Helvetica Neue"/>
                <a:cs typeface="Futura Medium" panose="020B0602020204020303" pitchFamily="34" charset="-79"/>
                <a:sym typeface="Helvetica Neue"/>
              </a:rPr>
              <a:t>&gt;</a:t>
            </a:r>
          </a:p>
        </p:txBody>
      </p:sp>
      <p:sp>
        <p:nvSpPr>
          <p:cNvPr id="7" name="TextBox 6">
            <a:extLst>
              <a:ext uri="{FF2B5EF4-FFF2-40B4-BE49-F238E27FC236}">
                <a16:creationId xmlns:a16="http://schemas.microsoft.com/office/drawing/2014/main" id="{93D75C23-3F94-7E80-0DC1-509634111977}"/>
              </a:ext>
            </a:extLst>
          </p:cNvPr>
          <p:cNvSpPr txBox="1"/>
          <p:nvPr/>
        </p:nvSpPr>
        <p:spPr>
          <a:xfrm>
            <a:off x="652262" y="4196130"/>
            <a:ext cx="2000249" cy="1657350"/>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Capture the purpose </a:t>
            </a:r>
            <a:b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b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of the stay.</a:t>
            </a:r>
          </a:p>
        </p:txBody>
      </p:sp>
      <p:sp>
        <p:nvSpPr>
          <p:cNvPr id="8" name="TextBox 7">
            <a:extLst>
              <a:ext uri="{FF2B5EF4-FFF2-40B4-BE49-F238E27FC236}">
                <a16:creationId xmlns:a16="http://schemas.microsoft.com/office/drawing/2014/main" id="{1B3A3A3C-B3AD-E4AF-EF0A-997C9B183796}"/>
              </a:ext>
            </a:extLst>
          </p:cNvPr>
          <p:cNvSpPr txBox="1"/>
          <p:nvPr/>
        </p:nvSpPr>
        <p:spPr>
          <a:xfrm>
            <a:off x="4807072" y="4196130"/>
            <a:ext cx="2000249" cy="1657350"/>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What colleagues see and update in HMS.</a:t>
            </a:r>
          </a:p>
        </p:txBody>
      </p:sp>
      <p:sp>
        <p:nvSpPr>
          <p:cNvPr id="9" name="TextBox 8">
            <a:extLst>
              <a:ext uri="{FF2B5EF4-FFF2-40B4-BE49-F238E27FC236}">
                <a16:creationId xmlns:a16="http://schemas.microsoft.com/office/drawing/2014/main" id="{3855FA8F-7D92-C1E4-2C36-512621868FBB}"/>
              </a:ext>
            </a:extLst>
          </p:cNvPr>
          <p:cNvSpPr txBox="1"/>
          <p:nvPr/>
        </p:nvSpPr>
        <p:spPr>
          <a:xfrm>
            <a:off x="6884477" y="4204724"/>
            <a:ext cx="2000249" cy="1657350"/>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Guest tells us specific preferences directly.</a:t>
            </a:r>
          </a:p>
        </p:txBody>
      </p:sp>
      <p:sp>
        <p:nvSpPr>
          <p:cNvPr id="10" name="TextBox 9">
            <a:extLst>
              <a:ext uri="{FF2B5EF4-FFF2-40B4-BE49-F238E27FC236}">
                <a16:creationId xmlns:a16="http://schemas.microsoft.com/office/drawing/2014/main" id="{F6EABDDA-BB41-A5A2-479B-9E094F0081B0}"/>
              </a:ext>
            </a:extLst>
          </p:cNvPr>
          <p:cNvSpPr txBox="1"/>
          <p:nvPr/>
        </p:nvSpPr>
        <p:spPr>
          <a:xfrm>
            <a:off x="9483209" y="4255995"/>
            <a:ext cx="2000249" cy="1657350"/>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The specific actions that each team needs to do their job to the best of their ability.</a:t>
            </a:r>
          </a:p>
        </p:txBody>
      </p:sp>
      <p:sp>
        <p:nvSpPr>
          <p:cNvPr id="11" name="TextBox 10">
            <a:extLst>
              <a:ext uri="{FF2B5EF4-FFF2-40B4-BE49-F238E27FC236}">
                <a16:creationId xmlns:a16="http://schemas.microsoft.com/office/drawing/2014/main" id="{C64C6C73-F520-6360-B7D2-4FDF828D0B3C}"/>
              </a:ext>
            </a:extLst>
          </p:cNvPr>
          <p:cNvSpPr txBox="1"/>
          <p:nvPr/>
        </p:nvSpPr>
        <p:spPr>
          <a:xfrm>
            <a:off x="2705594" y="4196130"/>
            <a:ext cx="1897579" cy="1657350"/>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Web questionnaire to engage Fans. </a:t>
            </a:r>
          </a:p>
        </p:txBody>
      </p:sp>
    </p:spTree>
    <p:extLst>
      <p:ext uri="{BB962C8B-B14F-4D97-AF65-F5344CB8AC3E}">
        <p14:creationId xmlns:p14="http://schemas.microsoft.com/office/powerpoint/2010/main" val="1869565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9FEFB-25CF-0986-4916-6F6145E7AD67}"/>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EFC380AA-6593-C86D-4F85-ECF0822F624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6" imgH="486" progId="TCLayout.ActiveDocument.1">
                  <p:embed/>
                </p:oleObj>
              </mc:Choice>
              <mc:Fallback>
                <p:oleObj name="think-cell Slide" r:id="rId4" imgW="486" imgH="486" progId="TCLayout.ActiveDocument.1">
                  <p:embed/>
                  <p:pic>
                    <p:nvPicPr>
                      <p:cNvPr id="13" name="think-cell data - do not delete" hidden="1">
                        <a:extLst>
                          <a:ext uri="{FF2B5EF4-FFF2-40B4-BE49-F238E27FC236}">
                            <a16:creationId xmlns:a16="http://schemas.microsoft.com/office/drawing/2014/main" id="{EFC380AA-6593-C86D-4F85-ECF0822F624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544BA998-F4EB-3C4B-C966-37C301A46F24}"/>
              </a:ext>
            </a:extLst>
          </p:cNvPr>
          <p:cNvSpPr/>
          <p:nvPr/>
        </p:nvSpPr>
        <p:spPr>
          <a:xfrm>
            <a:off x="2652511" y="1498777"/>
            <a:ext cx="2451774" cy="4791053"/>
          </a:xfrm>
          <a:prstGeom prst="rect">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2" name="TextBox 11">
            <a:extLst>
              <a:ext uri="{FF2B5EF4-FFF2-40B4-BE49-F238E27FC236}">
                <a16:creationId xmlns:a16="http://schemas.microsoft.com/office/drawing/2014/main" id="{A210965C-2A94-DC64-6AEB-40E8FBD90F5D}"/>
              </a:ext>
            </a:extLst>
          </p:cNvPr>
          <p:cNvSpPr txBox="1"/>
          <p:nvPr/>
        </p:nvSpPr>
        <p:spPr>
          <a:xfrm>
            <a:off x="2676148" y="1563902"/>
            <a:ext cx="2428137" cy="461665"/>
          </a:xfrm>
          <a:prstGeom prst="rect">
            <a:avLst/>
          </a:prstGeom>
          <a:noFill/>
          <a:ln w="12700">
            <a:miter lim="4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E5E5E"/>
                </a:solidFill>
                <a:effectLst/>
                <a:uLnTx/>
                <a:uFillTx/>
                <a:latin typeface="Aptos" panose="020B0004020202020204" pitchFamily="34" charset="0"/>
                <a:ea typeface="Helvetica Neue"/>
                <a:cs typeface="Helvetica Neue"/>
              </a:rPr>
              <a:t>NEW!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E5E5E"/>
                </a:solidFill>
                <a:effectLst/>
                <a:uLnTx/>
                <a:uFillTx/>
                <a:latin typeface="Aptos" panose="020B0004020202020204" pitchFamily="34" charset="0"/>
                <a:ea typeface="Helvetica Neue"/>
                <a:cs typeface="Helvetica Neue"/>
              </a:rPr>
              <a:t>The most important data</a:t>
            </a:r>
          </a:p>
        </p:txBody>
      </p:sp>
      <p:pic>
        <p:nvPicPr>
          <p:cNvPr id="2" name="Picture 1">
            <a:extLst>
              <a:ext uri="{FF2B5EF4-FFF2-40B4-BE49-F238E27FC236}">
                <a16:creationId xmlns:a16="http://schemas.microsoft.com/office/drawing/2014/main" id="{3D826695-00D1-C6B3-FC37-75E837885222}"/>
              </a:ext>
            </a:extLst>
          </p:cNvPr>
          <p:cNvPicPr>
            <a:picLocks noChangeAspect="1"/>
          </p:cNvPicPr>
          <p:nvPr/>
        </p:nvPicPr>
        <p:blipFill>
          <a:blip r:embed="rId6"/>
          <a:stretch>
            <a:fillRect/>
          </a:stretch>
        </p:blipFill>
        <p:spPr>
          <a:xfrm>
            <a:off x="11389514" y="28369"/>
            <a:ext cx="731704" cy="411148"/>
          </a:xfrm>
          <a:prstGeom prst="rect">
            <a:avLst/>
          </a:prstGeom>
        </p:spPr>
      </p:pic>
      <p:sp>
        <p:nvSpPr>
          <p:cNvPr id="3" name="Text Placeholder 1">
            <a:extLst>
              <a:ext uri="{FF2B5EF4-FFF2-40B4-BE49-F238E27FC236}">
                <a16:creationId xmlns:a16="http://schemas.microsoft.com/office/drawing/2014/main" id="{184686CA-91FF-41A4-CA3A-27FB4047EDDC}"/>
              </a:ext>
            </a:extLst>
          </p:cNvPr>
          <p:cNvSpPr txBox="1">
            <a:spLocks/>
          </p:cNvSpPr>
          <p:nvPr/>
        </p:nvSpPr>
        <p:spPr>
          <a:xfrm>
            <a:off x="1518139" y="678337"/>
            <a:ext cx="9155723"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With GXP, WE WILL ELEVATE OUR ABILITY TO UNDERSTAND OUR GUESTS VIA ENRICHED GUEST-DECLARED PREFERENCES</a:t>
            </a:r>
          </a:p>
        </p:txBody>
      </p:sp>
      <p:sp>
        <p:nvSpPr>
          <p:cNvPr id="5" name="Date Placeholder 3">
            <a:extLst>
              <a:ext uri="{FF2B5EF4-FFF2-40B4-BE49-F238E27FC236}">
                <a16:creationId xmlns:a16="http://schemas.microsoft.com/office/drawing/2014/main" id="{05D724B3-2C5F-9BC5-8730-1C012D545E74}"/>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6" name="Footer Placeholder 4">
            <a:extLst>
              <a:ext uri="{FF2B5EF4-FFF2-40B4-BE49-F238E27FC236}">
                <a16:creationId xmlns:a16="http://schemas.microsoft.com/office/drawing/2014/main" id="{023E8BBB-D8F5-C9CE-FE83-B570AE8C8030}"/>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31" name="Off-page Connector 30">
            <a:extLst>
              <a:ext uri="{FF2B5EF4-FFF2-40B4-BE49-F238E27FC236}">
                <a16:creationId xmlns:a16="http://schemas.microsoft.com/office/drawing/2014/main" id="{19758B66-8A69-4A0A-42E1-77A1FA38FB97}"/>
              </a:ext>
            </a:extLst>
          </p:cNvPr>
          <p:cNvSpPr/>
          <p:nvPr/>
        </p:nvSpPr>
        <p:spPr>
          <a:xfrm>
            <a:off x="652262" y="2622354"/>
            <a:ext cx="2000249" cy="1463040"/>
          </a:xfrm>
          <a:prstGeom prst="flowChartOffpageConnector">
            <a:avLst/>
          </a:prstGeom>
          <a:solidFill>
            <a:srgbClr val="000000"/>
          </a:solidFill>
          <a:ln w="12700" cap="flat">
            <a:noFill/>
            <a:miter lim="400000"/>
          </a:ln>
          <a:effectLst/>
          <a:sp3d/>
        </p:spPr>
        <p:txBody>
          <a:bodyPr rot="0" spcFirstLastPara="1" vertOverflow="overflow" horzOverflow="overflow" vert="horz" wrap="square" lIns="50800" tIns="50800" rIns="50800" bIns="5080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Reservation </a:t>
            </a:r>
          </a:p>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Notes</a:t>
            </a:r>
          </a:p>
        </p:txBody>
      </p:sp>
      <p:sp>
        <p:nvSpPr>
          <p:cNvPr id="32" name="Off-page Connector 31">
            <a:extLst>
              <a:ext uri="{FF2B5EF4-FFF2-40B4-BE49-F238E27FC236}">
                <a16:creationId xmlns:a16="http://schemas.microsoft.com/office/drawing/2014/main" id="{56F86449-4499-AA77-FE42-EB92CDFAF8DE}"/>
              </a:ext>
            </a:extLst>
          </p:cNvPr>
          <p:cNvSpPr/>
          <p:nvPr/>
        </p:nvSpPr>
        <p:spPr>
          <a:xfrm>
            <a:off x="2729667" y="2240348"/>
            <a:ext cx="2250620" cy="1845044"/>
          </a:xfrm>
          <a:prstGeom prst="flowChartOffpageConnector">
            <a:avLst/>
          </a:prstGeom>
          <a:solidFill>
            <a:srgbClr val="D2B062"/>
          </a:solidFill>
          <a:ln w="12700" cap="flat">
            <a:noFill/>
            <a:miter lim="400000"/>
          </a:ln>
          <a:effectLst/>
          <a:sp3d/>
        </p:spPr>
        <p:txBody>
          <a:bodyPr rot="0" spcFirstLastPara="1" vertOverflow="overflow" horzOverflow="overflow" vert="horz" wrap="square" lIns="50800" tIns="50800" rIns="50800" bIns="5080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1200" b="1" i="1"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endParaRPr>
          </a:p>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1200" b="1" i="1" u="sng" strike="noStrike" kern="0" cap="none" spc="0" normalizeH="0" baseline="0" noProof="0">
                <a:ln>
                  <a:noFill/>
                </a:ln>
                <a:solidFill>
                  <a:srgbClr val="FFFFFF"/>
                </a:solidFill>
                <a:effectLst/>
                <a:uLnTx/>
                <a:uFillTx/>
                <a:latin typeface="Garamond"/>
                <a:ea typeface="Helvetica Neue Medium"/>
                <a:cs typeface="Helvetica Neue Medium"/>
              </a:rPr>
              <a:t>ENRICHED</a:t>
            </a:r>
            <a:endParaRPr kumimoji="0" lang="en-US" sz="1200" b="1" i="1" u="sng"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endParaRPr>
          </a:p>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1200" b="1" i="1"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endParaRPr>
          </a:p>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a:ea typeface="Helvetica Neue Medium"/>
                <a:cs typeface="Helvetica Neue Medium"/>
                <a:sym typeface="Helvetica Neue Medium"/>
              </a:rPr>
              <a:t>Guest Declared Preferences</a:t>
            </a:r>
            <a:endParaRPr kumimoji="0" lang="en-US" sz="2200" b="0" i="0" u="none" strike="noStrike" kern="0" cap="none" spc="0" normalizeH="0" baseline="0" noProof="0">
              <a:ln>
                <a:noFill/>
              </a:ln>
              <a:solidFill>
                <a:srgbClr val="FFFFFF"/>
              </a:solidFill>
              <a:effectLst/>
              <a:uLnTx/>
              <a:uFillTx/>
              <a:latin typeface="Garamond"/>
              <a:ea typeface="Helvetica Neue Medium"/>
              <a:cs typeface="Helvetica Neue Medium"/>
            </a:endParaRPr>
          </a:p>
        </p:txBody>
      </p:sp>
      <p:sp>
        <p:nvSpPr>
          <p:cNvPr id="33" name="Off-page Connector 32">
            <a:extLst>
              <a:ext uri="{FF2B5EF4-FFF2-40B4-BE49-F238E27FC236}">
                <a16:creationId xmlns:a16="http://schemas.microsoft.com/office/drawing/2014/main" id="{0445A978-C6F8-15A7-E57B-FDD0E2C8AAE7}"/>
              </a:ext>
            </a:extLst>
          </p:cNvPr>
          <p:cNvSpPr/>
          <p:nvPr/>
        </p:nvSpPr>
        <p:spPr>
          <a:xfrm>
            <a:off x="5057443" y="2653770"/>
            <a:ext cx="2000249" cy="1463040"/>
          </a:xfrm>
          <a:prstGeom prst="flowChartOffpageConnector">
            <a:avLst/>
          </a:prstGeom>
          <a:solidFill>
            <a:srgbClr val="000000"/>
          </a:solidFill>
          <a:ln w="12700" cap="flat">
            <a:noFill/>
            <a:miter lim="400000"/>
          </a:ln>
          <a:effectLst/>
          <a:sp3d/>
        </p:spPr>
        <p:txBody>
          <a:bodyPr rot="0" spcFirstLastPara="1" vertOverflow="overflow" horzOverflow="overflow" vert="horz" wrap="square" lIns="50800" tIns="50800" rIns="50800" bIns="5080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Observed </a:t>
            </a:r>
          </a:p>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Preferences</a:t>
            </a:r>
          </a:p>
        </p:txBody>
      </p:sp>
      <p:sp>
        <p:nvSpPr>
          <p:cNvPr id="34" name="Off-page Connector 33">
            <a:extLst>
              <a:ext uri="{FF2B5EF4-FFF2-40B4-BE49-F238E27FC236}">
                <a16:creationId xmlns:a16="http://schemas.microsoft.com/office/drawing/2014/main" id="{7F86D730-781D-5CD5-88D0-07CADBB10614}"/>
              </a:ext>
            </a:extLst>
          </p:cNvPr>
          <p:cNvSpPr/>
          <p:nvPr/>
        </p:nvSpPr>
        <p:spPr>
          <a:xfrm>
            <a:off x="7134848" y="2660914"/>
            <a:ext cx="2000249" cy="1463040"/>
          </a:xfrm>
          <a:prstGeom prst="flowChartOffpageConnector">
            <a:avLst/>
          </a:prstGeom>
          <a:solidFill>
            <a:srgbClr val="000000"/>
          </a:solidFill>
          <a:ln w="12700" cap="flat">
            <a:noFill/>
            <a:miter lim="400000"/>
          </a:ln>
          <a:effectLst/>
          <a:sp3d/>
        </p:spPr>
        <p:txBody>
          <a:bodyPr rot="0" spcFirstLastPara="1" vertOverflow="overflow" horzOverflow="overflow" vert="horz" wrap="square" lIns="50800" tIns="50800" rIns="50800" bIns="5080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Guest Stated</a:t>
            </a:r>
          </a:p>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Preferences</a:t>
            </a:r>
          </a:p>
        </p:txBody>
      </p:sp>
      <p:sp>
        <p:nvSpPr>
          <p:cNvPr id="40" name="Off-page Connector 39">
            <a:extLst>
              <a:ext uri="{FF2B5EF4-FFF2-40B4-BE49-F238E27FC236}">
                <a16:creationId xmlns:a16="http://schemas.microsoft.com/office/drawing/2014/main" id="{0E73D321-43D9-4933-3A74-A9E1B4F113DD}"/>
              </a:ext>
            </a:extLst>
          </p:cNvPr>
          <p:cNvSpPr/>
          <p:nvPr/>
        </p:nvSpPr>
        <p:spPr>
          <a:xfrm>
            <a:off x="9737070" y="2653770"/>
            <a:ext cx="2000249" cy="1463040"/>
          </a:xfrm>
          <a:prstGeom prst="flowChartOffpageConnector">
            <a:avLst/>
          </a:prstGeom>
          <a:solidFill>
            <a:srgbClr val="000000"/>
          </a:solidFill>
          <a:ln w="12700" cap="flat">
            <a:noFill/>
            <a:miter lim="400000"/>
          </a:ln>
          <a:effectLst/>
          <a:sp3d/>
        </p:spPr>
        <p:txBody>
          <a:bodyPr rot="0" spcFirstLastPara="1" vertOverflow="overflow" horzOverflow="overflow" vert="horz" wrap="square" lIns="50800" tIns="50800" rIns="50800" bIns="5080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FFFFFF"/>
                </a:solidFill>
                <a:effectLst/>
                <a:uLnTx/>
                <a:uFillTx/>
                <a:latin typeface="Garamond" panose="02020404030301010803" pitchFamily="18" charset="0"/>
                <a:ea typeface="Helvetica Neue Medium"/>
                <a:cs typeface="Helvetica Neue Medium"/>
                <a:sym typeface="Helvetica Neue Medium"/>
              </a:rPr>
              <a:t>Traces</a:t>
            </a:r>
          </a:p>
        </p:txBody>
      </p:sp>
      <p:sp>
        <p:nvSpPr>
          <p:cNvPr id="47" name="TextBox 46">
            <a:extLst>
              <a:ext uri="{FF2B5EF4-FFF2-40B4-BE49-F238E27FC236}">
                <a16:creationId xmlns:a16="http://schemas.microsoft.com/office/drawing/2014/main" id="{C0B01DB7-9559-90A5-5972-78B200044BCC}"/>
              </a:ext>
            </a:extLst>
          </p:cNvPr>
          <p:cNvSpPr txBox="1"/>
          <p:nvPr/>
        </p:nvSpPr>
        <p:spPr>
          <a:xfrm>
            <a:off x="9338628" y="3084567"/>
            <a:ext cx="225831" cy="538609"/>
          </a:xfrm>
          <a:prstGeom prst="rect">
            <a:avLst/>
          </a:prstGeom>
          <a:ln w="12700">
            <a:miter lim="400000"/>
          </a:ln>
        </p:spPr>
        <p:txBody>
          <a:bodyPr wrap="none" lIns="0" tIns="0" rIns="0" bIns="0" rtlCol="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114" normalizeH="0" baseline="0" noProof="0">
                <a:ln>
                  <a:noFill/>
                </a:ln>
                <a:solidFill>
                  <a:srgbClr val="000000"/>
                </a:solidFill>
                <a:effectLst/>
                <a:uLnTx/>
                <a:uFillTx/>
                <a:latin typeface="Aptos SemiBold" panose="020B0004020202020204" pitchFamily="34" charset="0"/>
                <a:ea typeface="Helvetica Neue"/>
                <a:cs typeface="Futura Medium" panose="020B0602020204020303" pitchFamily="34" charset="-79"/>
                <a:sym typeface="Helvetica Neue"/>
              </a:rPr>
              <a:t>&gt;</a:t>
            </a:r>
          </a:p>
        </p:txBody>
      </p:sp>
      <p:sp>
        <p:nvSpPr>
          <p:cNvPr id="14" name="TextBox 13">
            <a:extLst>
              <a:ext uri="{FF2B5EF4-FFF2-40B4-BE49-F238E27FC236}">
                <a16:creationId xmlns:a16="http://schemas.microsoft.com/office/drawing/2014/main" id="{9D5E254A-8EDF-DDD0-F335-2A7546CB210E}"/>
              </a:ext>
            </a:extLst>
          </p:cNvPr>
          <p:cNvSpPr txBox="1"/>
          <p:nvPr/>
        </p:nvSpPr>
        <p:spPr>
          <a:xfrm>
            <a:off x="652262" y="4196130"/>
            <a:ext cx="2000249" cy="1657350"/>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Capture the purpose of the stay.</a:t>
            </a:r>
          </a:p>
        </p:txBody>
      </p:sp>
      <p:sp>
        <p:nvSpPr>
          <p:cNvPr id="15" name="TextBox 14">
            <a:extLst>
              <a:ext uri="{FF2B5EF4-FFF2-40B4-BE49-F238E27FC236}">
                <a16:creationId xmlns:a16="http://schemas.microsoft.com/office/drawing/2014/main" id="{A6AB88A6-E1CC-AE02-7212-5E95DE340E0A}"/>
              </a:ext>
            </a:extLst>
          </p:cNvPr>
          <p:cNvSpPr txBox="1"/>
          <p:nvPr/>
        </p:nvSpPr>
        <p:spPr>
          <a:xfrm>
            <a:off x="2786817" y="3998288"/>
            <a:ext cx="2317468" cy="1657350"/>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Robust and globally consistent questions get to the heart of what matters to our guests all the time or for this specific stay: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Priorities when traveling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Personal interests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Purpose &amp; interests for the upcoming stay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Specific room preferences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Dietary preferences</a:t>
            </a:r>
          </a:p>
        </p:txBody>
      </p:sp>
      <p:sp>
        <p:nvSpPr>
          <p:cNvPr id="16" name="TextBox 15">
            <a:extLst>
              <a:ext uri="{FF2B5EF4-FFF2-40B4-BE49-F238E27FC236}">
                <a16:creationId xmlns:a16="http://schemas.microsoft.com/office/drawing/2014/main" id="{FC6A4052-B209-23AD-6C17-DED67E3E648A}"/>
              </a:ext>
            </a:extLst>
          </p:cNvPr>
          <p:cNvSpPr txBox="1"/>
          <p:nvPr/>
        </p:nvSpPr>
        <p:spPr>
          <a:xfrm>
            <a:off x="5307816" y="4196130"/>
            <a:ext cx="2000249" cy="1657350"/>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What colleagues see and update in HMS.</a:t>
            </a:r>
          </a:p>
        </p:txBody>
      </p:sp>
      <p:sp>
        <p:nvSpPr>
          <p:cNvPr id="17" name="TextBox 16">
            <a:extLst>
              <a:ext uri="{FF2B5EF4-FFF2-40B4-BE49-F238E27FC236}">
                <a16:creationId xmlns:a16="http://schemas.microsoft.com/office/drawing/2014/main" id="{5355955C-AFD2-8413-354B-5F986B892F7C}"/>
              </a:ext>
            </a:extLst>
          </p:cNvPr>
          <p:cNvSpPr txBox="1"/>
          <p:nvPr/>
        </p:nvSpPr>
        <p:spPr>
          <a:xfrm>
            <a:off x="7385221" y="4196130"/>
            <a:ext cx="2000249" cy="1657350"/>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Guest tells us specific preferences directly.</a:t>
            </a:r>
          </a:p>
        </p:txBody>
      </p:sp>
      <p:sp>
        <p:nvSpPr>
          <p:cNvPr id="18" name="TextBox 17">
            <a:extLst>
              <a:ext uri="{FF2B5EF4-FFF2-40B4-BE49-F238E27FC236}">
                <a16:creationId xmlns:a16="http://schemas.microsoft.com/office/drawing/2014/main" id="{5D90A2CC-4ED5-840C-EF3B-D163CA2D5EBA}"/>
              </a:ext>
            </a:extLst>
          </p:cNvPr>
          <p:cNvSpPr txBox="1"/>
          <p:nvPr/>
        </p:nvSpPr>
        <p:spPr>
          <a:xfrm>
            <a:off x="9987443" y="4157570"/>
            <a:ext cx="2000249" cy="1657350"/>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panose="02020404030301010803" pitchFamily="18" charset="0"/>
                <a:ea typeface="Helvetica Neue"/>
                <a:cs typeface="Helvetica Neue"/>
              </a:rPr>
              <a:t>The specific actions that each team needs to do their job to the best of their ability.</a:t>
            </a:r>
          </a:p>
        </p:txBody>
      </p:sp>
      <p:sp>
        <p:nvSpPr>
          <p:cNvPr id="4" name="Rectangle 3">
            <a:extLst>
              <a:ext uri="{FF2B5EF4-FFF2-40B4-BE49-F238E27FC236}">
                <a16:creationId xmlns:a16="http://schemas.microsoft.com/office/drawing/2014/main" id="{2199CF82-9E75-7CB9-77EE-2AC2BDEE7DDA}"/>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spTree>
    <p:extLst>
      <p:ext uri="{BB962C8B-B14F-4D97-AF65-F5344CB8AC3E}">
        <p14:creationId xmlns:p14="http://schemas.microsoft.com/office/powerpoint/2010/main" val="2290127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E3B4F-9F7E-04D6-433A-78566479A155}"/>
            </a:ext>
          </a:extLst>
        </p:cNvPr>
        <p:cNvGrpSpPr/>
        <p:nvPr/>
      </p:nvGrpSpPr>
      <p:grpSpPr>
        <a:xfrm>
          <a:off x="0" y="0"/>
          <a:ext cx="0" cy="0"/>
          <a:chOff x="0" y="0"/>
          <a:chExt cx="0" cy="0"/>
        </a:xfrm>
      </p:grpSpPr>
      <p:sp>
        <p:nvSpPr>
          <p:cNvPr id="15" name="Date Placeholder 3">
            <a:extLst>
              <a:ext uri="{FF2B5EF4-FFF2-40B4-BE49-F238E27FC236}">
                <a16:creationId xmlns:a16="http://schemas.microsoft.com/office/drawing/2014/main" id="{1415AAB5-DC4E-F4DC-2A53-0CF0F8751A26}"/>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6" name="Footer Placeholder 4">
            <a:extLst>
              <a:ext uri="{FF2B5EF4-FFF2-40B4-BE49-F238E27FC236}">
                <a16:creationId xmlns:a16="http://schemas.microsoft.com/office/drawing/2014/main" id="{BB384C2F-30F6-4387-B141-24455E82C9CC}"/>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22" name="Text Placeholder 1">
            <a:extLst>
              <a:ext uri="{FF2B5EF4-FFF2-40B4-BE49-F238E27FC236}">
                <a16:creationId xmlns:a16="http://schemas.microsoft.com/office/drawing/2014/main" id="{24A52886-E688-7F99-880F-6ECF3FED6FCD}"/>
              </a:ext>
            </a:extLst>
          </p:cNvPr>
          <p:cNvSpPr txBox="1">
            <a:spLocks/>
          </p:cNvSpPr>
          <p:nvPr/>
        </p:nvSpPr>
        <p:spPr>
          <a:xfrm>
            <a:off x="1078397" y="826882"/>
            <a:ext cx="10018034" cy="446105"/>
          </a:xfrm>
          <a:prstGeom prst="rect">
            <a:avLst/>
          </a:prstGeom>
        </p:spPr>
        <p:txBody>
          <a:bodyPr vert="horz" lIns="91440" tIns="45720" rIns="91440" bIns="45720" rtlCol="0">
            <a:noAutofit/>
          </a:bodyPr>
          <a:lstStyle>
            <a:lvl1pPr marL="0" indent="0" algn="ctr" defTabSz="914400" rtl="0" eaLnBrk="1" latinLnBrk="0" hangingPunct="1">
              <a:lnSpc>
                <a:spcPts val="2200"/>
              </a:lnSpc>
              <a:spcBef>
                <a:spcPts val="0"/>
              </a:spcBef>
              <a:buFont typeface="Arial" panose="020B0604020202020204" pitchFamily="34" charset="0"/>
              <a:buNone/>
              <a:defRPr sz="2500" kern="1200" cap="all" spc="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500" b="1" i="0" u="none" strike="noStrike" kern="1200" cap="all" spc="0" normalizeH="0" baseline="0" noProof="0">
                <a:ln>
                  <a:noFill/>
                </a:ln>
                <a:solidFill>
                  <a:srgbClr val="7030A0"/>
                </a:solidFill>
                <a:effectLst/>
                <a:uLnTx/>
                <a:uFillTx/>
                <a:latin typeface="Garamond" panose="02020404030301010803"/>
                <a:ea typeface="+mn-ea"/>
                <a:cs typeface="+mn-cs"/>
              </a:rPr>
              <a:t>insight</a:t>
            </a:r>
            <a:r>
              <a:rPr kumimoji="0" lang="en-US" sz="2500" b="1" i="0" u="none" strike="noStrike" kern="1200" cap="all" spc="0" normalizeH="0" baseline="0" noProof="0">
                <a:ln>
                  <a:noFill/>
                </a:ln>
                <a:solidFill>
                  <a:srgbClr val="008000"/>
                </a:solidFill>
                <a:effectLst/>
                <a:uLnTx/>
                <a:uFillTx/>
                <a:latin typeface="Garamond" panose="02020404030301010803"/>
                <a:ea typeface="+mn-ea"/>
                <a:cs typeface="+mn-cs"/>
              </a:rPr>
              <a:t> </a:t>
            </a:r>
            <a:r>
              <a:rPr kumimoji="0" lang="en-US" sz="2500" b="1" i="0" u="none" strike="noStrike" kern="1200" cap="all" spc="0" normalizeH="0" baseline="0" noProof="0">
                <a:ln>
                  <a:noFill/>
                </a:ln>
                <a:solidFill>
                  <a:srgbClr val="7030A0"/>
                </a:solidFill>
                <a:effectLst/>
                <a:uLnTx/>
                <a:uFillTx/>
                <a:latin typeface="Garamond" panose="02020404030301010803"/>
                <a:ea typeface="+mn-ea"/>
                <a:cs typeface="+mn-cs"/>
              </a:rPr>
              <a:t>&amp;</a:t>
            </a:r>
            <a:r>
              <a:rPr kumimoji="0" lang="en-US" sz="2500" b="1" i="0" u="none" strike="noStrike" kern="1200" cap="all" spc="0" normalizeH="0" baseline="0" noProof="0">
                <a:ln>
                  <a:noFill/>
                </a:ln>
                <a:solidFill>
                  <a:srgbClr val="008000"/>
                </a:solidFill>
                <a:effectLst/>
                <a:uLnTx/>
                <a:uFillTx/>
                <a:latin typeface="Garamond" panose="02020404030301010803"/>
                <a:ea typeface="+mn-ea"/>
                <a:cs typeface="+mn-cs"/>
              </a:rPr>
              <a:t> Action </a:t>
            </a:r>
            <a:r>
              <a:rPr kumimoji="0" lang="en-US" sz="2500" b="0" i="0" u="none" strike="noStrike" kern="1200" cap="all" spc="0" normalizeH="0" baseline="0" noProof="0">
                <a:ln>
                  <a:noFill/>
                </a:ln>
                <a:solidFill>
                  <a:srgbClr val="000000"/>
                </a:solidFill>
                <a:effectLst/>
                <a:uLnTx/>
                <a:uFillTx/>
                <a:latin typeface="Garamond" panose="02020404030301010803"/>
                <a:ea typeface="+mn-ea"/>
                <a:cs typeface="+mn-cs"/>
              </a:rPr>
              <a:t>anticipate my needs</a:t>
            </a:r>
          </a:p>
        </p:txBody>
      </p:sp>
      <p:sp>
        <p:nvSpPr>
          <p:cNvPr id="24" name="TextBox 23">
            <a:extLst>
              <a:ext uri="{FF2B5EF4-FFF2-40B4-BE49-F238E27FC236}">
                <a16:creationId xmlns:a16="http://schemas.microsoft.com/office/drawing/2014/main" id="{37359198-78A8-6473-1994-10E0418B0A5F}"/>
              </a:ext>
            </a:extLst>
          </p:cNvPr>
          <p:cNvSpPr txBox="1"/>
          <p:nvPr/>
        </p:nvSpPr>
        <p:spPr>
          <a:xfrm>
            <a:off x="3047114" y="1238495"/>
            <a:ext cx="60977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rPr>
              <a:t>How do we capture preferences today?</a:t>
            </a:r>
          </a:p>
        </p:txBody>
      </p:sp>
      <p:pic>
        <p:nvPicPr>
          <p:cNvPr id="2" name="Picture 1">
            <a:extLst>
              <a:ext uri="{FF2B5EF4-FFF2-40B4-BE49-F238E27FC236}">
                <a16:creationId xmlns:a16="http://schemas.microsoft.com/office/drawing/2014/main" id="{0DD42E58-EE7F-9C75-76A2-7E3913F6E96B}"/>
              </a:ext>
            </a:extLst>
          </p:cNvPr>
          <p:cNvPicPr>
            <a:picLocks noChangeAspect="1"/>
          </p:cNvPicPr>
          <p:nvPr/>
        </p:nvPicPr>
        <p:blipFill>
          <a:blip r:embed="rId3"/>
          <a:stretch>
            <a:fillRect/>
          </a:stretch>
        </p:blipFill>
        <p:spPr>
          <a:xfrm>
            <a:off x="11389514" y="28369"/>
            <a:ext cx="731704" cy="411148"/>
          </a:xfrm>
          <a:prstGeom prst="rect">
            <a:avLst/>
          </a:prstGeom>
        </p:spPr>
      </p:pic>
      <p:sp>
        <p:nvSpPr>
          <p:cNvPr id="8" name="Rectangle 7">
            <a:extLst>
              <a:ext uri="{FF2B5EF4-FFF2-40B4-BE49-F238E27FC236}">
                <a16:creationId xmlns:a16="http://schemas.microsoft.com/office/drawing/2014/main" id="{A489BE6E-04EF-2F72-D3B9-2230FFF5EC4D}"/>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grpSp>
        <p:nvGrpSpPr>
          <p:cNvPr id="4" name="Group 3">
            <a:extLst>
              <a:ext uri="{FF2B5EF4-FFF2-40B4-BE49-F238E27FC236}">
                <a16:creationId xmlns:a16="http://schemas.microsoft.com/office/drawing/2014/main" id="{72A5EE3D-C8AA-65A2-1FF9-1E2EDB131324}"/>
              </a:ext>
            </a:extLst>
          </p:cNvPr>
          <p:cNvGrpSpPr/>
          <p:nvPr/>
        </p:nvGrpSpPr>
        <p:grpSpPr>
          <a:xfrm>
            <a:off x="70782" y="87077"/>
            <a:ext cx="1365885" cy="562831"/>
            <a:chOff x="70782" y="87077"/>
            <a:chExt cx="1365885" cy="562831"/>
          </a:xfrm>
        </p:grpSpPr>
        <p:grpSp>
          <p:nvGrpSpPr>
            <p:cNvPr id="5" name="Group 4">
              <a:extLst>
                <a:ext uri="{FF2B5EF4-FFF2-40B4-BE49-F238E27FC236}">
                  <a16:creationId xmlns:a16="http://schemas.microsoft.com/office/drawing/2014/main" id="{51D54FFA-A2C7-E0FB-7043-5820DEC74B79}"/>
                </a:ext>
              </a:extLst>
            </p:cNvPr>
            <p:cNvGrpSpPr/>
            <p:nvPr/>
          </p:nvGrpSpPr>
          <p:grpSpPr>
            <a:xfrm>
              <a:off x="139167" y="124387"/>
              <a:ext cx="1297500" cy="486747"/>
              <a:chOff x="10643159" y="239241"/>
              <a:chExt cx="1297500" cy="486747"/>
            </a:xfrm>
          </p:grpSpPr>
          <p:pic>
            <p:nvPicPr>
              <p:cNvPr id="7" name="Graphic 6" descr="Stopwatch with solid fill">
                <a:extLst>
                  <a:ext uri="{FF2B5EF4-FFF2-40B4-BE49-F238E27FC236}">
                    <a16:creationId xmlns:a16="http://schemas.microsoft.com/office/drawing/2014/main" id="{D2B8790F-6E3C-0248-F9FF-7451F8B13A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43159" y="239241"/>
                <a:ext cx="486747" cy="486747"/>
              </a:xfrm>
              <a:prstGeom prst="rect">
                <a:avLst/>
              </a:prstGeom>
            </p:spPr>
          </p:pic>
          <p:sp>
            <p:nvSpPr>
              <p:cNvPr id="9" name="TextBox 8">
                <a:extLst>
                  <a:ext uri="{FF2B5EF4-FFF2-40B4-BE49-F238E27FC236}">
                    <a16:creationId xmlns:a16="http://schemas.microsoft.com/office/drawing/2014/main" id="{0509F966-4E44-2B32-0943-21E033A26B5A}"/>
                  </a:ext>
                </a:extLst>
              </p:cNvPr>
              <p:cNvSpPr txBox="1"/>
              <p:nvPr/>
            </p:nvSpPr>
            <p:spPr>
              <a:xfrm>
                <a:off x="10965699" y="297948"/>
                <a:ext cx="9749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5 min</a:t>
                </a:r>
              </a:p>
            </p:txBody>
          </p:sp>
        </p:grpSp>
        <p:sp>
          <p:nvSpPr>
            <p:cNvPr id="6" name="Rectangle 5">
              <a:extLst>
                <a:ext uri="{FF2B5EF4-FFF2-40B4-BE49-F238E27FC236}">
                  <a16:creationId xmlns:a16="http://schemas.microsoft.com/office/drawing/2014/main" id="{63FC9AA4-7C3D-55A4-6AE9-132FF0D13088}"/>
                </a:ext>
              </a:extLst>
            </p:cNvPr>
            <p:cNvSpPr/>
            <p:nvPr/>
          </p:nvSpPr>
          <p:spPr>
            <a:xfrm>
              <a:off x="70782" y="87077"/>
              <a:ext cx="1365885" cy="562831"/>
            </a:xfrm>
            <a:prstGeom prst="rect">
              <a:avLst/>
            </a:prstGeom>
            <a:noFill/>
            <a:ln w="19050">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grpSp>
      <p:sp>
        <p:nvSpPr>
          <p:cNvPr id="10" name="TextBox 9">
            <a:extLst>
              <a:ext uri="{FF2B5EF4-FFF2-40B4-BE49-F238E27FC236}">
                <a16:creationId xmlns:a16="http://schemas.microsoft.com/office/drawing/2014/main" id="{60528447-C660-E23D-864A-6FB005FE9A36}"/>
              </a:ext>
            </a:extLst>
          </p:cNvPr>
          <p:cNvSpPr txBox="1"/>
          <p:nvPr/>
        </p:nvSpPr>
        <p:spPr>
          <a:xfrm>
            <a:off x="893508" y="2203185"/>
            <a:ext cx="9380046" cy="3416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8000"/>
                </a:solidFill>
                <a:effectLst/>
                <a:uLnTx/>
                <a:uFillTx/>
                <a:latin typeface="Aptos Narrow" panose="020B0004020202020204" pitchFamily="34" charset="0"/>
                <a:ea typeface="+mn-ea"/>
                <a:cs typeface="+mn-cs"/>
              </a:rPr>
              <a:t>Take 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08000"/>
              </a:solidFill>
              <a:effectLst/>
              <a:uLnTx/>
              <a:uFillTx/>
              <a:latin typeface="Aptos Narrow"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Step 1: Grab your group or partner and huddle 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Step 2: Discuss &amp; Answer the Big Questions!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4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Which guests will receive personal 1:1 outreach today?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4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Which guests get generic outreach?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4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How do we track and follow up to ensure top guests have been engaged pre-arrival?</a:t>
            </a:r>
          </a:p>
        </p:txBody>
      </p:sp>
      <p:sp>
        <p:nvSpPr>
          <p:cNvPr id="11" name="Rectangle 10">
            <a:extLst>
              <a:ext uri="{FF2B5EF4-FFF2-40B4-BE49-F238E27FC236}">
                <a16:creationId xmlns:a16="http://schemas.microsoft.com/office/drawing/2014/main" id="{7734F1B2-EBC7-622B-F440-CCC98A2F9A5B}"/>
              </a:ext>
            </a:extLst>
          </p:cNvPr>
          <p:cNvSpPr/>
          <p:nvPr/>
        </p:nvSpPr>
        <p:spPr>
          <a:xfrm>
            <a:off x="1588897" y="100820"/>
            <a:ext cx="2384612"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rPr>
              <a:t>Preferences Capture</a:t>
            </a:r>
          </a:p>
        </p:txBody>
      </p:sp>
    </p:spTree>
    <p:extLst>
      <p:ext uri="{BB962C8B-B14F-4D97-AF65-F5344CB8AC3E}">
        <p14:creationId xmlns:p14="http://schemas.microsoft.com/office/powerpoint/2010/main" val="3827499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E3B4F-9F7E-04D6-433A-78566479A15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162FDDB-56BB-53C9-1B78-C11EB92DD6BA}"/>
              </a:ext>
            </a:extLst>
          </p:cNvPr>
          <p:cNvPicPr>
            <a:picLocks noChangeAspect="1"/>
          </p:cNvPicPr>
          <p:nvPr/>
        </p:nvPicPr>
        <p:blipFill>
          <a:blip r:embed="rId2"/>
          <a:stretch>
            <a:fillRect/>
          </a:stretch>
        </p:blipFill>
        <p:spPr>
          <a:xfrm>
            <a:off x="7089127" y="1075454"/>
            <a:ext cx="4300387" cy="2601850"/>
          </a:xfrm>
          <a:prstGeom prst="rect">
            <a:avLst/>
          </a:prstGeom>
        </p:spPr>
      </p:pic>
      <p:sp>
        <p:nvSpPr>
          <p:cNvPr id="10" name="Footer Placeholder 4">
            <a:extLst>
              <a:ext uri="{FF2B5EF4-FFF2-40B4-BE49-F238E27FC236}">
                <a16:creationId xmlns:a16="http://schemas.microsoft.com/office/drawing/2014/main" id="{6493A9AC-8480-82C8-B029-776C52062859}"/>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11" name="TextBox 10">
            <a:extLst>
              <a:ext uri="{FF2B5EF4-FFF2-40B4-BE49-F238E27FC236}">
                <a16:creationId xmlns:a16="http://schemas.microsoft.com/office/drawing/2014/main" id="{634443C9-D64C-FC4C-B92B-CF7157F139FF}"/>
              </a:ext>
            </a:extLst>
          </p:cNvPr>
          <p:cNvSpPr txBox="1"/>
          <p:nvPr/>
        </p:nvSpPr>
        <p:spPr>
          <a:xfrm>
            <a:off x="590755" y="4174592"/>
            <a:ext cx="10328695"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What commonalities or differences </a:t>
            </a:r>
            <a:br>
              <a:rPr kumimoji="0" lang="en-US" sz="4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br>
            <a:r>
              <a:rPr kumimoji="0" lang="en-US" sz="4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do we have across pre-arrival engagement today? How do you reach out to guests at your hotel?</a:t>
            </a:r>
          </a:p>
        </p:txBody>
      </p:sp>
      <p:pic>
        <p:nvPicPr>
          <p:cNvPr id="12" name="Picture 11">
            <a:extLst>
              <a:ext uri="{FF2B5EF4-FFF2-40B4-BE49-F238E27FC236}">
                <a16:creationId xmlns:a16="http://schemas.microsoft.com/office/drawing/2014/main" id="{E3DAF69A-DB1A-D62B-7044-89F849D36041}"/>
              </a:ext>
            </a:extLst>
          </p:cNvPr>
          <p:cNvPicPr>
            <a:picLocks noChangeAspect="1"/>
          </p:cNvPicPr>
          <p:nvPr/>
        </p:nvPicPr>
        <p:blipFill>
          <a:blip r:embed="rId3"/>
          <a:stretch>
            <a:fillRect/>
          </a:stretch>
        </p:blipFill>
        <p:spPr>
          <a:xfrm>
            <a:off x="11389514" y="28369"/>
            <a:ext cx="731704" cy="411148"/>
          </a:xfrm>
          <a:prstGeom prst="rect">
            <a:avLst/>
          </a:prstGeom>
        </p:spPr>
      </p:pic>
      <p:sp>
        <p:nvSpPr>
          <p:cNvPr id="13" name="Date Placeholder 3">
            <a:extLst>
              <a:ext uri="{FF2B5EF4-FFF2-40B4-BE49-F238E27FC236}">
                <a16:creationId xmlns:a16="http://schemas.microsoft.com/office/drawing/2014/main" id="{37074396-CA74-2D64-1713-2A5D78980905}"/>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 name="Rectangle 1">
            <a:extLst>
              <a:ext uri="{FF2B5EF4-FFF2-40B4-BE49-F238E27FC236}">
                <a16:creationId xmlns:a16="http://schemas.microsoft.com/office/drawing/2014/main" id="{A675B9D5-D098-C00F-FDE9-9E4280AB20E3}"/>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grpSp>
        <p:nvGrpSpPr>
          <p:cNvPr id="3" name="Group 2">
            <a:extLst>
              <a:ext uri="{FF2B5EF4-FFF2-40B4-BE49-F238E27FC236}">
                <a16:creationId xmlns:a16="http://schemas.microsoft.com/office/drawing/2014/main" id="{537388CD-2DA0-3288-EE2E-AD32FCA8A6B8}"/>
              </a:ext>
            </a:extLst>
          </p:cNvPr>
          <p:cNvGrpSpPr/>
          <p:nvPr/>
        </p:nvGrpSpPr>
        <p:grpSpPr>
          <a:xfrm>
            <a:off x="70782" y="87077"/>
            <a:ext cx="1365885" cy="562831"/>
            <a:chOff x="70782" y="87077"/>
            <a:chExt cx="1365885" cy="562831"/>
          </a:xfrm>
        </p:grpSpPr>
        <p:grpSp>
          <p:nvGrpSpPr>
            <p:cNvPr id="4" name="Group 3">
              <a:extLst>
                <a:ext uri="{FF2B5EF4-FFF2-40B4-BE49-F238E27FC236}">
                  <a16:creationId xmlns:a16="http://schemas.microsoft.com/office/drawing/2014/main" id="{04E3D856-9953-421D-6C53-B21AB9D137F9}"/>
                </a:ext>
              </a:extLst>
            </p:cNvPr>
            <p:cNvGrpSpPr/>
            <p:nvPr/>
          </p:nvGrpSpPr>
          <p:grpSpPr>
            <a:xfrm>
              <a:off x="139167" y="124387"/>
              <a:ext cx="1297500" cy="486747"/>
              <a:chOff x="10643159" y="239241"/>
              <a:chExt cx="1297500" cy="486747"/>
            </a:xfrm>
          </p:grpSpPr>
          <p:pic>
            <p:nvPicPr>
              <p:cNvPr id="6" name="Graphic 5" descr="Stopwatch with solid fill">
                <a:extLst>
                  <a:ext uri="{FF2B5EF4-FFF2-40B4-BE49-F238E27FC236}">
                    <a16:creationId xmlns:a16="http://schemas.microsoft.com/office/drawing/2014/main" id="{48EA3D73-501B-661B-86B3-1475ABFE60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43159" y="239241"/>
                <a:ext cx="486747" cy="486747"/>
              </a:xfrm>
              <a:prstGeom prst="rect">
                <a:avLst/>
              </a:prstGeom>
            </p:spPr>
          </p:pic>
          <p:sp>
            <p:nvSpPr>
              <p:cNvPr id="7" name="TextBox 6">
                <a:extLst>
                  <a:ext uri="{FF2B5EF4-FFF2-40B4-BE49-F238E27FC236}">
                    <a16:creationId xmlns:a16="http://schemas.microsoft.com/office/drawing/2014/main" id="{D950B881-FBD5-2BFB-91C4-569AC69FABFF}"/>
                  </a:ext>
                </a:extLst>
              </p:cNvPr>
              <p:cNvSpPr txBox="1"/>
              <p:nvPr/>
            </p:nvSpPr>
            <p:spPr>
              <a:xfrm>
                <a:off x="10965699" y="297948"/>
                <a:ext cx="9749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10 min</a:t>
                </a:r>
              </a:p>
            </p:txBody>
          </p:sp>
        </p:grpSp>
        <p:sp>
          <p:nvSpPr>
            <p:cNvPr id="5" name="Rectangle 4">
              <a:extLst>
                <a:ext uri="{FF2B5EF4-FFF2-40B4-BE49-F238E27FC236}">
                  <a16:creationId xmlns:a16="http://schemas.microsoft.com/office/drawing/2014/main" id="{A5018860-3907-B011-4D8C-193E0F3D4D9E}"/>
                </a:ext>
              </a:extLst>
            </p:cNvPr>
            <p:cNvSpPr/>
            <p:nvPr/>
          </p:nvSpPr>
          <p:spPr>
            <a:xfrm>
              <a:off x="70782" y="87077"/>
              <a:ext cx="1365885" cy="562831"/>
            </a:xfrm>
            <a:prstGeom prst="rect">
              <a:avLst/>
            </a:prstGeom>
            <a:noFill/>
            <a:ln w="19050">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grpSp>
    </p:spTree>
    <p:extLst>
      <p:ext uri="{BB962C8B-B14F-4D97-AF65-F5344CB8AC3E}">
        <p14:creationId xmlns:p14="http://schemas.microsoft.com/office/powerpoint/2010/main" val="493248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69AC0-F236-CC6F-4C6C-03CF7328E371}"/>
            </a:ext>
          </a:extLst>
        </p:cNvPr>
        <p:cNvGrpSpPr/>
        <p:nvPr/>
      </p:nvGrpSpPr>
      <p:grpSpPr>
        <a:xfrm>
          <a:off x="0" y="0"/>
          <a:ext cx="0" cy="0"/>
          <a:chOff x="0" y="0"/>
          <a:chExt cx="0" cy="0"/>
        </a:xfrm>
      </p:grpSpPr>
      <p:sp>
        <p:nvSpPr>
          <p:cNvPr id="8" name="Chevron 65">
            <a:extLst>
              <a:ext uri="{FF2B5EF4-FFF2-40B4-BE49-F238E27FC236}">
                <a16:creationId xmlns:a16="http://schemas.microsoft.com/office/drawing/2014/main" id="{D8004B83-4959-8CDF-DCA8-A59C2B514C89}"/>
              </a:ext>
            </a:extLst>
          </p:cNvPr>
          <p:cNvSpPr/>
          <p:nvPr/>
        </p:nvSpPr>
        <p:spPr>
          <a:xfrm>
            <a:off x="1665000" y="1456648"/>
            <a:ext cx="2269864" cy="395068"/>
          </a:xfrm>
          <a:prstGeom prst="chevron">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9" name="TextBox 8">
            <a:extLst>
              <a:ext uri="{FF2B5EF4-FFF2-40B4-BE49-F238E27FC236}">
                <a16:creationId xmlns:a16="http://schemas.microsoft.com/office/drawing/2014/main" id="{5598E6D1-EAE3-3875-3D09-9B7422D5CEE7}"/>
              </a:ext>
            </a:extLst>
          </p:cNvPr>
          <p:cNvSpPr txBox="1"/>
          <p:nvPr/>
        </p:nvSpPr>
        <p:spPr>
          <a:xfrm>
            <a:off x="2187179" y="1476370"/>
            <a:ext cx="11914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PRE-ARRIVAL PLANNING</a:t>
            </a:r>
          </a:p>
        </p:txBody>
      </p:sp>
      <p:sp>
        <p:nvSpPr>
          <p:cNvPr id="10" name="Chevron 67">
            <a:extLst>
              <a:ext uri="{FF2B5EF4-FFF2-40B4-BE49-F238E27FC236}">
                <a16:creationId xmlns:a16="http://schemas.microsoft.com/office/drawing/2014/main" id="{15E3EC5B-0646-5D80-99F3-1B190A41E55C}"/>
              </a:ext>
            </a:extLst>
          </p:cNvPr>
          <p:cNvSpPr/>
          <p:nvPr/>
        </p:nvSpPr>
        <p:spPr>
          <a:xfrm>
            <a:off x="3720058" y="1452502"/>
            <a:ext cx="1913283" cy="395068"/>
          </a:xfrm>
          <a:prstGeom prst="chevron">
            <a:avLst/>
          </a:prstGeom>
          <a:solidFill>
            <a:srgbClr val="C4B7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1" name="TextBox 10">
            <a:extLst>
              <a:ext uri="{FF2B5EF4-FFF2-40B4-BE49-F238E27FC236}">
                <a16:creationId xmlns:a16="http://schemas.microsoft.com/office/drawing/2014/main" id="{83536174-EB61-43F4-E577-AC3885B7FFDA}"/>
              </a:ext>
            </a:extLst>
          </p:cNvPr>
          <p:cNvSpPr txBox="1"/>
          <p:nvPr/>
        </p:nvSpPr>
        <p:spPr>
          <a:xfrm>
            <a:off x="3826475" y="1508451"/>
            <a:ext cx="1617452"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WELCOME</a:t>
            </a:r>
          </a:p>
        </p:txBody>
      </p:sp>
      <p:sp>
        <p:nvSpPr>
          <p:cNvPr id="12" name="Chevron 69">
            <a:extLst>
              <a:ext uri="{FF2B5EF4-FFF2-40B4-BE49-F238E27FC236}">
                <a16:creationId xmlns:a16="http://schemas.microsoft.com/office/drawing/2014/main" id="{C975A2B3-B66B-5DBC-5552-0B825DB55CE1}"/>
              </a:ext>
            </a:extLst>
          </p:cNvPr>
          <p:cNvSpPr/>
          <p:nvPr/>
        </p:nvSpPr>
        <p:spPr>
          <a:xfrm>
            <a:off x="5411260" y="1452502"/>
            <a:ext cx="4099694" cy="395068"/>
          </a:xfrm>
          <a:prstGeom prst="chevron">
            <a:avLst/>
          </a:prstGeom>
          <a:solidFill>
            <a:srgbClr val="949A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3" name="TextBox 12">
            <a:extLst>
              <a:ext uri="{FF2B5EF4-FFF2-40B4-BE49-F238E27FC236}">
                <a16:creationId xmlns:a16="http://schemas.microsoft.com/office/drawing/2014/main" id="{B76A3523-79E5-7322-27B9-70513C6CFD12}"/>
              </a:ext>
            </a:extLst>
          </p:cNvPr>
          <p:cNvSpPr txBox="1"/>
          <p:nvPr/>
        </p:nvSpPr>
        <p:spPr>
          <a:xfrm>
            <a:off x="6602960" y="1508451"/>
            <a:ext cx="1617452"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IN-STAY / VISIT</a:t>
            </a:r>
          </a:p>
        </p:txBody>
      </p:sp>
      <p:sp>
        <p:nvSpPr>
          <p:cNvPr id="14" name="TextBox 13">
            <a:extLst>
              <a:ext uri="{FF2B5EF4-FFF2-40B4-BE49-F238E27FC236}">
                <a16:creationId xmlns:a16="http://schemas.microsoft.com/office/drawing/2014/main" id="{38C0F095-4B1B-41FC-D68C-E54973EBD5CC}"/>
              </a:ext>
            </a:extLst>
          </p:cNvPr>
          <p:cNvSpPr txBox="1"/>
          <p:nvPr/>
        </p:nvSpPr>
        <p:spPr>
          <a:xfrm>
            <a:off x="5487916" y="1667292"/>
            <a:ext cx="1199920"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In-room experience</a:t>
            </a:r>
          </a:p>
        </p:txBody>
      </p:sp>
      <p:sp>
        <p:nvSpPr>
          <p:cNvPr id="15" name="TextBox 14">
            <a:extLst>
              <a:ext uri="{FF2B5EF4-FFF2-40B4-BE49-F238E27FC236}">
                <a16:creationId xmlns:a16="http://schemas.microsoft.com/office/drawing/2014/main" id="{819BB9C8-FF73-7BB4-A6B4-49CD211F08C2}"/>
              </a:ext>
            </a:extLst>
          </p:cNvPr>
          <p:cNvSpPr txBox="1"/>
          <p:nvPr/>
        </p:nvSpPr>
        <p:spPr>
          <a:xfrm>
            <a:off x="6311261" y="1667292"/>
            <a:ext cx="1371265"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Dining / Bar </a:t>
            </a:r>
          </a:p>
        </p:txBody>
      </p:sp>
      <p:sp>
        <p:nvSpPr>
          <p:cNvPr id="16" name="TextBox 15">
            <a:extLst>
              <a:ext uri="{FF2B5EF4-FFF2-40B4-BE49-F238E27FC236}">
                <a16:creationId xmlns:a16="http://schemas.microsoft.com/office/drawing/2014/main" id="{D3C0E159-3788-95FC-7623-8DB326545E37}"/>
              </a:ext>
            </a:extLst>
          </p:cNvPr>
          <p:cNvSpPr txBox="1"/>
          <p:nvPr/>
        </p:nvSpPr>
        <p:spPr>
          <a:xfrm>
            <a:off x="7343960" y="1667292"/>
            <a:ext cx="1300814"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Spa / Gym Visit</a:t>
            </a:r>
          </a:p>
        </p:txBody>
      </p:sp>
      <p:sp>
        <p:nvSpPr>
          <p:cNvPr id="17" name="TextBox 16">
            <a:extLst>
              <a:ext uri="{FF2B5EF4-FFF2-40B4-BE49-F238E27FC236}">
                <a16:creationId xmlns:a16="http://schemas.microsoft.com/office/drawing/2014/main" id="{55470616-A4FC-D9FD-5990-611F5E48AFC6}"/>
              </a:ext>
            </a:extLst>
          </p:cNvPr>
          <p:cNvSpPr txBox="1"/>
          <p:nvPr/>
        </p:nvSpPr>
        <p:spPr>
          <a:xfrm>
            <a:off x="8427733" y="1667292"/>
            <a:ext cx="940855"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Leisure and Lifestyle</a:t>
            </a:r>
          </a:p>
        </p:txBody>
      </p:sp>
      <p:sp>
        <p:nvSpPr>
          <p:cNvPr id="18" name="Chevron 75">
            <a:extLst>
              <a:ext uri="{FF2B5EF4-FFF2-40B4-BE49-F238E27FC236}">
                <a16:creationId xmlns:a16="http://schemas.microsoft.com/office/drawing/2014/main" id="{E1F2D0EF-D4C4-5CFD-042C-0E20DCAE38AB}"/>
              </a:ext>
            </a:extLst>
          </p:cNvPr>
          <p:cNvSpPr/>
          <p:nvPr/>
        </p:nvSpPr>
        <p:spPr>
          <a:xfrm>
            <a:off x="9295067" y="1452197"/>
            <a:ext cx="1231934" cy="395068"/>
          </a:xfrm>
          <a:prstGeom prst="chevron">
            <a:avLst/>
          </a:prstGeom>
          <a:solidFill>
            <a:srgbClr val="886F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9" name="TextBox 18">
            <a:extLst>
              <a:ext uri="{FF2B5EF4-FFF2-40B4-BE49-F238E27FC236}">
                <a16:creationId xmlns:a16="http://schemas.microsoft.com/office/drawing/2014/main" id="{5E4F186F-4676-C421-A5E6-7EBF389B13A4}"/>
              </a:ext>
            </a:extLst>
          </p:cNvPr>
          <p:cNvSpPr txBox="1"/>
          <p:nvPr/>
        </p:nvSpPr>
        <p:spPr>
          <a:xfrm>
            <a:off x="9400755" y="1508451"/>
            <a:ext cx="1191468"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FAREWELL</a:t>
            </a:r>
          </a:p>
        </p:txBody>
      </p:sp>
      <p:sp>
        <p:nvSpPr>
          <p:cNvPr id="20" name="Chevron 77">
            <a:extLst>
              <a:ext uri="{FF2B5EF4-FFF2-40B4-BE49-F238E27FC236}">
                <a16:creationId xmlns:a16="http://schemas.microsoft.com/office/drawing/2014/main" id="{A880287C-81EA-93A3-9822-2A56A7CD67DA}"/>
              </a:ext>
            </a:extLst>
          </p:cNvPr>
          <p:cNvSpPr/>
          <p:nvPr/>
        </p:nvSpPr>
        <p:spPr>
          <a:xfrm>
            <a:off x="10309127" y="1454043"/>
            <a:ext cx="1376738" cy="395068"/>
          </a:xfrm>
          <a:prstGeom prst="chevron">
            <a:avLst/>
          </a:prstGeom>
          <a:solidFill>
            <a:srgbClr val="8E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21" name="TextBox 20">
            <a:extLst>
              <a:ext uri="{FF2B5EF4-FFF2-40B4-BE49-F238E27FC236}">
                <a16:creationId xmlns:a16="http://schemas.microsoft.com/office/drawing/2014/main" id="{A70D70A8-5467-50A3-5E33-473EFCCBE323}"/>
              </a:ext>
            </a:extLst>
          </p:cNvPr>
          <p:cNvSpPr txBox="1"/>
          <p:nvPr/>
        </p:nvSpPr>
        <p:spPr>
          <a:xfrm>
            <a:off x="10447098" y="1508451"/>
            <a:ext cx="11914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POST-STAY </a:t>
            </a:r>
            <a:b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b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&amp; AT HOME</a:t>
            </a:r>
          </a:p>
        </p:txBody>
      </p:sp>
      <p:sp>
        <p:nvSpPr>
          <p:cNvPr id="103" name="TextBox 102">
            <a:extLst>
              <a:ext uri="{FF2B5EF4-FFF2-40B4-BE49-F238E27FC236}">
                <a16:creationId xmlns:a16="http://schemas.microsoft.com/office/drawing/2014/main" id="{607049EE-AD39-6C3B-B0B7-39C8651240AA}"/>
              </a:ext>
            </a:extLst>
          </p:cNvPr>
          <p:cNvSpPr txBox="1"/>
          <p:nvPr/>
        </p:nvSpPr>
        <p:spPr>
          <a:xfrm>
            <a:off x="652310" y="1116919"/>
            <a:ext cx="60998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Guest Experience </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10" name="Text Placeholder 1">
            <a:extLst>
              <a:ext uri="{FF2B5EF4-FFF2-40B4-BE49-F238E27FC236}">
                <a16:creationId xmlns:a16="http://schemas.microsoft.com/office/drawing/2014/main" id="{B7609686-26DA-1A2C-8E5D-8E7010903BFD}"/>
              </a:ext>
            </a:extLst>
          </p:cNvPr>
          <p:cNvSpPr txBox="1">
            <a:spLocks/>
          </p:cNvSpPr>
          <p:nvPr/>
        </p:nvSpPr>
        <p:spPr>
          <a:xfrm>
            <a:off x="1104528" y="665109"/>
            <a:ext cx="9978849" cy="186845"/>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endParaRPr kumimoji="0" lang="en-US" sz="1200" b="0" i="0" u="none" strike="noStrike" kern="1200" cap="all" spc="300" normalizeH="0" baseline="0" noProof="0">
              <a:ln>
                <a:noFill/>
              </a:ln>
              <a:solidFill>
                <a:srgbClr val="000000"/>
              </a:solidFill>
              <a:effectLst/>
              <a:uLnTx/>
              <a:uFillTx/>
              <a:latin typeface="Garamond"/>
              <a:ea typeface="+mn-ea"/>
              <a:cs typeface="+mn-cs"/>
            </a:endParaRPr>
          </a:p>
        </p:txBody>
      </p:sp>
      <p:sp>
        <p:nvSpPr>
          <p:cNvPr id="24" name="Diamond 23">
            <a:extLst>
              <a:ext uri="{FF2B5EF4-FFF2-40B4-BE49-F238E27FC236}">
                <a16:creationId xmlns:a16="http://schemas.microsoft.com/office/drawing/2014/main" id="{4B92B3D3-4518-A048-B963-9238D021A825}"/>
              </a:ext>
            </a:extLst>
          </p:cNvPr>
          <p:cNvSpPr/>
          <p:nvPr/>
        </p:nvSpPr>
        <p:spPr>
          <a:xfrm>
            <a:off x="3478107" y="2460582"/>
            <a:ext cx="348368" cy="331305"/>
          </a:xfrm>
          <a:prstGeom prst="diamond">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aramond" panose="02020404030301010803"/>
                <a:ea typeface="+mn-ea"/>
                <a:cs typeface="+mn-cs"/>
              </a:rPr>
              <a:t>2</a:t>
            </a:r>
          </a:p>
        </p:txBody>
      </p:sp>
      <p:cxnSp>
        <p:nvCxnSpPr>
          <p:cNvPr id="34" name="Straight Connector 33">
            <a:extLst>
              <a:ext uri="{FF2B5EF4-FFF2-40B4-BE49-F238E27FC236}">
                <a16:creationId xmlns:a16="http://schemas.microsoft.com/office/drawing/2014/main" id="{8990B5B9-CE24-62A6-94CF-9425EDD986E5}"/>
              </a:ext>
            </a:extLst>
          </p:cNvPr>
          <p:cNvCxnSpPr>
            <a:cxnSpLocks/>
          </p:cNvCxnSpPr>
          <p:nvPr/>
        </p:nvCxnSpPr>
        <p:spPr>
          <a:xfrm>
            <a:off x="1695468" y="-175852"/>
            <a:ext cx="9595839" cy="6757"/>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A4B9B93-C912-EFEB-3DA8-69187883EB3D}"/>
              </a:ext>
            </a:extLst>
          </p:cNvPr>
          <p:cNvSpPr txBox="1"/>
          <p:nvPr/>
        </p:nvSpPr>
        <p:spPr>
          <a:xfrm>
            <a:off x="3823383" y="2492254"/>
            <a:ext cx="5483526" cy="239168"/>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Garamond" panose="02020404030301010803"/>
                <a:ea typeface="+mn-ea"/>
                <a:cs typeface="+mn-cs"/>
              </a:rPr>
              <a:t>DELEGATE PRE-ARRIVAL JOURNEY </a:t>
            </a:r>
          </a:p>
        </p:txBody>
      </p:sp>
      <p:sp>
        <p:nvSpPr>
          <p:cNvPr id="157" name="TextBox 156">
            <a:extLst>
              <a:ext uri="{FF2B5EF4-FFF2-40B4-BE49-F238E27FC236}">
                <a16:creationId xmlns:a16="http://schemas.microsoft.com/office/drawing/2014/main" id="{1A86B5CB-AD1B-B2FA-43DE-15B731F06026}"/>
              </a:ext>
            </a:extLst>
          </p:cNvPr>
          <p:cNvSpPr txBox="1"/>
          <p:nvPr/>
        </p:nvSpPr>
        <p:spPr>
          <a:xfrm>
            <a:off x="376451" y="-314351"/>
            <a:ext cx="60998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Colleague Actions  </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cxnSp>
        <p:nvCxnSpPr>
          <p:cNvPr id="71" name="Elbow Connector 70">
            <a:extLst>
              <a:ext uri="{FF2B5EF4-FFF2-40B4-BE49-F238E27FC236}">
                <a16:creationId xmlns:a16="http://schemas.microsoft.com/office/drawing/2014/main" id="{CD8BF724-D90C-2866-36E5-FB71947F2B60}"/>
              </a:ext>
            </a:extLst>
          </p:cNvPr>
          <p:cNvCxnSpPr>
            <a:cxnSpLocks/>
            <a:endCxn id="24" idx="2"/>
          </p:cNvCxnSpPr>
          <p:nvPr/>
        </p:nvCxnSpPr>
        <p:spPr>
          <a:xfrm rot="16200000" flipV="1">
            <a:off x="3866631" y="2577548"/>
            <a:ext cx="202051" cy="630729"/>
          </a:xfrm>
          <a:prstGeom prst="bentConnector3">
            <a:avLst>
              <a:gd name="adj1" fmla="val 50000"/>
            </a:avLst>
          </a:prstGeom>
          <a:ln w="12700">
            <a:solidFill>
              <a:srgbClr val="61837F"/>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96915A8A-2BB7-C0F6-1F46-CCA796B05FB2}"/>
              </a:ext>
            </a:extLst>
          </p:cNvPr>
          <p:cNvCxnSpPr>
            <a:cxnSpLocks/>
          </p:cNvCxnSpPr>
          <p:nvPr/>
        </p:nvCxnSpPr>
        <p:spPr>
          <a:xfrm>
            <a:off x="1903344" y="1276409"/>
            <a:ext cx="9595839" cy="6757"/>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05416774-4198-E164-AAEC-2C7D193271FB}"/>
              </a:ext>
            </a:extLst>
          </p:cNvPr>
          <p:cNvPicPr>
            <a:picLocks noChangeAspect="1"/>
          </p:cNvPicPr>
          <p:nvPr/>
        </p:nvPicPr>
        <p:blipFill>
          <a:blip r:embed="rId3"/>
          <a:stretch>
            <a:fillRect/>
          </a:stretch>
        </p:blipFill>
        <p:spPr>
          <a:xfrm>
            <a:off x="11389514" y="28369"/>
            <a:ext cx="731704" cy="411148"/>
          </a:xfrm>
          <a:prstGeom prst="rect">
            <a:avLst/>
          </a:prstGeom>
        </p:spPr>
      </p:pic>
      <p:sp>
        <p:nvSpPr>
          <p:cNvPr id="5" name="Date Placeholder 3">
            <a:extLst>
              <a:ext uri="{FF2B5EF4-FFF2-40B4-BE49-F238E27FC236}">
                <a16:creationId xmlns:a16="http://schemas.microsoft.com/office/drawing/2014/main" id="{7FA64297-9547-667D-6510-A79A41ADE7FB}"/>
              </a:ext>
            </a:extLst>
          </p:cNvPr>
          <p:cNvSpPr>
            <a:spLocks noGrp="1"/>
          </p:cNvSpPr>
          <p:nvPr>
            <p:ph type="dt" sz="half" idx="15"/>
          </p:nvPr>
        </p:nvSpPr>
        <p:spPr>
          <a:xfrm>
            <a:off x="10913805" y="6511935"/>
            <a:ext cx="1090589" cy="127577"/>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D9D8DA"/>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D9D8DA"/>
              </a:solidFill>
              <a:effectLst/>
              <a:uLnTx/>
              <a:uFillTx/>
              <a:latin typeface="Arial" panose="020B0604020202020204" pitchFamily="34" charset="0"/>
              <a:ea typeface="+mn-ea"/>
              <a:cs typeface="Arial" panose="020B0604020202020204" pitchFamily="34" charset="0"/>
            </a:endParaRPr>
          </a:p>
        </p:txBody>
      </p:sp>
      <p:sp>
        <p:nvSpPr>
          <p:cNvPr id="22" name="Footer Placeholder 4">
            <a:extLst>
              <a:ext uri="{FF2B5EF4-FFF2-40B4-BE49-F238E27FC236}">
                <a16:creationId xmlns:a16="http://schemas.microsoft.com/office/drawing/2014/main" id="{67D39522-1719-2DDE-E913-BC6A0111D1C0}"/>
              </a:ext>
            </a:extLst>
          </p:cNvPr>
          <p:cNvSpPr>
            <a:spLocks noGrp="1"/>
          </p:cNvSpPr>
          <p:nvPr>
            <p:ph type="ftr" sz="quarter" idx="16"/>
          </p:nvPr>
        </p:nvSpPr>
        <p:spPr>
          <a:xfrm>
            <a:off x="187606" y="6487216"/>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D9D8DA"/>
                </a:solidFill>
                <a:effectLst/>
                <a:uLnTx/>
                <a:uFillTx/>
                <a:latin typeface="Helvetica" pitchFamily="2" charset="0"/>
                <a:ea typeface="+mn-ea"/>
                <a:cs typeface="+mn-cs"/>
              </a:rPr>
              <a:t>Guest Experience Programme Launch 2025</a:t>
            </a:r>
          </a:p>
        </p:txBody>
      </p:sp>
      <p:sp>
        <p:nvSpPr>
          <p:cNvPr id="23" name="Text Placeholder 1">
            <a:extLst>
              <a:ext uri="{FF2B5EF4-FFF2-40B4-BE49-F238E27FC236}">
                <a16:creationId xmlns:a16="http://schemas.microsoft.com/office/drawing/2014/main" id="{464333C6-99DE-3F6B-5119-99CADC5784C9}"/>
              </a:ext>
            </a:extLst>
          </p:cNvPr>
          <p:cNvSpPr txBox="1">
            <a:spLocks/>
          </p:cNvSpPr>
          <p:nvPr/>
        </p:nvSpPr>
        <p:spPr>
          <a:xfrm>
            <a:off x="695570" y="678337"/>
            <a:ext cx="10814539"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TODAY, MOST OF US SHARE THE FOLLOWING WORKLOW</a:t>
            </a:r>
          </a:p>
        </p:txBody>
      </p:sp>
      <p:sp>
        <p:nvSpPr>
          <p:cNvPr id="6" name="Chevron 7">
            <a:extLst>
              <a:ext uri="{FF2B5EF4-FFF2-40B4-BE49-F238E27FC236}">
                <a16:creationId xmlns:a16="http://schemas.microsoft.com/office/drawing/2014/main" id="{68F55CB1-66F9-60F8-231B-B5CCDB2B7723}"/>
              </a:ext>
            </a:extLst>
          </p:cNvPr>
          <p:cNvSpPr/>
          <p:nvPr/>
        </p:nvSpPr>
        <p:spPr>
          <a:xfrm>
            <a:off x="719451" y="1452502"/>
            <a:ext cx="1280502" cy="395068"/>
          </a:xfrm>
          <a:prstGeom prst="chevron">
            <a:avLst/>
          </a:prstGeom>
          <a:solidFill>
            <a:srgbClr val="E971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7" name="TextBox 6">
            <a:extLst>
              <a:ext uri="{FF2B5EF4-FFF2-40B4-BE49-F238E27FC236}">
                <a16:creationId xmlns:a16="http://schemas.microsoft.com/office/drawing/2014/main" id="{E3F3B25E-251F-D2EB-3ECB-464AEEEE04F4}"/>
              </a:ext>
            </a:extLst>
          </p:cNvPr>
          <p:cNvSpPr txBox="1"/>
          <p:nvPr/>
        </p:nvSpPr>
        <p:spPr>
          <a:xfrm>
            <a:off x="776383" y="1470050"/>
            <a:ext cx="117730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AWARENESS </a:t>
            </a:r>
            <a:b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b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&amp; CONVERSION</a:t>
            </a:r>
          </a:p>
        </p:txBody>
      </p:sp>
      <p:sp>
        <p:nvSpPr>
          <p:cNvPr id="26" name="Oval 25">
            <a:extLst>
              <a:ext uri="{FF2B5EF4-FFF2-40B4-BE49-F238E27FC236}">
                <a16:creationId xmlns:a16="http://schemas.microsoft.com/office/drawing/2014/main" id="{1F810B46-5FCC-DB86-D983-BB582CD95409}"/>
              </a:ext>
            </a:extLst>
          </p:cNvPr>
          <p:cNvSpPr/>
          <p:nvPr/>
        </p:nvSpPr>
        <p:spPr>
          <a:xfrm>
            <a:off x="998134" y="2466413"/>
            <a:ext cx="348368" cy="331305"/>
          </a:xfrm>
          <a:prstGeom prst="ellipse">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aramond" panose="02020404030301010803"/>
                <a:ea typeface="+mn-ea"/>
                <a:cs typeface="+mn-cs"/>
              </a:rPr>
              <a:t>1</a:t>
            </a:r>
          </a:p>
        </p:txBody>
      </p:sp>
      <p:sp>
        <p:nvSpPr>
          <p:cNvPr id="27" name="TextBox 26">
            <a:extLst>
              <a:ext uri="{FF2B5EF4-FFF2-40B4-BE49-F238E27FC236}">
                <a16:creationId xmlns:a16="http://schemas.microsoft.com/office/drawing/2014/main" id="{F1CDCF56-2C47-63A3-2E64-B5C16B4FD3B6}"/>
              </a:ext>
            </a:extLst>
          </p:cNvPr>
          <p:cNvSpPr txBox="1"/>
          <p:nvPr/>
        </p:nvSpPr>
        <p:spPr>
          <a:xfrm>
            <a:off x="1320260" y="2453254"/>
            <a:ext cx="1812565" cy="11362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GB" sz="1000" b="1" i="0" u="none" strike="noStrike" kern="1200" cap="none" spc="0" normalizeH="0" baseline="0" noProof="0">
                <a:ln>
                  <a:noFill/>
                </a:ln>
                <a:solidFill>
                  <a:srgbClr val="000000"/>
                </a:solidFill>
                <a:effectLst/>
                <a:uLnTx/>
                <a:uFillTx/>
                <a:latin typeface="Garamond" panose="02020404030301010803"/>
                <a:ea typeface="+mn-ea"/>
                <a:cs typeface="+mn-cs"/>
              </a:rPr>
              <a:t>UPCOMMING BOOKINGS REVIEW</a:t>
            </a:r>
          </a:p>
          <a:p>
            <a:pPr marL="0" marR="0" lvl="0" indent="0" algn="l" defTabSz="914400" rtl="0" eaLnBrk="1" fontAlgn="auto" latinLnBrk="0" hangingPunct="1">
              <a:lnSpc>
                <a:spcPct val="90000"/>
              </a:lnSpc>
              <a:spcBef>
                <a:spcPts val="0"/>
              </a:spcBef>
              <a:spcAft>
                <a:spcPts val="800"/>
              </a:spcAft>
              <a:buClrTx/>
              <a:buSzTx/>
              <a:buFontTx/>
              <a:buNone/>
              <a:tabLst/>
              <a:defRPr/>
            </a:pPr>
            <a:r>
              <a:rPr kumimoji="0" lang="en-GB" sz="1000" b="0" i="0" u="none" strike="noStrike" kern="1200" cap="none" spc="0" normalizeH="0" baseline="0" noProof="0">
                <a:ln>
                  <a:noFill/>
                </a:ln>
                <a:solidFill>
                  <a:srgbClr val="000000"/>
                </a:solidFill>
                <a:effectLst/>
                <a:uLnTx/>
                <a:uFillTx/>
                <a:latin typeface="Garamond" panose="02020404030301010803"/>
                <a:ea typeface="+mn-ea"/>
                <a:cs typeface="+mn-cs"/>
              </a:rPr>
              <a:t>Merge and match profiles, define member tier, assign VIP code, delegate preferences for traces. </a:t>
            </a:r>
          </a:p>
          <a:p>
            <a:pPr marL="0" marR="0" lvl="0" indent="0" algn="l" defTabSz="914400" rtl="0" eaLnBrk="1" fontAlgn="auto" latinLnBrk="0" hangingPunct="1">
              <a:lnSpc>
                <a:spcPct val="100000"/>
              </a:lnSpc>
              <a:spcBef>
                <a:spcPts val="0"/>
              </a:spcBef>
              <a:spcAft>
                <a:spcPts val="5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pic>
        <p:nvPicPr>
          <p:cNvPr id="107" name="Graphic 106" descr="Monthly calendar outline">
            <a:extLst>
              <a:ext uri="{FF2B5EF4-FFF2-40B4-BE49-F238E27FC236}">
                <a16:creationId xmlns:a16="http://schemas.microsoft.com/office/drawing/2014/main" id="{D902B89F-20B8-4408-1183-0A6519F799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3331" y="3347020"/>
            <a:ext cx="198177" cy="198177"/>
          </a:xfrm>
          <a:prstGeom prst="rect">
            <a:avLst/>
          </a:prstGeom>
        </p:spPr>
      </p:pic>
      <p:sp>
        <p:nvSpPr>
          <p:cNvPr id="109" name="TextBox 108">
            <a:extLst>
              <a:ext uri="{FF2B5EF4-FFF2-40B4-BE49-F238E27FC236}">
                <a16:creationId xmlns:a16="http://schemas.microsoft.com/office/drawing/2014/main" id="{1EAB76EF-EC0A-AC06-DD17-786A05D6CC65}"/>
              </a:ext>
            </a:extLst>
          </p:cNvPr>
          <p:cNvSpPr txBox="1"/>
          <p:nvPr/>
        </p:nvSpPr>
        <p:spPr>
          <a:xfrm>
            <a:off x="1521522" y="3317169"/>
            <a:ext cx="149529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GB" sz="800" b="0"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t>Review of arrivals </a:t>
            </a:r>
            <a:br>
              <a:rPr kumimoji="0" lang="en-GB" sz="800" b="0"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br>
            <a:r>
              <a:rPr kumimoji="0" lang="en-GB" sz="800" b="0"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t>14, 7 &amp; 3 days in advance. </a:t>
            </a:r>
          </a:p>
        </p:txBody>
      </p:sp>
      <p:sp>
        <p:nvSpPr>
          <p:cNvPr id="62" name="Pentagon 61">
            <a:extLst>
              <a:ext uri="{FF2B5EF4-FFF2-40B4-BE49-F238E27FC236}">
                <a16:creationId xmlns:a16="http://schemas.microsoft.com/office/drawing/2014/main" id="{43DD6BB2-8C61-C527-4C10-348CAE13C608}"/>
              </a:ext>
            </a:extLst>
          </p:cNvPr>
          <p:cNvSpPr/>
          <p:nvPr/>
        </p:nvSpPr>
        <p:spPr>
          <a:xfrm rot="5400000">
            <a:off x="5486089" y="3259184"/>
            <a:ext cx="1814801" cy="1903504"/>
          </a:xfrm>
          <a:prstGeom prst="homePlate">
            <a:avLst>
              <a:gd name="adj" fmla="val 20309"/>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87" name="Pentagon 86">
            <a:extLst>
              <a:ext uri="{FF2B5EF4-FFF2-40B4-BE49-F238E27FC236}">
                <a16:creationId xmlns:a16="http://schemas.microsoft.com/office/drawing/2014/main" id="{35CF400C-1FD7-3D40-7BAB-E841015865DF}"/>
              </a:ext>
            </a:extLst>
          </p:cNvPr>
          <p:cNvSpPr/>
          <p:nvPr/>
        </p:nvSpPr>
        <p:spPr>
          <a:xfrm rot="5400000">
            <a:off x="3524424" y="3266326"/>
            <a:ext cx="1814798" cy="1903504"/>
          </a:xfrm>
          <a:prstGeom prst="homePlate">
            <a:avLst>
              <a:gd name="adj" fmla="val 20309"/>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29" name="Rectangle 28">
            <a:extLst>
              <a:ext uri="{FF2B5EF4-FFF2-40B4-BE49-F238E27FC236}">
                <a16:creationId xmlns:a16="http://schemas.microsoft.com/office/drawing/2014/main" id="{2BC33B4D-150F-7C53-FCBD-7AE69B94D48E}"/>
              </a:ext>
            </a:extLst>
          </p:cNvPr>
          <p:cNvSpPr/>
          <p:nvPr/>
        </p:nvSpPr>
        <p:spPr>
          <a:xfrm>
            <a:off x="3501454" y="3199135"/>
            <a:ext cx="1879471" cy="53528"/>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47" name="TextBox 46">
            <a:extLst>
              <a:ext uri="{FF2B5EF4-FFF2-40B4-BE49-F238E27FC236}">
                <a16:creationId xmlns:a16="http://schemas.microsoft.com/office/drawing/2014/main" id="{CEB2F860-EB05-DCD7-1EE9-EAF6CF6B7317}"/>
              </a:ext>
            </a:extLst>
          </p:cNvPr>
          <p:cNvSpPr txBox="1"/>
          <p:nvPr/>
        </p:nvSpPr>
        <p:spPr>
          <a:xfrm>
            <a:off x="5475464" y="3376879"/>
            <a:ext cx="1836052" cy="884986"/>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Garamond" panose="02020404030301010803"/>
                <a:ea typeface="+mn-ea"/>
                <a:cs typeface="+mn-cs"/>
              </a:rPr>
              <a:t>EMAIL OUTEREACH</a:t>
            </a:r>
          </a:p>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0" i="0" u="none" strike="noStrike" kern="1200" cap="none" spc="0" normalizeH="0" baseline="0" noProof="0">
                <a:ln>
                  <a:noFill/>
                </a:ln>
                <a:solidFill>
                  <a:srgbClr val="000000"/>
                </a:solidFill>
                <a:effectLst/>
                <a:uLnTx/>
                <a:uFillTx/>
                <a:latin typeface="Garamond" panose="02020404030301010803"/>
                <a:ea typeface="+mn-ea"/>
                <a:cs typeface="+mn-cs"/>
              </a:rPr>
              <a:t>Property by property pre-arrival engagement sequence with different audiences and degree of automation. </a:t>
            </a:r>
          </a:p>
        </p:txBody>
      </p:sp>
      <p:sp>
        <p:nvSpPr>
          <p:cNvPr id="48" name="TextBox 47">
            <a:extLst>
              <a:ext uri="{FF2B5EF4-FFF2-40B4-BE49-F238E27FC236}">
                <a16:creationId xmlns:a16="http://schemas.microsoft.com/office/drawing/2014/main" id="{79026DA0-29A0-F6D7-9805-66E4A0672153}"/>
              </a:ext>
            </a:extLst>
          </p:cNvPr>
          <p:cNvSpPr txBox="1"/>
          <p:nvPr/>
        </p:nvSpPr>
        <p:spPr>
          <a:xfrm>
            <a:off x="3562781" y="3377587"/>
            <a:ext cx="1836052" cy="739561"/>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Garamond" panose="02020404030301010803"/>
                <a:ea typeface="+mn-ea"/>
                <a:cs typeface="+mn-cs"/>
              </a:rPr>
              <a:t>PERSONAL OUTREACH  </a:t>
            </a:r>
          </a:p>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0" i="0" u="none" strike="noStrike" kern="1200" cap="none" spc="0" normalizeH="0" baseline="0" noProof="0">
                <a:ln>
                  <a:noFill/>
                </a:ln>
                <a:solidFill>
                  <a:srgbClr val="000000"/>
                </a:solidFill>
                <a:effectLst/>
                <a:uLnTx/>
                <a:uFillTx/>
                <a:latin typeface="Garamond" panose="02020404030301010803"/>
                <a:ea typeface="+mn-ea"/>
                <a:cs typeface="+mn-cs"/>
              </a:rPr>
              <a:t>Personal outreach typically </a:t>
            </a:r>
            <a:br>
              <a:rPr kumimoji="0" lang="en-US" sz="1050" b="0" i="0" u="none" strike="noStrike" kern="1200" cap="none" spc="0" normalizeH="0" baseline="0" noProof="0">
                <a:ln>
                  <a:noFill/>
                </a:ln>
                <a:solidFill>
                  <a:srgbClr val="000000"/>
                </a:solidFill>
                <a:effectLst/>
                <a:uLnTx/>
                <a:uFillTx/>
                <a:latin typeface="Garamond" panose="02020404030301010803"/>
                <a:ea typeface="+mn-ea"/>
                <a:cs typeface="+mn-cs"/>
              </a:rPr>
            </a:br>
            <a:r>
              <a:rPr kumimoji="0" lang="en-US" sz="1050" b="0" i="0" u="none" strike="noStrike" kern="1200" cap="none" spc="0" normalizeH="0" baseline="0" noProof="0">
                <a:ln>
                  <a:noFill/>
                </a:ln>
                <a:solidFill>
                  <a:srgbClr val="000000"/>
                </a:solidFill>
                <a:effectLst/>
                <a:uLnTx/>
                <a:uFillTx/>
                <a:latin typeface="Garamond" panose="02020404030301010803"/>
                <a:ea typeface="+mn-ea"/>
                <a:cs typeface="+mn-cs"/>
              </a:rPr>
              <a:t>by Guest Relations or Front Office Team.</a:t>
            </a:r>
          </a:p>
        </p:txBody>
      </p:sp>
      <p:sp>
        <p:nvSpPr>
          <p:cNvPr id="60" name="Rectangle 59">
            <a:extLst>
              <a:ext uri="{FF2B5EF4-FFF2-40B4-BE49-F238E27FC236}">
                <a16:creationId xmlns:a16="http://schemas.microsoft.com/office/drawing/2014/main" id="{F768C4F1-0F4A-C382-3813-A69E81FFF02D}"/>
              </a:ext>
            </a:extLst>
          </p:cNvPr>
          <p:cNvSpPr/>
          <p:nvPr/>
        </p:nvSpPr>
        <p:spPr>
          <a:xfrm>
            <a:off x="5441737" y="3199135"/>
            <a:ext cx="1879471" cy="53528"/>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46" name="TextBox 145">
            <a:extLst>
              <a:ext uri="{FF2B5EF4-FFF2-40B4-BE49-F238E27FC236}">
                <a16:creationId xmlns:a16="http://schemas.microsoft.com/office/drawing/2014/main" id="{BD85374E-52DC-3930-1FBC-EEEEF7872F23}"/>
              </a:ext>
            </a:extLst>
          </p:cNvPr>
          <p:cNvSpPr txBox="1"/>
          <p:nvPr/>
        </p:nvSpPr>
        <p:spPr>
          <a:xfrm>
            <a:off x="737794" y="1971391"/>
            <a:ext cx="223523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New Booking Handling </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47" name="Rectangle 146">
            <a:extLst>
              <a:ext uri="{FF2B5EF4-FFF2-40B4-BE49-F238E27FC236}">
                <a16:creationId xmlns:a16="http://schemas.microsoft.com/office/drawing/2014/main" id="{8C4ADB7E-98D2-5259-42C2-B9581F562D1B}"/>
              </a:ext>
            </a:extLst>
          </p:cNvPr>
          <p:cNvSpPr/>
          <p:nvPr/>
        </p:nvSpPr>
        <p:spPr>
          <a:xfrm>
            <a:off x="793498" y="2237012"/>
            <a:ext cx="8513410" cy="45719"/>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cxnSp>
        <p:nvCxnSpPr>
          <p:cNvPr id="153" name="Straight Arrow Connector 152">
            <a:extLst>
              <a:ext uri="{FF2B5EF4-FFF2-40B4-BE49-F238E27FC236}">
                <a16:creationId xmlns:a16="http://schemas.microsoft.com/office/drawing/2014/main" id="{054208C2-6480-D420-78D3-A07C212EAEFA}"/>
              </a:ext>
            </a:extLst>
          </p:cNvPr>
          <p:cNvCxnSpPr/>
          <p:nvPr/>
        </p:nvCxnSpPr>
        <p:spPr>
          <a:xfrm>
            <a:off x="491613" y="2605548"/>
            <a:ext cx="420972" cy="0"/>
          </a:xfrm>
          <a:prstGeom prst="straightConnector1">
            <a:avLst/>
          </a:prstGeom>
          <a:ln>
            <a:solidFill>
              <a:srgbClr val="E97132"/>
            </a:solidFill>
            <a:tailEnd type="triangle"/>
          </a:ln>
        </p:spPr>
        <p:style>
          <a:lnRef idx="1">
            <a:schemeClr val="accent1"/>
          </a:lnRef>
          <a:fillRef idx="0">
            <a:schemeClr val="accent1"/>
          </a:fillRef>
          <a:effectRef idx="0">
            <a:schemeClr val="accent1"/>
          </a:effectRef>
          <a:fontRef idx="minor">
            <a:schemeClr val="tx1"/>
          </a:fontRef>
        </p:style>
      </p:cxnSp>
      <p:sp>
        <p:nvSpPr>
          <p:cNvPr id="155" name="TextBox 154">
            <a:extLst>
              <a:ext uri="{FF2B5EF4-FFF2-40B4-BE49-F238E27FC236}">
                <a16:creationId xmlns:a16="http://schemas.microsoft.com/office/drawing/2014/main" id="{9D4F8276-030A-F005-6B23-225056201039}"/>
              </a:ext>
            </a:extLst>
          </p:cNvPr>
          <p:cNvSpPr txBox="1"/>
          <p:nvPr/>
        </p:nvSpPr>
        <p:spPr>
          <a:xfrm>
            <a:off x="220306" y="2403548"/>
            <a:ext cx="67196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E97132"/>
                </a:solidFill>
                <a:effectLst/>
                <a:uLnTx/>
                <a:uFillTx/>
                <a:latin typeface="Garamond" panose="02020404030301010803" pitchFamily="18" charset="0"/>
                <a:ea typeface="+mn-ea"/>
                <a:cs typeface="+mn-cs"/>
              </a:rPr>
              <a:t>Booking</a:t>
            </a:r>
            <a:endParaRPr kumimoji="0" lang="en-US" sz="1000" b="0" i="0" u="none" strike="noStrike" kern="1200" cap="none" spc="0" normalizeH="0" baseline="0" noProof="0">
              <a:ln>
                <a:noFill/>
              </a:ln>
              <a:solidFill>
                <a:srgbClr val="E97132"/>
              </a:solidFill>
              <a:effectLst/>
              <a:uLnTx/>
              <a:uFillTx/>
              <a:latin typeface="Garamond" panose="02020404030301010803"/>
              <a:ea typeface="+mn-ea"/>
              <a:cs typeface="+mn-cs"/>
            </a:endParaRPr>
          </a:p>
        </p:txBody>
      </p:sp>
      <p:cxnSp>
        <p:nvCxnSpPr>
          <p:cNvPr id="25" name="Elbow Connector 24">
            <a:extLst>
              <a:ext uri="{FF2B5EF4-FFF2-40B4-BE49-F238E27FC236}">
                <a16:creationId xmlns:a16="http://schemas.microsoft.com/office/drawing/2014/main" id="{E4CCBBE3-21EC-5D3F-6AD4-4F25EBBA7893}"/>
              </a:ext>
            </a:extLst>
          </p:cNvPr>
          <p:cNvCxnSpPr>
            <a:cxnSpLocks/>
            <a:endCxn id="24" idx="2"/>
          </p:cNvCxnSpPr>
          <p:nvPr/>
        </p:nvCxnSpPr>
        <p:spPr>
          <a:xfrm rot="16200000" flipV="1">
            <a:off x="4858840" y="1585339"/>
            <a:ext cx="202051" cy="2615148"/>
          </a:xfrm>
          <a:prstGeom prst="bentConnector3">
            <a:avLst>
              <a:gd name="adj1" fmla="val 50000"/>
            </a:avLst>
          </a:prstGeom>
          <a:ln w="12700">
            <a:solidFill>
              <a:srgbClr val="61837F"/>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DB91EB7-948D-EB9C-3DDE-8140FF6F52F5}"/>
              </a:ext>
            </a:extLst>
          </p:cNvPr>
          <p:cNvSpPr txBox="1"/>
          <p:nvPr/>
        </p:nvSpPr>
        <p:spPr>
          <a:xfrm>
            <a:off x="2667893" y="5037293"/>
            <a:ext cx="150483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Follow-up Actions </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32" name="Rectangle 31">
            <a:extLst>
              <a:ext uri="{FF2B5EF4-FFF2-40B4-BE49-F238E27FC236}">
                <a16:creationId xmlns:a16="http://schemas.microsoft.com/office/drawing/2014/main" id="{3D33411C-08A4-5C2E-A202-6A8748A2929F}"/>
              </a:ext>
            </a:extLst>
          </p:cNvPr>
          <p:cNvSpPr/>
          <p:nvPr/>
        </p:nvSpPr>
        <p:spPr>
          <a:xfrm>
            <a:off x="2710788" y="5320774"/>
            <a:ext cx="6487689" cy="56124"/>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pic>
        <p:nvPicPr>
          <p:cNvPr id="33" name="Graphic 32" descr="Document outline">
            <a:extLst>
              <a:ext uri="{FF2B5EF4-FFF2-40B4-BE49-F238E27FC236}">
                <a16:creationId xmlns:a16="http://schemas.microsoft.com/office/drawing/2014/main" id="{B727011C-E62E-177E-F83E-20A24144508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29978" y="5515051"/>
            <a:ext cx="274320" cy="277544"/>
          </a:xfrm>
          <a:prstGeom prst="rect">
            <a:avLst/>
          </a:prstGeom>
        </p:spPr>
      </p:pic>
      <p:sp>
        <p:nvSpPr>
          <p:cNvPr id="36" name="TextBox 35">
            <a:extLst>
              <a:ext uri="{FF2B5EF4-FFF2-40B4-BE49-F238E27FC236}">
                <a16:creationId xmlns:a16="http://schemas.microsoft.com/office/drawing/2014/main" id="{7448FBF5-C21C-F407-BEFD-CD72C4E15D12}"/>
              </a:ext>
            </a:extLst>
          </p:cNvPr>
          <p:cNvSpPr txBox="1"/>
          <p:nvPr/>
        </p:nvSpPr>
        <p:spPr>
          <a:xfrm>
            <a:off x="8183746" y="5515051"/>
            <a:ext cx="799527" cy="651781"/>
          </a:xfrm>
          <a:prstGeom prst="rect">
            <a:avLst/>
          </a:prstGeom>
          <a:noFill/>
        </p:spPr>
        <p:txBody>
          <a:bodyPr wrap="square" lIns="0" tIns="0" rIns="0" bIns="0">
            <a:spAutoFit/>
          </a:bodyPr>
          <a:lstStyle/>
          <a:p>
            <a:pPr marL="0" marR="0" lvl="0" indent="0" algn="l" defTabSz="914400" rtl="0" eaLnBrk="1" fontAlgn="auto" latinLnBrk="0" hangingPunct="1">
              <a:lnSpc>
                <a:spcPct val="80000"/>
              </a:lnSpc>
              <a:spcBef>
                <a:spcPts val="0"/>
              </a:spcBef>
              <a:spcAft>
                <a:spcPts val="500"/>
              </a:spcAft>
              <a:buClrTx/>
              <a:buSzTx/>
              <a:buFontTx/>
              <a:buNone/>
              <a:tabLst/>
              <a:defRPr/>
            </a:pP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Review &amp; assign traces for the relevant teams </a:t>
            </a:r>
            <a:b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b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to action. </a:t>
            </a:r>
            <a:endParaRPr kumimoji="0" lang="en-GB" sz="1050" b="0" i="1" u="none" strike="noStrike" kern="1200" cap="none" spc="0" normalizeH="0" baseline="0" noProof="0">
              <a:ln>
                <a:noFill/>
              </a:ln>
              <a:solidFill>
                <a:srgbClr val="000000"/>
              </a:solidFill>
              <a:effectLst/>
              <a:uLnTx/>
              <a:uFillTx/>
              <a:latin typeface="Garamond" panose="02020404030301010803" pitchFamily="18" charset="0"/>
              <a:ea typeface="+mn-ea"/>
              <a:cs typeface="+mn-cs"/>
            </a:endParaRPr>
          </a:p>
        </p:txBody>
      </p:sp>
      <p:sp>
        <p:nvSpPr>
          <p:cNvPr id="37" name="TextBox 36">
            <a:extLst>
              <a:ext uri="{FF2B5EF4-FFF2-40B4-BE49-F238E27FC236}">
                <a16:creationId xmlns:a16="http://schemas.microsoft.com/office/drawing/2014/main" id="{BA8A36E1-1E0C-2E4C-A220-3F16F65A5544}"/>
              </a:ext>
            </a:extLst>
          </p:cNvPr>
          <p:cNvSpPr txBox="1"/>
          <p:nvPr/>
        </p:nvSpPr>
        <p:spPr>
          <a:xfrm>
            <a:off x="4485013" y="5515051"/>
            <a:ext cx="799527" cy="522515"/>
          </a:xfrm>
          <a:prstGeom prst="rect">
            <a:avLst/>
          </a:prstGeom>
          <a:noFill/>
        </p:spPr>
        <p:txBody>
          <a:bodyPr wrap="square" lIns="0" tIns="0" rIns="0" bIns="0">
            <a:spAutoFit/>
          </a:bodyPr>
          <a:lstStyle/>
          <a:p>
            <a:pPr marL="0" marR="0" lvl="0" indent="0" algn="l" defTabSz="914400" rtl="0" eaLnBrk="1" fontAlgn="auto" latinLnBrk="0" hangingPunct="1">
              <a:lnSpc>
                <a:spcPct val="80000"/>
              </a:lnSpc>
              <a:spcBef>
                <a:spcPts val="0"/>
              </a:spcBef>
              <a:spcAft>
                <a:spcPts val="500"/>
              </a:spcAft>
              <a:buClrTx/>
              <a:buSzTx/>
              <a:buFontTx/>
              <a:buNone/>
              <a:tabLst/>
              <a:defRPr/>
            </a:pP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Receive notification  </a:t>
            </a:r>
            <a:b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b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of completion </a:t>
            </a:r>
            <a:b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b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or update </a:t>
            </a:r>
            <a:endParaRPr kumimoji="0" lang="en-GB" sz="1050" b="0" i="1" u="none" strike="noStrike" kern="1200" cap="none" spc="0" normalizeH="0" baseline="0" noProof="0">
              <a:ln>
                <a:noFill/>
              </a:ln>
              <a:solidFill>
                <a:srgbClr val="000000"/>
              </a:solidFill>
              <a:effectLst/>
              <a:uLnTx/>
              <a:uFillTx/>
              <a:latin typeface="Garamond" panose="02020404030301010803" pitchFamily="18" charset="0"/>
              <a:ea typeface="+mn-ea"/>
              <a:cs typeface="+mn-cs"/>
            </a:endParaRPr>
          </a:p>
        </p:txBody>
      </p:sp>
      <p:pic>
        <p:nvPicPr>
          <p:cNvPr id="38" name="Graphic 37" descr="Ringer outline">
            <a:extLst>
              <a:ext uri="{FF2B5EF4-FFF2-40B4-BE49-F238E27FC236}">
                <a16:creationId xmlns:a16="http://schemas.microsoft.com/office/drawing/2014/main" id="{61EBC36B-C6EE-4BA1-F6A7-2ECFD9470D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191076" y="5515051"/>
            <a:ext cx="274320" cy="236753"/>
          </a:xfrm>
          <a:prstGeom prst="rect">
            <a:avLst/>
          </a:prstGeom>
        </p:spPr>
      </p:pic>
      <p:sp>
        <p:nvSpPr>
          <p:cNvPr id="40" name="TextBox 39">
            <a:extLst>
              <a:ext uri="{FF2B5EF4-FFF2-40B4-BE49-F238E27FC236}">
                <a16:creationId xmlns:a16="http://schemas.microsoft.com/office/drawing/2014/main" id="{C73F649D-F519-FC2F-EEFD-71B20173E80E}"/>
              </a:ext>
            </a:extLst>
          </p:cNvPr>
          <p:cNvSpPr txBox="1"/>
          <p:nvPr/>
        </p:nvSpPr>
        <p:spPr>
          <a:xfrm>
            <a:off x="5735459" y="5515051"/>
            <a:ext cx="799527" cy="651781"/>
          </a:xfrm>
          <a:prstGeom prst="rect">
            <a:avLst/>
          </a:prstGeom>
          <a:noFill/>
        </p:spPr>
        <p:txBody>
          <a:bodyPr wrap="square" lIns="0" tIns="0" rIns="0" bIns="0">
            <a:spAutoFit/>
          </a:bodyPr>
          <a:lstStyle/>
          <a:p>
            <a:pPr marL="0" marR="0" lvl="0" indent="0" algn="l" defTabSz="914400" rtl="0" eaLnBrk="1" fontAlgn="auto" latinLnBrk="0" hangingPunct="1">
              <a:lnSpc>
                <a:spcPct val="80000"/>
              </a:lnSpc>
              <a:spcBef>
                <a:spcPts val="0"/>
              </a:spcBef>
              <a:spcAft>
                <a:spcPts val="500"/>
              </a:spcAft>
              <a:buClrTx/>
              <a:buSzTx/>
              <a:buFontTx/>
              <a:buNone/>
              <a:tabLst/>
              <a:defRPr/>
            </a:pP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Follow-up </a:t>
            </a:r>
            <a:b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b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with guests </a:t>
            </a:r>
            <a:b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b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on preferred method of contact. </a:t>
            </a:r>
            <a:endParaRPr kumimoji="0" lang="en-GB" sz="1050" b="0" i="1" u="none" strike="noStrike" kern="1200" cap="none" spc="0" normalizeH="0" baseline="0" noProof="0">
              <a:ln>
                <a:noFill/>
              </a:ln>
              <a:solidFill>
                <a:srgbClr val="000000"/>
              </a:solidFill>
              <a:effectLst/>
              <a:uLnTx/>
              <a:uFillTx/>
              <a:latin typeface="Garamond" panose="02020404030301010803" pitchFamily="18" charset="0"/>
              <a:ea typeface="+mn-ea"/>
              <a:cs typeface="+mn-cs"/>
            </a:endParaRPr>
          </a:p>
        </p:txBody>
      </p:sp>
      <p:pic>
        <p:nvPicPr>
          <p:cNvPr id="42" name="Graphic 41" descr="Follow outline">
            <a:extLst>
              <a:ext uri="{FF2B5EF4-FFF2-40B4-BE49-F238E27FC236}">
                <a16:creationId xmlns:a16="http://schemas.microsoft.com/office/drawing/2014/main" id="{722E0CA2-7630-C3E5-45E7-3444E1CAB47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65080" y="5515051"/>
            <a:ext cx="274320" cy="287337"/>
          </a:xfrm>
          <a:prstGeom prst="rect">
            <a:avLst/>
          </a:prstGeom>
        </p:spPr>
      </p:pic>
      <p:grpSp>
        <p:nvGrpSpPr>
          <p:cNvPr id="43" name="Group 42">
            <a:extLst>
              <a:ext uri="{FF2B5EF4-FFF2-40B4-BE49-F238E27FC236}">
                <a16:creationId xmlns:a16="http://schemas.microsoft.com/office/drawing/2014/main" id="{64594379-BBA9-C49D-AA34-31D0C36794E5}"/>
              </a:ext>
            </a:extLst>
          </p:cNvPr>
          <p:cNvGrpSpPr/>
          <p:nvPr/>
        </p:nvGrpSpPr>
        <p:grpSpPr>
          <a:xfrm>
            <a:off x="5397605" y="5515051"/>
            <a:ext cx="274320" cy="274320"/>
            <a:chOff x="2614640" y="5118823"/>
            <a:chExt cx="295448" cy="282529"/>
          </a:xfrm>
        </p:grpSpPr>
        <p:pic>
          <p:nvPicPr>
            <p:cNvPr id="45" name="Graphic 44" descr="Back with solid fill">
              <a:extLst>
                <a:ext uri="{FF2B5EF4-FFF2-40B4-BE49-F238E27FC236}">
                  <a16:creationId xmlns:a16="http://schemas.microsoft.com/office/drawing/2014/main" id="{0C74C14C-CE2F-C04B-C4B5-ACAD22BC5D4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97658" y="5188922"/>
              <a:ext cx="212430" cy="212430"/>
            </a:xfrm>
            <a:prstGeom prst="rect">
              <a:avLst/>
            </a:prstGeom>
          </p:spPr>
        </p:pic>
        <p:pic>
          <p:nvPicPr>
            <p:cNvPr id="46" name="Graphic 45" descr="Envelope outline">
              <a:extLst>
                <a:ext uri="{FF2B5EF4-FFF2-40B4-BE49-F238E27FC236}">
                  <a16:creationId xmlns:a16="http://schemas.microsoft.com/office/drawing/2014/main" id="{AE9B07FA-4FBC-2EAF-5309-EEBBD599FE1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614640" y="5118823"/>
              <a:ext cx="274320" cy="274320"/>
            </a:xfrm>
            <a:prstGeom prst="rect">
              <a:avLst/>
            </a:prstGeom>
          </p:spPr>
        </p:pic>
      </p:grpSp>
      <p:sp>
        <p:nvSpPr>
          <p:cNvPr id="49" name="TextBox 48">
            <a:extLst>
              <a:ext uri="{FF2B5EF4-FFF2-40B4-BE49-F238E27FC236}">
                <a16:creationId xmlns:a16="http://schemas.microsoft.com/office/drawing/2014/main" id="{07AED65F-DCD7-2CBC-6EB3-31BD3609303A}"/>
              </a:ext>
            </a:extLst>
          </p:cNvPr>
          <p:cNvSpPr txBox="1"/>
          <p:nvPr/>
        </p:nvSpPr>
        <p:spPr>
          <a:xfrm>
            <a:off x="6871066" y="5515051"/>
            <a:ext cx="911291" cy="522515"/>
          </a:xfrm>
          <a:prstGeom prst="rect">
            <a:avLst/>
          </a:prstGeom>
          <a:noFill/>
        </p:spPr>
        <p:txBody>
          <a:bodyPr wrap="square" lIns="0" tIns="0" rIns="0" bIns="0">
            <a:spAutoFit/>
          </a:bodyPr>
          <a:lstStyle/>
          <a:p>
            <a:pPr marL="0" marR="0" lvl="0" indent="0" algn="l" defTabSz="914400" rtl="0" eaLnBrk="1" fontAlgn="auto" latinLnBrk="0" hangingPunct="1">
              <a:lnSpc>
                <a:spcPct val="80000"/>
              </a:lnSpc>
              <a:spcBef>
                <a:spcPts val="0"/>
              </a:spcBef>
              <a:spcAft>
                <a:spcPts val="500"/>
              </a:spcAft>
              <a:buClrTx/>
              <a:buSzTx/>
              <a:buFontTx/>
              <a:buNone/>
              <a:tabLst/>
              <a:defRPr/>
            </a:pP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Bring colleagues into the conversation </a:t>
            </a:r>
            <a:b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b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to support  </a:t>
            </a:r>
            <a:endParaRPr kumimoji="0" lang="en-GB" sz="1050" b="0" i="1" u="none" strike="noStrike" kern="1200" cap="none" spc="0" normalizeH="0" baseline="0" noProof="0">
              <a:ln>
                <a:noFill/>
              </a:ln>
              <a:solidFill>
                <a:srgbClr val="000000"/>
              </a:solidFill>
              <a:effectLst/>
              <a:uLnTx/>
              <a:uFillTx/>
              <a:latin typeface="Garamond" panose="02020404030301010803" pitchFamily="18" charset="0"/>
              <a:ea typeface="+mn-ea"/>
              <a:cs typeface="+mn-cs"/>
            </a:endParaRPr>
          </a:p>
        </p:txBody>
      </p:sp>
      <p:sp>
        <p:nvSpPr>
          <p:cNvPr id="50" name="Rectangle 49">
            <a:extLst>
              <a:ext uri="{FF2B5EF4-FFF2-40B4-BE49-F238E27FC236}">
                <a16:creationId xmlns:a16="http://schemas.microsoft.com/office/drawing/2014/main" id="{57519615-CFE6-B1E4-9944-2FD3C330A2AB}"/>
              </a:ext>
            </a:extLst>
          </p:cNvPr>
          <p:cNvSpPr/>
          <p:nvPr/>
        </p:nvSpPr>
        <p:spPr>
          <a:xfrm>
            <a:off x="9672960" y="5321327"/>
            <a:ext cx="1694184" cy="45720"/>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51" name="TextBox 50">
            <a:extLst>
              <a:ext uri="{FF2B5EF4-FFF2-40B4-BE49-F238E27FC236}">
                <a16:creationId xmlns:a16="http://schemas.microsoft.com/office/drawing/2014/main" id="{9E555051-9325-F01B-4327-A4660044E56E}"/>
              </a:ext>
            </a:extLst>
          </p:cNvPr>
          <p:cNvSpPr txBox="1"/>
          <p:nvPr/>
        </p:nvSpPr>
        <p:spPr>
          <a:xfrm>
            <a:off x="9600282" y="5066362"/>
            <a:ext cx="2085583"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Pre-Arrival Preparation </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52" name="TextBox 51">
            <a:extLst>
              <a:ext uri="{FF2B5EF4-FFF2-40B4-BE49-F238E27FC236}">
                <a16:creationId xmlns:a16="http://schemas.microsoft.com/office/drawing/2014/main" id="{2964F03D-8FBF-2F1B-8D11-0F580FE7CB98}"/>
              </a:ext>
            </a:extLst>
          </p:cNvPr>
          <p:cNvSpPr txBox="1"/>
          <p:nvPr/>
        </p:nvSpPr>
        <p:spPr>
          <a:xfrm>
            <a:off x="9671112" y="5465856"/>
            <a:ext cx="1897820" cy="9258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GB" sz="1000" b="1" i="0" u="none" strike="noStrike" kern="1200" cap="none" spc="0" normalizeH="0" baseline="0" noProof="0" dirty="0">
                <a:ln>
                  <a:noFill/>
                </a:ln>
                <a:solidFill>
                  <a:srgbClr val="000000"/>
                </a:solidFill>
                <a:effectLst/>
                <a:uLnTx/>
                <a:uFillTx/>
                <a:latin typeface="Garamond" panose="02020404030301010803"/>
                <a:ea typeface="+mn-ea"/>
                <a:cs typeface="+mn-cs"/>
              </a:rPr>
              <a:t>COMMUNICATE &amp; DELIVER PREFERENCES </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Garamond" panose="02020404030301010803"/>
                <a:ea typeface="+mn-ea"/>
                <a:cs typeface="+mn-cs"/>
              </a:rPr>
              <a:t>Review preferences, confirm traces and prepare arrival report and VIP ‘Fan Mail’ </a:t>
            </a:r>
          </a:p>
        </p:txBody>
      </p:sp>
      <p:sp>
        <p:nvSpPr>
          <p:cNvPr id="53" name="Oval 52">
            <a:extLst>
              <a:ext uri="{FF2B5EF4-FFF2-40B4-BE49-F238E27FC236}">
                <a16:creationId xmlns:a16="http://schemas.microsoft.com/office/drawing/2014/main" id="{E303AD9E-E060-DF8A-8A1C-3B1A89AABE30}"/>
              </a:ext>
            </a:extLst>
          </p:cNvPr>
          <p:cNvSpPr/>
          <p:nvPr/>
        </p:nvSpPr>
        <p:spPr>
          <a:xfrm>
            <a:off x="3595692" y="5473044"/>
            <a:ext cx="348368" cy="331305"/>
          </a:xfrm>
          <a:prstGeom prst="ellipse">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aramond" panose="02020404030301010803"/>
                <a:ea typeface="+mn-ea"/>
                <a:cs typeface="+mn-cs"/>
              </a:rPr>
              <a:t>3</a:t>
            </a:r>
          </a:p>
        </p:txBody>
      </p:sp>
      <p:sp>
        <p:nvSpPr>
          <p:cNvPr id="54" name="Oval 53">
            <a:extLst>
              <a:ext uri="{FF2B5EF4-FFF2-40B4-BE49-F238E27FC236}">
                <a16:creationId xmlns:a16="http://schemas.microsoft.com/office/drawing/2014/main" id="{EF7E4702-AA1B-D932-13F5-D3EEFAC154AC}"/>
              </a:ext>
            </a:extLst>
          </p:cNvPr>
          <p:cNvSpPr/>
          <p:nvPr/>
        </p:nvSpPr>
        <p:spPr>
          <a:xfrm>
            <a:off x="9342361" y="5458066"/>
            <a:ext cx="348368" cy="331305"/>
          </a:xfrm>
          <a:prstGeom prst="ellipse">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aramond" panose="02020404030301010803"/>
                <a:ea typeface="+mn-ea"/>
                <a:cs typeface="+mn-cs"/>
              </a:rPr>
              <a:t>4</a:t>
            </a:r>
          </a:p>
        </p:txBody>
      </p:sp>
    </p:spTree>
    <p:extLst>
      <p:ext uri="{BB962C8B-B14F-4D97-AF65-F5344CB8AC3E}">
        <p14:creationId xmlns:p14="http://schemas.microsoft.com/office/powerpoint/2010/main" val="2320149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4585CC-346C-EE2B-8CD2-EFA267EFE894}"/>
              </a:ext>
            </a:extLst>
          </p:cNvPr>
          <p:cNvSpPr>
            <a:spLocks noGrp="1"/>
          </p:cNvSpPr>
          <p:nvPr>
            <p:ph type="body" sz="quarter" idx="12"/>
          </p:nvPr>
        </p:nvSpPr>
        <p:spPr>
          <a:xfrm>
            <a:off x="1753988" y="826882"/>
            <a:ext cx="8729346" cy="300324"/>
          </a:xfrm>
        </p:spPr>
        <p:txBody>
          <a:bodyPr/>
          <a:lstStyle/>
          <a:p>
            <a:r>
              <a:rPr lang="en-US"/>
              <a:t>THROUGH GXP, WE ARE AUTOMATING PRE-ARRIVAL ENGAGMENT TO ENHANCE PRE-STAY PREFERENCE CAPTURE  </a:t>
            </a:r>
          </a:p>
        </p:txBody>
      </p:sp>
      <p:grpSp>
        <p:nvGrpSpPr>
          <p:cNvPr id="49" name="Group 48">
            <a:extLst>
              <a:ext uri="{FF2B5EF4-FFF2-40B4-BE49-F238E27FC236}">
                <a16:creationId xmlns:a16="http://schemas.microsoft.com/office/drawing/2014/main" id="{57E83C5D-DFDA-F76D-5AF1-BF2BC6FA9223}"/>
              </a:ext>
            </a:extLst>
          </p:cNvPr>
          <p:cNvGrpSpPr/>
          <p:nvPr/>
        </p:nvGrpSpPr>
        <p:grpSpPr>
          <a:xfrm>
            <a:off x="1045413" y="3630957"/>
            <a:ext cx="10101175" cy="1857368"/>
            <a:chOff x="1104006" y="3275354"/>
            <a:chExt cx="10101175" cy="1857368"/>
          </a:xfrm>
        </p:grpSpPr>
        <p:sp>
          <p:nvSpPr>
            <p:cNvPr id="20" name="TextBox 19">
              <a:extLst>
                <a:ext uri="{FF2B5EF4-FFF2-40B4-BE49-F238E27FC236}">
                  <a16:creationId xmlns:a16="http://schemas.microsoft.com/office/drawing/2014/main" id="{A3DB6D9C-DD2B-0909-0BF9-CC0B6D3CB302}"/>
                </a:ext>
              </a:extLst>
            </p:cNvPr>
            <p:cNvSpPr txBox="1"/>
            <p:nvPr/>
          </p:nvSpPr>
          <p:spPr>
            <a:xfrm>
              <a:off x="1104006" y="3275354"/>
              <a:ext cx="2914650" cy="160813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US" sz="1600" b="1"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CONSISTENCY </a:t>
              </a:r>
              <a:endParaRPr kumimoji="0" lang="en-US" sz="1600" b="0"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endParaRPr>
            </a:p>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US" sz="1600" b="0"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Embrace a brand-led approach across the group that sets an elevated base standard for how and what types of preferences we capture and act on. </a:t>
              </a:r>
            </a:p>
          </p:txBody>
        </p:sp>
        <p:sp>
          <p:nvSpPr>
            <p:cNvPr id="23" name="TextBox 22">
              <a:extLst>
                <a:ext uri="{FF2B5EF4-FFF2-40B4-BE49-F238E27FC236}">
                  <a16:creationId xmlns:a16="http://schemas.microsoft.com/office/drawing/2014/main" id="{299CDE6B-7308-626A-7448-1A587C210F9A}"/>
                </a:ext>
              </a:extLst>
            </p:cNvPr>
            <p:cNvSpPr txBox="1"/>
            <p:nvPr/>
          </p:nvSpPr>
          <p:spPr>
            <a:xfrm>
              <a:off x="4697268" y="3275354"/>
              <a:ext cx="2914650" cy="160813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US" sz="1600" b="1"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EFFICIENCY </a:t>
              </a:r>
              <a:endParaRPr kumimoji="0" lang="en-US" sz="1600" b="0"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endParaRPr>
            </a:p>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US" sz="1600" b="0"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Automate the highly manual process and reduce colleague time and effort invested in preferences collection and redirect that capacity towards service delivery. </a:t>
              </a:r>
            </a:p>
          </p:txBody>
        </p:sp>
        <p:sp>
          <p:nvSpPr>
            <p:cNvPr id="26" name="TextBox 25">
              <a:extLst>
                <a:ext uri="{FF2B5EF4-FFF2-40B4-BE49-F238E27FC236}">
                  <a16:creationId xmlns:a16="http://schemas.microsoft.com/office/drawing/2014/main" id="{E4DD24F0-44C4-6564-B14A-3A381D180617}"/>
                </a:ext>
              </a:extLst>
            </p:cNvPr>
            <p:cNvSpPr txBox="1"/>
            <p:nvPr/>
          </p:nvSpPr>
          <p:spPr>
            <a:xfrm>
              <a:off x="8290531" y="3278368"/>
              <a:ext cx="2914650" cy="18543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US" sz="1600" b="1"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EXPERIENCE</a:t>
              </a:r>
              <a:endParaRPr kumimoji="0" lang="en-US" sz="1600" b="0"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endParaRPr>
            </a:p>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US" sz="1600" b="0"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Understand guest needs on a more individual level by asking questions that matter to them and turn that information into impactful and memorable experiences on property. </a:t>
              </a:r>
            </a:p>
          </p:txBody>
        </p:sp>
      </p:grpSp>
      <p:pic>
        <p:nvPicPr>
          <p:cNvPr id="42" name="Graphic 41" descr="Drawing compass outline">
            <a:extLst>
              <a:ext uri="{FF2B5EF4-FFF2-40B4-BE49-F238E27FC236}">
                <a16:creationId xmlns:a16="http://schemas.microsoft.com/office/drawing/2014/main" id="{B1EAFD64-BC07-EBE1-3068-F77D1DB24FC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45538" y="2354897"/>
            <a:ext cx="914400" cy="914400"/>
          </a:xfrm>
          <a:prstGeom prst="rect">
            <a:avLst/>
          </a:prstGeom>
        </p:spPr>
      </p:pic>
      <p:pic>
        <p:nvPicPr>
          <p:cNvPr id="48" name="Graphic 47" descr="Golden Ratio with solid fill">
            <a:extLst>
              <a:ext uri="{FF2B5EF4-FFF2-40B4-BE49-F238E27FC236}">
                <a16:creationId xmlns:a16="http://schemas.microsoft.com/office/drawing/2014/main" id="{EAF370C6-B3CE-33B3-FA64-DA5F61DA7E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97393" y="2354897"/>
            <a:ext cx="914400" cy="914400"/>
          </a:xfrm>
          <a:prstGeom prst="rect">
            <a:avLst/>
          </a:prstGeom>
        </p:spPr>
      </p:pic>
      <p:pic>
        <p:nvPicPr>
          <p:cNvPr id="50" name="Graphic 49" descr="Crystals outline">
            <a:extLst>
              <a:ext uri="{FF2B5EF4-FFF2-40B4-BE49-F238E27FC236}">
                <a16:creationId xmlns:a16="http://schemas.microsoft.com/office/drawing/2014/main" id="{69442D59-D0B9-6B09-75CE-13C28CBB42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32063" y="2354897"/>
            <a:ext cx="914400" cy="914400"/>
          </a:xfrm>
          <a:prstGeom prst="rect">
            <a:avLst/>
          </a:prstGeom>
        </p:spPr>
      </p:pic>
      <p:sp>
        <p:nvSpPr>
          <p:cNvPr id="6" name="Footer Placeholder 4">
            <a:extLst>
              <a:ext uri="{FF2B5EF4-FFF2-40B4-BE49-F238E27FC236}">
                <a16:creationId xmlns:a16="http://schemas.microsoft.com/office/drawing/2014/main" id="{3B087D18-581B-1011-0C1E-3DCC89BE8848}"/>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pic>
        <p:nvPicPr>
          <p:cNvPr id="7" name="Picture 6">
            <a:extLst>
              <a:ext uri="{FF2B5EF4-FFF2-40B4-BE49-F238E27FC236}">
                <a16:creationId xmlns:a16="http://schemas.microsoft.com/office/drawing/2014/main" id="{617361EF-532E-08F2-A55B-2D1FC3C36366}"/>
              </a:ext>
            </a:extLst>
          </p:cNvPr>
          <p:cNvPicPr>
            <a:picLocks noChangeAspect="1"/>
          </p:cNvPicPr>
          <p:nvPr/>
        </p:nvPicPr>
        <p:blipFill>
          <a:blip r:embed="rId5"/>
          <a:stretch>
            <a:fillRect/>
          </a:stretch>
        </p:blipFill>
        <p:spPr>
          <a:xfrm>
            <a:off x="11389514" y="28369"/>
            <a:ext cx="731704" cy="411148"/>
          </a:xfrm>
          <a:prstGeom prst="rect">
            <a:avLst/>
          </a:prstGeom>
        </p:spPr>
      </p:pic>
      <p:sp>
        <p:nvSpPr>
          <p:cNvPr id="8" name="Date Placeholder 3">
            <a:extLst>
              <a:ext uri="{FF2B5EF4-FFF2-40B4-BE49-F238E27FC236}">
                <a16:creationId xmlns:a16="http://schemas.microsoft.com/office/drawing/2014/main" id="{5075207E-D091-97D2-5367-0D171D11661E}"/>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 name="Rectangle 2">
            <a:extLst>
              <a:ext uri="{FF2B5EF4-FFF2-40B4-BE49-F238E27FC236}">
                <a16:creationId xmlns:a16="http://schemas.microsoft.com/office/drawing/2014/main" id="{98DA6C14-BCB2-A2FD-6A1F-65111D6D2320}"/>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spTree>
    <p:extLst>
      <p:ext uri="{BB962C8B-B14F-4D97-AF65-F5344CB8AC3E}">
        <p14:creationId xmlns:p14="http://schemas.microsoft.com/office/powerpoint/2010/main" val="2789658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EB3278-141D-7CB2-0E14-F4E1513B392A}"/>
              </a:ext>
            </a:extLst>
          </p:cNvPr>
          <p:cNvPicPr>
            <a:picLocks noChangeAspect="1"/>
          </p:cNvPicPr>
          <p:nvPr/>
        </p:nvPicPr>
        <p:blipFill>
          <a:blip r:embed="rId2"/>
          <a:stretch>
            <a:fillRect/>
          </a:stretch>
        </p:blipFill>
        <p:spPr>
          <a:xfrm>
            <a:off x="11389514" y="28369"/>
            <a:ext cx="731704" cy="411148"/>
          </a:xfrm>
          <a:prstGeom prst="rect">
            <a:avLst/>
          </a:prstGeom>
        </p:spPr>
      </p:pic>
      <p:sp>
        <p:nvSpPr>
          <p:cNvPr id="14" name="Date Placeholder 3">
            <a:extLst>
              <a:ext uri="{FF2B5EF4-FFF2-40B4-BE49-F238E27FC236}">
                <a16:creationId xmlns:a16="http://schemas.microsoft.com/office/drawing/2014/main" id="{6F1D41E7-D979-5F3C-A646-3B7EE6BA1550}"/>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5" name="Footer Placeholder 4">
            <a:extLst>
              <a:ext uri="{FF2B5EF4-FFF2-40B4-BE49-F238E27FC236}">
                <a16:creationId xmlns:a16="http://schemas.microsoft.com/office/drawing/2014/main" id="{374DD2CD-BABE-8804-A2BB-9EDC23ACC74F}"/>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7" name="TextBox 6">
            <a:extLst>
              <a:ext uri="{FF2B5EF4-FFF2-40B4-BE49-F238E27FC236}">
                <a16:creationId xmlns:a16="http://schemas.microsoft.com/office/drawing/2014/main" id="{F1769F5F-A374-55A8-4088-51648449BB6A}"/>
              </a:ext>
            </a:extLst>
          </p:cNvPr>
          <p:cNvSpPr txBox="1"/>
          <p:nvPr/>
        </p:nvSpPr>
        <p:spPr>
          <a:xfrm>
            <a:off x="6377315" y="6055880"/>
            <a:ext cx="347412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aramond" panose="02020404030301010803"/>
                <a:ea typeface="+mn-ea"/>
                <a:cs typeface="+mn-cs"/>
                <a:hlinkClick r:id="rId3"/>
              </a:rPr>
              <a:t>Link to sample email: Mandarin Oriental</a:t>
            </a:r>
            <a:endParaRPr kumimoji="0" lang="en-US" sz="16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pic>
        <p:nvPicPr>
          <p:cNvPr id="18" name="Picture 17">
            <a:extLst>
              <a:ext uri="{FF2B5EF4-FFF2-40B4-BE49-F238E27FC236}">
                <a16:creationId xmlns:a16="http://schemas.microsoft.com/office/drawing/2014/main" id="{415983D4-5E20-A608-876D-9184634A4D26}"/>
              </a:ext>
            </a:extLst>
          </p:cNvPr>
          <p:cNvPicPr>
            <a:picLocks noChangeAspect="1"/>
          </p:cNvPicPr>
          <p:nvPr/>
        </p:nvPicPr>
        <p:blipFill>
          <a:blip r:embed="rId4"/>
          <a:stretch>
            <a:fillRect/>
          </a:stretch>
        </p:blipFill>
        <p:spPr>
          <a:xfrm>
            <a:off x="571792" y="1827084"/>
            <a:ext cx="2571503" cy="4539261"/>
          </a:xfrm>
          <a:prstGeom prst="rect">
            <a:avLst/>
          </a:prstGeom>
          <a:ln>
            <a:noFill/>
          </a:ln>
          <a:effectLst>
            <a:outerShdw blurRad="292100" dist="139700" dir="2700000" algn="tl" rotWithShape="0">
              <a:srgbClr val="333333">
                <a:alpha val="65000"/>
              </a:srgbClr>
            </a:outerShdw>
          </a:effectLst>
        </p:spPr>
      </p:pic>
      <p:pic>
        <p:nvPicPr>
          <p:cNvPr id="20" name="Picture 19">
            <a:extLst>
              <a:ext uri="{FF2B5EF4-FFF2-40B4-BE49-F238E27FC236}">
                <a16:creationId xmlns:a16="http://schemas.microsoft.com/office/drawing/2014/main" id="{8EAFB56C-270F-5556-35FC-8724D699361C}"/>
              </a:ext>
            </a:extLst>
          </p:cNvPr>
          <p:cNvPicPr>
            <a:picLocks noChangeAspect="1"/>
          </p:cNvPicPr>
          <p:nvPr/>
        </p:nvPicPr>
        <p:blipFill>
          <a:blip r:embed="rId5"/>
          <a:stretch>
            <a:fillRect/>
          </a:stretch>
        </p:blipFill>
        <p:spPr>
          <a:xfrm>
            <a:off x="3469952" y="1827084"/>
            <a:ext cx="2813672" cy="4539261"/>
          </a:xfrm>
          <a:prstGeom prst="rect">
            <a:avLst/>
          </a:prstGeom>
          <a:ln>
            <a:noFill/>
          </a:ln>
          <a:effectLst>
            <a:outerShdw blurRad="292100" dist="139700" dir="2700000" algn="tl" rotWithShape="0">
              <a:srgbClr val="333333">
                <a:alpha val="65000"/>
              </a:srgbClr>
            </a:outerShdw>
          </a:effectLst>
        </p:spPr>
      </p:pic>
      <p:sp>
        <p:nvSpPr>
          <p:cNvPr id="21" name="Rectangle 20">
            <a:extLst>
              <a:ext uri="{FF2B5EF4-FFF2-40B4-BE49-F238E27FC236}">
                <a16:creationId xmlns:a16="http://schemas.microsoft.com/office/drawing/2014/main" id="{B603903B-2CCD-E934-6819-CF9897C09807}"/>
              </a:ext>
            </a:extLst>
          </p:cNvPr>
          <p:cNvSpPr/>
          <p:nvPr/>
        </p:nvSpPr>
        <p:spPr>
          <a:xfrm>
            <a:off x="94918" y="76779"/>
            <a:ext cx="2640302" cy="52405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rPr>
              <a:t>Marketing &amp; Communication</a:t>
            </a:r>
          </a:p>
        </p:txBody>
      </p:sp>
      <p:sp>
        <p:nvSpPr>
          <p:cNvPr id="27" name="TextBox 26">
            <a:extLst>
              <a:ext uri="{FF2B5EF4-FFF2-40B4-BE49-F238E27FC236}">
                <a16:creationId xmlns:a16="http://schemas.microsoft.com/office/drawing/2014/main" id="{B8841259-E782-4D4B-C77C-C90DACFB3A6C}"/>
              </a:ext>
            </a:extLst>
          </p:cNvPr>
          <p:cNvSpPr txBox="1"/>
          <p:nvPr/>
        </p:nvSpPr>
        <p:spPr>
          <a:xfrm>
            <a:off x="6534150" y="2214191"/>
            <a:ext cx="4855364" cy="76944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The new brand-led</a:t>
            </a:r>
            <a:r>
              <a:rPr kumimoji="0" lang="fr-FR" sz="2200" b="1"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 </a:t>
            </a:r>
            <a:r>
              <a:rPr kumimoji="0" lang="fr-FR" sz="2200" b="1" i="0" u="none" strike="noStrike" kern="1200" cap="none" spc="0" normalizeH="0" baseline="0" noProof="0" err="1">
                <a:ln>
                  <a:noFill/>
                </a:ln>
                <a:solidFill>
                  <a:srgbClr val="000000">
                    <a:lumMod val="95000"/>
                    <a:lumOff val="5000"/>
                  </a:srgbClr>
                </a:solidFill>
                <a:effectLst/>
                <a:uLnTx/>
                <a:uFillTx/>
                <a:latin typeface="Garamond" panose="02020404030301010803"/>
                <a:ea typeface="+mn-ea"/>
                <a:cs typeface="+mn-cs"/>
              </a:rPr>
              <a:t>arrival</a:t>
            </a:r>
            <a:r>
              <a:rPr kumimoji="0" lang="fr-FR" sz="2200" b="1"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 -4 </a:t>
            </a:r>
            <a:r>
              <a:rPr kumimoji="0" lang="fr-FR" sz="2200" b="1" i="0" u="none" strike="noStrike" kern="1200" cap="none" spc="0" normalizeH="0" baseline="0" noProof="0" err="1">
                <a:ln>
                  <a:noFill/>
                </a:ln>
                <a:solidFill>
                  <a:srgbClr val="000000">
                    <a:lumMod val="95000"/>
                    <a:lumOff val="5000"/>
                  </a:srgbClr>
                </a:solidFill>
                <a:effectLst/>
                <a:uLnTx/>
                <a:uFillTx/>
                <a:latin typeface="Garamond" panose="02020404030301010803"/>
                <a:ea typeface="+mn-ea"/>
                <a:cs typeface="+mn-cs"/>
              </a:rPr>
              <a:t>day</a:t>
            </a:r>
            <a:r>
              <a:rPr kumimoji="0" lang="fr-FR" sz="2200" b="1"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 email </a:t>
            </a:r>
            <a:r>
              <a:rPr kumimoji="0" lang="fr-FR" sz="2200" b="0" i="1"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a:t>
            </a:r>
            <a:r>
              <a:rPr kumimoji="0" lang="fr-FR" sz="2200" b="0" i="1" u="none" strike="noStrike" kern="1200" cap="none" spc="0" normalizeH="0" baseline="0" noProof="0" err="1">
                <a:ln>
                  <a:noFill/>
                </a:ln>
                <a:solidFill>
                  <a:srgbClr val="000000">
                    <a:lumMod val="95000"/>
                    <a:lumOff val="5000"/>
                  </a:srgbClr>
                </a:solidFill>
                <a:effectLst/>
                <a:uLnTx/>
                <a:uFillTx/>
                <a:latin typeface="Garamond" panose="02020404030301010803"/>
                <a:ea typeface="+mn-ea"/>
                <a:cs typeface="+mn-cs"/>
              </a:rPr>
              <a:t>mock</a:t>
            </a:r>
            <a:r>
              <a:rPr kumimoji="0" lang="fr-FR" sz="2200" b="0" i="1"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-up) </a:t>
            </a:r>
            <a:endParaRPr kumimoji="0" lang="en-US" sz="2200" b="0" i="1"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endParaRPr>
          </a:p>
        </p:txBody>
      </p:sp>
      <p:sp>
        <p:nvSpPr>
          <p:cNvPr id="33" name="Rectangle 32">
            <a:extLst>
              <a:ext uri="{FF2B5EF4-FFF2-40B4-BE49-F238E27FC236}">
                <a16:creationId xmlns:a16="http://schemas.microsoft.com/office/drawing/2014/main" id="{20BA468F-3BBC-80A9-CBA1-12C72AFD4E09}"/>
              </a:ext>
            </a:extLst>
          </p:cNvPr>
          <p:cNvSpPr/>
          <p:nvPr/>
        </p:nvSpPr>
        <p:spPr>
          <a:xfrm>
            <a:off x="-1819275" y="0"/>
            <a:ext cx="1701933" cy="343106"/>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p:txBody>
      </p:sp>
      <p:sp>
        <p:nvSpPr>
          <p:cNvPr id="3" name="TextBox 2">
            <a:extLst>
              <a:ext uri="{FF2B5EF4-FFF2-40B4-BE49-F238E27FC236}">
                <a16:creationId xmlns:a16="http://schemas.microsoft.com/office/drawing/2014/main" id="{1FA02E06-1BA9-94C2-D05E-860379035B78}"/>
              </a:ext>
            </a:extLst>
          </p:cNvPr>
          <p:cNvSpPr txBox="1"/>
          <p:nvPr/>
        </p:nvSpPr>
        <p:spPr>
          <a:xfrm>
            <a:off x="2346898" y="1200889"/>
            <a:ext cx="7504541" cy="369332"/>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rPr>
              <a:t>Prompting guests to engage earlier including to complete stay-specific preferences</a:t>
            </a:r>
          </a:p>
        </p:txBody>
      </p:sp>
      <p:sp>
        <p:nvSpPr>
          <p:cNvPr id="6" name="TextBox 5">
            <a:extLst>
              <a:ext uri="{FF2B5EF4-FFF2-40B4-BE49-F238E27FC236}">
                <a16:creationId xmlns:a16="http://schemas.microsoft.com/office/drawing/2014/main" id="{FE80A828-DA1D-379F-8C20-2C41B9B13EDD}"/>
              </a:ext>
            </a:extLst>
          </p:cNvPr>
          <p:cNvSpPr txBox="1"/>
          <p:nvPr/>
        </p:nvSpPr>
        <p:spPr>
          <a:xfrm>
            <a:off x="6112878" y="3174211"/>
            <a:ext cx="4002998" cy="1569660"/>
          </a:xfrm>
          <a:prstGeom prst="rect">
            <a:avLst/>
          </a:prstGeom>
          <a:noFill/>
        </p:spPr>
        <p:txBody>
          <a:bodyPr wrap="square" lIns="0" tIns="45720" rIns="0" bIns="45720" anchor="t">
            <a:no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KEY FEATURES: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Stay-based </a:t>
            </a:r>
            <a:r>
              <a:rPr kumimoji="0" lang="en-GB" sz="1600" b="1" i="0" u="none" strike="noStrike" kern="1200" cap="none" spc="0" normalizeH="0" baseline="0" noProof="0">
                <a:ln>
                  <a:noFill/>
                </a:ln>
                <a:solidFill>
                  <a:srgbClr val="000000"/>
                </a:solidFill>
                <a:effectLst/>
                <a:uLnTx/>
                <a:uFillTx/>
                <a:latin typeface="Garamond" panose="02020404030301010803" pitchFamily="18" charset="0"/>
                <a:ea typeface="+mn-ea"/>
                <a:cs typeface="+mn-cs"/>
              </a:rPr>
              <a:t>preferences capture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Prompt to </a:t>
            </a:r>
            <a:r>
              <a:rPr kumimoji="0" lang="en-GB" sz="1600" b="1" i="0" u="none" strike="noStrike" kern="1200" cap="none" spc="0" normalizeH="0" baseline="0" noProof="0">
                <a:ln>
                  <a:noFill/>
                </a:ln>
                <a:solidFill>
                  <a:srgbClr val="000000"/>
                </a:solidFill>
                <a:effectLst/>
                <a:uLnTx/>
                <a:uFillTx/>
                <a:latin typeface="Garamond" panose="02020404030301010803" pitchFamily="18" charset="0"/>
                <a:ea typeface="+mn-ea"/>
                <a:cs typeface="+mn-cs"/>
              </a:rPr>
              <a:t>download MO App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Prompt to </a:t>
            </a:r>
            <a:r>
              <a:rPr kumimoji="0" lang="en-GB" sz="1600" b="1" i="0" u="none" strike="noStrike" kern="1200" cap="none" spc="0" normalizeH="0" baseline="0" noProof="0">
                <a:ln>
                  <a:noFill/>
                </a:ln>
                <a:solidFill>
                  <a:srgbClr val="000000"/>
                </a:solidFill>
                <a:effectLst/>
                <a:uLnTx/>
                <a:uFillTx/>
                <a:latin typeface="Garamond" panose="02020404030301010803" pitchFamily="18" charset="0"/>
                <a:ea typeface="+mn-ea"/>
                <a:cs typeface="+mn-cs"/>
              </a:rPr>
              <a:t>chat with hotel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1" i="0" u="none" strike="noStrike" kern="1200" cap="none" spc="0" normalizeH="0" baseline="0" noProof="0">
                <a:ln>
                  <a:noFill/>
                </a:ln>
                <a:solidFill>
                  <a:srgbClr val="000000"/>
                </a:solidFill>
                <a:effectLst/>
                <a:uLnTx/>
                <a:uFillTx/>
                <a:latin typeface="Garamond" panose="02020404030301010803" pitchFamily="18" charset="0"/>
                <a:ea typeface="+mn-ea"/>
                <a:cs typeface="+mn-cs"/>
              </a:rPr>
              <a:t>Dynamic content</a:t>
            </a:r>
            <a:r>
              <a:rPr kumimoji="0" lang="en-GB" sz="160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 to showcase experiences, events &amp; offerings</a:t>
            </a:r>
          </a:p>
        </p:txBody>
      </p:sp>
      <p:sp>
        <p:nvSpPr>
          <p:cNvPr id="4" name="Text Placeholder 1">
            <a:extLst>
              <a:ext uri="{FF2B5EF4-FFF2-40B4-BE49-F238E27FC236}">
                <a16:creationId xmlns:a16="http://schemas.microsoft.com/office/drawing/2014/main" id="{30DDE6A8-C86E-56EF-886B-FE6EC187D525}"/>
              </a:ext>
            </a:extLst>
          </p:cNvPr>
          <p:cNvSpPr txBox="1">
            <a:spLocks/>
          </p:cNvSpPr>
          <p:nvPr/>
        </p:nvSpPr>
        <p:spPr>
          <a:xfrm>
            <a:off x="1078397" y="744504"/>
            <a:ext cx="10018034" cy="446105"/>
          </a:xfrm>
          <a:prstGeom prst="rect">
            <a:avLst/>
          </a:prstGeom>
        </p:spPr>
        <p:txBody>
          <a:bodyPr vert="horz" lIns="91440" tIns="45720" rIns="91440" bIns="45720" rtlCol="0">
            <a:noAutofit/>
          </a:bodyPr>
          <a:lstStyle>
            <a:lvl1pPr marL="0" indent="0" algn="ctr" defTabSz="914400" rtl="0" eaLnBrk="1" latinLnBrk="0" hangingPunct="1">
              <a:lnSpc>
                <a:spcPts val="2200"/>
              </a:lnSpc>
              <a:spcBef>
                <a:spcPts val="0"/>
              </a:spcBef>
              <a:buFont typeface="Arial" panose="020B0604020202020204" pitchFamily="34" charset="0"/>
              <a:buNone/>
              <a:defRPr sz="2500" kern="1200" cap="all" spc="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500" b="1" i="0" u="none" strike="noStrike" kern="1200" cap="all" spc="0" normalizeH="0" baseline="0" noProof="0">
                <a:ln>
                  <a:noFill/>
                </a:ln>
                <a:solidFill>
                  <a:srgbClr val="7030A0"/>
                </a:solidFill>
                <a:effectLst/>
                <a:uLnTx/>
                <a:uFillTx/>
                <a:latin typeface="Garamond" panose="02020404030301010803"/>
                <a:ea typeface="+mn-ea"/>
                <a:cs typeface="+mn-cs"/>
              </a:rPr>
              <a:t>insight</a:t>
            </a:r>
            <a:r>
              <a:rPr kumimoji="0" lang="en-US" sz="2500" b="1" i="0" u="none" strike="noStrike" kern="1200" cap="all" spc="0" normalizeH="0" baseline="0" noProof="0">
                <a:ln>
                  <a:noFill/>
                </a:ln>
                <a:solidFill>
                  <a:srgbClr val="008000"/>
                </a:solidFill>
                <a:effectLst/>
                <a:uLnTx/>
                <a:uFillTx/>
                <a:latin typeface="Garamond" panose="02020404030301010803"/>
                <a:ea typeface="+mn-ea"/>
                <a:cs typeface="+mn-cs"/>
              </a:rPr>
              <a:t> </a:t>
            </a:r>
            <a:r>
              <a:rPr kumimoji="0" lang="en-US" sz="2500" b="1" i="0" u="none" strike="noStrike" kern="1200" cap="all" spc="0" normalizeH="0" baseline="0" noProof="0">
                <a:ln>
                  <a:noFill/>
                </a:ln>
                <a:solidFill>
                  <a:srgbClr val="7030A0"/>
                </a:solidFill>
                <a:effectLst/>
                <a:uLnTx/>
                <a:uFillTx/>
                <a:latin typeface="Garamond" panose="02020404030301010803"/>
                <a:ea typeface="+mn-ea"/>
                <a:cs typeface="+mn-cs"/>
              </a:rPr>
              <a:t>&amp;</a:t>
            </a:r>
            <a:r>
              <a:rPr kumimoji="0" lang="en-US" sz="2500" b="1" i="0" u="none" strike="noStrike" kern="1200" cap="all" spc="0" normalizeH="0" baseline="0" noProof="0">
                <a:ln>
                  <a:noFill/>
                </a:ln>
                <a:solidFill>
                  <a:srgbClr val="008000"/>
                </a:solidFill>
                <a:effectLst/>
                <a:uLnTx/>
                <a:uFillTx/>
                <a:latin typeface="Garamond" panose="02020404030301010803"/>
                <a:ea typeface="+mn-ea"/>
                <a:cs typeface="+mn-cs"/>
              </a:rPr>
              <a:t> Action </a:t>
            </a:r>
            <a:r>
              <a:rPr kumimoji="0" lang="en-US" sz="2500" b="0" i="0" u="none" strike="noStrike" kern="1200" cap="all" spc="0" normalizeH="0" baseline="0" noProof="0">
                <a:ln>
                  <a:noFill/>
                </a:ln>
                <a:solidFill>
                  <a:srgbClr val="000000"/>
                </a:solidFill>
                <a:effectLst/>
                <a:uLnTx/>
                <a:uFillTx/>
                <a:latin typeface="Garamond" panose="02020404030301010803"/>
                <a:ea typeface="+mn-ea"/>
                <a:cs typeface="+mn-cs"/>
              </a:rPr>
              <a:t>anticipate my needs</a:t>
            </a:r>
          </a:p>
        </p:txBody>
      </p:sp>
    </p:spTree>
    <p:extLst>
      <p:ext uri="{BB962C8B-B14F-4D97-AF65-F5344CB8AC3E}">
        <p14:creationId xmlns:p14="http://schemas.microsoft.com/office/powerpoint/2010/main" val="3059922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43062-3084-8348-94E1-78BCA19938EF}"/>
            </a:ext>
          </a:extLst>
        </p:cNvPr>
        <p:cNvGrpSpPr/>
        <p:nvPr/>
      </p:nvGrpSpPr>
      <p:grpSpPr>
        <a:xfrm>
          <a:off x="0" y="0"/>
          <a:ext cx="0" cy="0"/>
          <a:chOff x="0" y="0"/>
          <a:chExt cx="0" cy="0"/>
        </a:xfrm>
      </p:grpSpPr>
      <p:sp>
        <p:nvSpPr>
          <p:cNvPr id="8" name="Chevron 65">
            <a:extLst>
              <a:ext uri="{FF2B5EF4-FFF2-40B4-BE49-F238E27FC236}">
                <a16:creationId xmlns:a16="http://schemas.microsoft.com/office/drawing/2014/main" id="{90DE8F25-DABF-1F6F-4D37-2F5878D2583B}"/>
              </a:ext>
            </a:extLst>
          </p:cNvPr>
          <p:cNvSpPr/>
          <p:nvPr/>
        </p:nvSpPr>
        <p:spPr>
          <a:xfrm>
            <a:off x="1665000" y="1456648"/>
            <a:ext cx="2269864" cy="395068"/>
          </a:xfrm>
          <a:prstGeom prst="chevron">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9" name="TextBox 8">
            <a:extLst>
              <a:ext uri="{FF2B5EF4-FFF2-40B4-BE49-F238E27FC236}">
                <a16:creationId xmlns:a16="http://schemas.microsoft.com/office/drawing/2014/main" id="{ABD7AE74-61EC-2D8C-64DB-8FD3AAF0ADBE}"/>
              </a:ext>
            </a:extLst>
          </p:cNvPr>
          <p:cNvSpPr txBox="1"/>
          <p:nvPr/>
        </p:nvSpPr>
        <p:spPr>
          <a:xfrm>
            <a:off x="2187179" y="1476370"/>
            <a:ext cx="11914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PRE-ARRIVAL PLANNING</a:t>
            </a:r>
          </a:p>
        </p:txBody>
      </p:sp>
      <p:sp>
        <p:nvSpPr>
          <p:cNvPr id="10" name="Chevron 67">
            <a:extLst>
              <a:ext uri="{FF2B5EF4-FFF2-40B4-BE49-F238E27FC236}">
                <a16:creationId xmlns:a16="http://schemas.microsoft.com/office/drawing/2014/main" id="{4722EFEB-9FED-7076-E564-CE88B29D5AEE}"/>
              </a:ext>
            </a:extLst>
          </p:cNvPr>
          <p:cNvSpPr/>
          <p:nvPr/>
        </p:nvSpPr>
        <p:spPr>
          <a:xfrm>
            <a:off x="3720058" y="1452502"/>
            <a:ext cx="1913283" cy="395068"/>
          </a:xfrm>
          <a:prstGeom prst="chevron">
            <a:avLst/>
          </a:prstGeom>
          <a:solidFill>
            <a:srgbClr val="C4B7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1" name="TextBox 10">
            <a:extLst>
              <a:ext uri="{FF2B5EF4-FFF2-40B4-BE49-F238E27FC236}">
                <a16:creationId xmlns:a16="http://schemas.microsoft.com/office/drawing/2014/main" id="{FCEE4D8B-2B52-A461-CD8D-77EBC8440002}"/>
              </a:ext>
            </a:extLst>
          </p:cNvPr>
          <p:cNvSpPr txBox="1"/>
          <p:nvPr/>
        </p:nvSpPr>
        <p:spPr>
          <a:xfrm>
            <a:off x="3826475" y="1508451"/>
            <a:ext cx="1617452"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WELCOME</a:t>
            </a:r>
          </a:p>
        </p:txBody>
      </p:sp>
      <p:sp>
        <p:nvSpPr>
          <p:cNvPr id="12" name="Chevron 69">
            <a:extLst>
              <a:ext uri="{FF2B5EF4-FFF2-40B4-BE49-F238E27FC236}">
                <a16:creationId xmlns:a16="http://schemas.microsoft.com/office/drawing/2014/main" id="{5FBEB409-A483-1A61-0E2D-39D3BB2920FC}"/>
              </a:ext>
            </a:extLst>
          </p:cNvPr>
          <p:cNvSpPr/>
          <p:nvPr/>
        </p:nvSpPr>
        <p:spPr>
          <a:xfrm>
            <a:off x="5411260" y="1452502"/>
            <a:ext cx="4099694" cy="395068"/>
          </a:xfrm>
          <a:prstGeom prst="chevron">
            <a:avLst/>
          </a:prstGeom>
          <a:solidFill>
            <a:srgbClr val="949A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3" name="TextBox 12">
            <a:extLst>
              <a:ext uri="{FF2B5EF4-FFF2-40B4-BE49-F238E27FC236}">
                <a16:creationId xmlns:a16="http://schemas.microsoft.com/office/drawing/2014/main" id="{B9AD15F4-B992-B3E1-2CB9-BF971C23EF5F}"/>
              </a:ext>
            </a:extLst>
          </p:cNvPr>
          <p:cNvSpPr txBox="1"/>
          <p:nvPr/>
        </p:nvSpPr>
        <p:spPr>
          <a:xfrm>
            <a:off x="6602960" y="1508451"/>
            <a:ext cx="1617452"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IN-STAY / VISIT</a:t>
            </a:r>
          </a:p>
        </p:txBody>
      </p:sp>
      <p:sp>
        <p:nvSpPr>
          <p:cNvPr id="14" name="TextBox 13">
            <a:extLst>
              <a:ext uri="{FF2B5EF4-FFF2-40B4-BE49-F238E27FC236}">
                <a16:creationId xmlns:a16="http://schemas.microsoft.com/office/drawing/2014/main" id="{0C854EF0-D442-01FA-AAFB-DA000E9C1FDD}"/>
              </a:ext>
            </a:extLst>
          </p:cNvPr>
          <p:cNvSpPr txBox="1"/>
          <p:nvPr/>
        </p:nvSpPr>
        <p:spPr>
          <a:xfrm>
            <a:off x="5487916" y="1667292"/>
            <a:ext cx="1199920"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In-room experience</a:t>
            </a:r>
          </a:p>
        </p:txBody>
      </p:sp>
      <p:sp>
        <p:nvSpPr>
          <p:cNvPr id="15" name="TextBox 14">
            <a:extLst>
              <a:ext uri="{FF2B5EF4-FFF2-40B4-BE49-F238E27FC236}">
                <a16:creationId xmlns:a16="http://schemas.microsoft.com/office/drawing/2014/main" id="{C0899BA3-A996-FB9B-67AC-E39E5B89CAB8}"/>
              </a:ext>
            </a:extLst>
          </p:cNvPr>
          <p:cNvSpPr txBox="1"/>
          <p:nvPr/>
        </p:nvSpPr>
        <p:spPr>
          <a:xfrm>
            <a:off x="6311261" y="1667292"/>
            <a:ext cx="1371265"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Dining / Bar </a:t>
            </a:r>
          </a:p>
        </p:txBody>
      </p:sp>
      <p:sp>
        <p:nvSpPr>
          <p:cNvPr id="16" name="TextBox 15">
            <a:extLst>
              <a:ext uri="{FF2B5EF4-FFF2-40B4-BE49-F238E27FC236}">
                <a16:creationId xmlns:a16="http://schemas.microsoft.com/office/drawing/2014/main" id="{DA8E09EF-57A6-4157-11A0-B41F5F320CAA}"/>
              </a:ext>
            </a:extLst>
          </p:cNvPr>
          <p:cNvSpPr txBox="1"/>
          <p:nvPr/>
        </p:nvSpPr>
        <p:spPr>
          <a:xfrm>
            <a:off x="7343960" y="1667292"/>
            <a:ext cx="1300814"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Spa / Gym Visit</a:t>
            </a:r>
          </a:p>
        </p:txBody>
      </p:sp>
      <p:sp>
        <p:nvSpPr>
          <p:cNvPr id="17" name="TextBox 16">
            <a:extLst>
              <a:ext uri="{FF2B5EF4-FFF2-40B4-BE49-F238E27FC236}">
                <a16:creationId xmlns:a16="http://schemas.microsoft.com/office/drawing/2014/main" id="{888778A4-13EB-F38B-142A-B04F7FDB63D3}"/>
              </a:ext>
            </a:extLst>
          </p:cNvPr>
          <p:cNvSpPr txBox="1"/>
          <p:nvPr/>
        </p:nvSpPr>
        <p:spPr>
          <a:xfrm>
            <a:off x="8427733" y="1667292"/>
            <a:ext cx="940855"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Leisure and Lifestyle</a:t>
            </a:r>
          </a:p>
        </p:txBody>
      </p:sp>
      <p:sp>
        <p:nvSpPr>
          <p:cNvPr id="18" name="Chevron 75">
            <a:extLst>
              <a:ext uri="{FF2B5EF4-FFF2-40B4-BE49-F238E27FC236}">
                <a16:creationId xmlns:a16="http://schemas.microsoft.com/office/drawing/2014/main" id="{D0AD7A0D-F262-C875-CE0B-69A163D5E66A}"/>
              </a:ext>
            </a:extLst>
          </p:cNvPr>
          <p:cNvSpPr/>
          <p:nvPr/>
        </p:nvSpPr>
        <p:spPr>
          <a:xfrm>
            <a:off x="9295067" y="1452197"/>
            <a:ext cx="1231934" cy="395068"/>
          </a:xfrm>
          <a:prstGeom prst="chevron">
            <a:avLst/>
          </a:prstGeom>
          <a:solidFill>
            <a:srgbClr val="886F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9" name="TextBox 18">
            <a:extLst>
              <a:ext uri="{FF2B5EF4-FFF2-40B4-BE49-F238E27FC236}">
                <a16:creationId xmlns:a16="http://schemas.microsoft.com/office/drawing/2014/main" id="{63952994-6F73-FEDA-AA11-7B6BBE5A9299}"/>
              </a:ext>
            </a:extLst>
          </p:cNvPr>
          <p:cNvSpPr txBox="1"/>
          <p:nvPr/>
        </p:nvSpPr>
        <p:spPr>
          <a:xfrm>
            <a:off x="9400755" y="1508451"/>
            <a:ext cx="1191468"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FAREWELL</a:t>
            </a:r>
          </a:p>
        </p:txBody>
      </p:sp>
      <p:sp>
        <p:nvSpPr>
          <p:cNvPr id="20" name="Chevron 77">
            <a:extLst>
              <a:ext uri="{FF2B5EF4-FFF2-40B4-BE49-F238E27FC236}">
                <a16:creationId xmlns:a16="http://schemas.microsoft.com/office/drawing/2014/main" id="{68BB938F-F2F1-63D8-9FC9-E666C76F3A1F}"/>
              </a:ext>
            </a:extLst>
          </p:cNvPr>
          <p:cNvSpPr/>
          <p:nvPr/>
        </p:nvSpPr>
        <p:spPr>
          <a:xfrm>
            <a:off x="10309127" y="1454043"/>
            <a:ext cx="1376738" cy="395068"/>
          </a:xfrm>
          <a:prstGeom prst="chevron">
            <a:avLst/>
          </a:prstGeom>
          <a:solidFill>
            <a:srgbClr val="8E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21" name="TextBox 20">
            <a:extLst>
              <a:ext uri="{FF2B5EF4-FFF2-40B4-BE49-F238E27FC236}">
                <a16:creationId xmlns:a16="http://schemas.microsoft.com/office/drawing/2014/main" id="{3C2AFB94-8BA8-CF4D-C85C-4E86B477799A}"/>
              </a:ext>
            </a:extLst>
          </p:cNvPr>
          <p:cNvSpPr txBox="1"/>
          <p:nvPr/>
        </p:nvSpPr>
        <p:spPr>
          <a:xfrm>
            <a:off x="10447098" y="1508451"/>
            <a:ext cx="11914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POST-STAY </a:t>
            </a:r>
            <a:b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b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&amp; AT HOME</a:t>
            </a:r>
          </a:p>
        </p:txBody>
      </p:sp>
      <p:sp>
        <p:nvSpPr>
          <p:cNvPr id="103" name="TextBox 102">
            <a:extLst>
              <a:ext uri="{FF2B5EF4-FFF2-40B4-BE49-F238E27FC236}">
                <a16:creationId xmlns:a16="http://schemas.microsoft.com/office/drawing/2014/main" id="{7CF24E9C-654A-D952-BB2B-C3D70C471E61}"/>
              </a:ext>
            </a:extLst>
          </p:cNvPr>
          <p:cNvSpPr txBox="1"/>
          <p:nvPr/>
        </p:nvSpPr>
        <p:spPr>
          <a:xfrm>
            <a:off x="652310" y="1116919"/>
            <a:ext cx="60998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Guest Experience </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10" name="Text Placeholder 1">
            <a:extLst>
              <a:ext uri="{FF2B5EF4-FFF2-40B4-BE49-F238E27FC236}">
                <a16:creationId xmlns:a16="http://schemas.microsoft.com/office/drawing/2014/main" id="{F572C453-B345-718E-2E90-63117885F032}"/>
              </a:ext>
            </a:extLst>
          </p:cNvPr>
          <p:cNvSpPr txBox="1">
            <a:spLocks/>
          </p:cNvSpPr>
          <p:nvPr/>
        </p:nvSpPr>
        <p:spPr>
          <a:xfrm>
            <a:off x="1104528" y="665109"/>
            <a:ext cx="9978849" cy="186845"/>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endParaRPr kumimoji="0" lang="en-US" sz="1200" b="0" i="0" u="none" strike="noStrike" kern="1200" cap="all" spc="300" normalizeH="0" baseline="0" noProof="0">
              <a:ln>
                <a:noFill/>
              </a:ln>
              <a:solidFill>
                <a:srgbClr val="000000"/>
              </a:solidFill>
              <a:effectLst/>
              <a:uLnTx/>
              <a:uFillTx/>
              <a:latin typeface="Garamond"/>
              <a:ea typeface="+mn-ea"/>
              <a:cs typeface="+mn-cs"/>
            </a:endParaRPr>
          </a:p>
        </p:txBody>
      </p:sp>
      <p:sp>
        <p:nvSpPr>
          <p:cNvPr id="24" name="Diamond 23">
            <a:extLst>
              <a:ext uri="{FF2B5EF4-FFF2-40B4-BE49-F238E27FC236}">
                <a16:creationId xmlns:a16="http://schemas.microsoft.com/office/drawing/2014/main" id="{CC64770E-3D8D-651F-F168-B026A3FE07D4}"/>
              </a:ext>
            </a:extLst>
          </p:cNvPr>
          <p:cNvSpPr/>
          <p:nvPr/>
        </p:nvSpPr>
        <p:spPr>
          <a:xfrm>
            <a:off x="3478107" y="2460582"/>
            <a:ext cx="348368" cy="331305"/>
          </a:xfrm>
          <a:prstGeom prst="diamond">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aramond" panose="02020404030301010803"/>
                <a:ea typeface="+mn-ea"/>
                <a:cs typeface="+mn-cs"/>
              </a:rPr>
              <a:t>2</a:t>
            </a:r>
          </a:p>
        </p:txBody>
      </p:sp>
      <p:cxnSp>
        <p:nvCxnSpPr>
          <p:cNvPr id="34" name="Straight Connector 33">
            <a:extLst>
              <a:ext uri="{FF2B5EF4-FFF2-40B4-BE49-F238E27FC236}">
                <a16:creationId xmlns:a16="http://schemas.microsoft.com/office/drawing/2014/main" id="{41CD9CDC-31A5-D808-6D59-612B5633094C}"/>
              </a:ext>
            </a:extLst>
          </p:cNvPr>
          <p:cNvCxnSpPr>
            <a:cxnSpLocks/>
          </p:cNvCxnSpPr>
          <p:nvPr/>
        </p:nvCxnSpPr>
        <p:spPr>
          <a:xfrm>
            <a:off x="1695468" y="-175852"/>
            <a:ext cx="9595839" cy="6757"/>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0A3E28C-C47D-D99A-13AB-7F52532EFA78}"/>
              </a:ext>
            </a:extLst>
          </p:cNvPr>
          <p:cNvSpPr txBox="1"/>
          <p:nvPr/>
        </p:nvSpPr>
        <p:spPr>
          <a:xfrm>
            <a:off x="3823383" y="2492254"/>
            <a:ext cx="5483526" cy="239168"/>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Garamond" panose="02020404030301010803"/>
                <a:ea typeface="+mn-ea"/>
                <a:cs typeface="+mn-cs"/>
              </a:rPr>
              <a:t>DEFINE EXCLUSIONS &amp; DELEGATE JOURNEY </a:t>
            </a:r>
          </a:p>
        </p:txBody>
      </p:sp>
      <p:sp>
        <p:nvSpPr>
          <p:cNvPr id="157" name="TextBox 156">
            <a:extLst>
              <a:ext uri="{FF2B5EF4-FFF2-40B4-BE49-F238E27FC236}">
                <a16:creationId xmlns:a16="http://schemas.microsoft.com/office/drawing/2014/main" id="{C14F7EC5-A4A5-B284-F0A2-68EF241AAD43}"/>
              </a:ext>
            </a:extLst>
          </p:cNvPr>
          <p:cNvSpPr txBox="1"/>
          <p:nvPr/>
        </p:nvSpPr>
        <p:spPr>
          <a:xfrm>
            <a:off x="376451" y="-314351"/>
            <a:ext cx="60998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Colleague Actions  </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cxnSp>
        <p:nvCxnSpPr>
          <p:cNvPr id="71" name="Elbow Connector 70">
            <a:extLst>
              <a:ext uri="{FF2B5EF4-FFF2-40B4-BE49-F238E27FC236}">
                <a16:creationId xmlns:a16="http://schemas.microsoft.com/office/drawing/2014/main" id="{4F5FB1A8-7B28-BC35-44E5-A776B6487247}"/>
              </a:ext>
            </a:extLst>
          </p:cNvPr>
          <p:cNvCxnSpPr>
            <a:cxnSpLocks/>
            <a:stCxn id="70" idx="0"/>
            <a:endCxn id="24" idx="2"/>
          </p:cNvCxnSpPr>
          <p:nvPr/>
        </p:nvCxnSpPr>
        <p:spPr>
          <a:xfrm rot="16200000" flipV="1">
            <a:off x="3866631" y="2577548"/>
            <a:ext cx="202051" cy="630729"/>
          </a:xfrm>
          <a:prstGeom prst="bentConnector3">
            <a:avLst>
              <a:gd name="adj1" fmla="val 50000"/>
            </a:avLst>
          </a:prstGeom>
          <a:ln w="12700">
            <a:solidFill>
              <a:srgbClr val="61837F"/>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CFA4650-09B2-8F8E-015E-6F2180520E66}"/>
              </a:ext>
            </a:extLst>
          </p:cNvPr>
          <p:cNvCxnSpPr>
            <a:cxnSpLocks/>
          </p:cNvCxnSpPr>
          <p:nvPr/>
        </p:nvCxnSpPr>
        <p:spPr>
          <a:xfrm>
            <a:off x="1903344" y="1276409"/>
            <a:ext cx="9595839" cy="6757"/>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94E6D4-4659-B084-43B5-66704686E91A}"/>
              </a:ext>
            </a:extLst>
          </p:cNvPr>
          <p:cNvPicPr>
            <a:picLocks noChangeAspect="1"/>
          </p:cNvPicPr>
          <p:nvPr/>
        </p:nvPicPr>
        <p:blipFill>
          <a:blip r:embed="rId3"/>
          <a:stretch>
            <a:fillRect/>
          </a:stretch>
        </p:blipFill>
        <p:spPr>
          <a:xfrm>
            <a:off x="11389514" y="28369"/>
            <a:ext cx="731704" cy="411148"/>
          </a:xfrm>
          <a:prstGeom prst="rect">
            <a:avLst/>
          </a:prstGeom>
        </p:spPr>
      </p:pic>
      <p:sp>
        <p:nvSpPr>
          <p:cNvPr id="5" name="Date Placeholder 3">
            <a:extLst>
              <a:ext uri="{FF2B5EF4-FFF2-40B4-BE49-F238E27FC236}">
                <a16:creationId xmlns:a16="http://schemas.microsoft.com/office/drawing/2014/main" id="{FF62B8D9-7679-7330-D328-077ED3A5C18D}"/>
              </a:ext>
            </a:extLst>
          </p:cNvPr>
          <p:cNvSpPr>
            <a:spLocks noGrp="1"/>
          </p:cNvSpPr>
          <p:nvPr>
            <p:ph type="dt" sz="half" idx="15"/>
          </p:nvPr>
        </p:nvSpPr>
        <p:spPr>
          <a:xfrm>
            <a:off x="10913805" y="6511935"/>
            <a:ext cx="1090589" cy="127577"/>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D9D8DA"/>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D9D8DA"/>
              </a:solidFill>
              <a:effectLst/>
              <a:uLnTx/>
              <a:uFillTx/>
              <a:latin typeface="Arial" panose="020B0604020202020204" pitchFamily="34" charset="0"/>
              <a:ea typeface="+mn-ea"/>
              <a:cs typeface="Arial" panose="020B0604020202020204" pitchFamily="34" charset="0"/>
            </a:endParaRPr>
          </a:p>
        </p:txBody>
      </p:sp>
      <p:sp>
        <p:nvSpPr>
          <p:cNvPr id="22" name="Footer Placeholder 4">
            <a:extLst>
              <a:ext uri="{FF2B5EF4-FFF2-40B4-BE49-F238E27FC236}">
                <a16:creationId xmlns:a16="http://schemas.microsoft.com/office/drawing/2014/main" id="{F1BDD55B-124C-1A3C-ED2A-A54F304ACFDE}"/>
              </a:ext>
            </a:extLst>
          </p:cNvPr>
          <p:cNvSpPr>
            <a:spLocks noGrp="1"/>
          </p:cNvSpPr>
          <p:nvPr>
            <p:ph type="ftr" sz="quarter" idx="16"/>
          </p:nvPr>
        </p:nvSpPr>
        <p:spPr>
          <a:xfrm>
            <a:off x="187606" y="6487216"/>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D9D8DA"/>
                </a:solidFill>
                <a:effectLst/>
                <a:uLnTx/>
                <a:uFillTx/>
                <a:latin typeface="Helvetica" pitchFamily="2" charset="0"/>
                <a:ea typeface="+mn-ea"/>
                <a:cs typeface="+mn-cs"/>
              </a:rPr>
              <a:t>Guest Experience Programme Launch 2025</a:t>
            </a:r>
          </a:p>
        </p:txBody>
      </p:sp>
      <p:sp>
        <p:nvSpPr>
          <p:cNvPr id="23" name="Text Placeholder 1">
            <a:extLst>
              <a:ext uri="{FF2B5EF4-FFF2-40B4-BE49-F238E27FC236}">
                <a16:creationId xmlns:a16="http://schemas.microsoft.com/office/drawing/2014/main" id="{B7C0D778-9577-E48A-7314-0E58E5830C2D}"/>
              </a:ext>
            </a:extLst>
          </p:cNvPr>
          <p:cNvSpPr txBox="1">
            <a:spLocks/>
          </p:cNvSpPr>
          <p:nvPr/>
        </p:nvSpPr>
        <p:spPr>
          <a:xfrm>
            <a:off x="695570" y="678337"/>
            <a:ext cx="10814539"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Tomorrow with GXP</a:t>
            </a:r>
          </a:p>
        </p:txBody>
      </p:sp>
      <p:sp>
        <p:nvSpPr>
          <p:cNvPr id="6" name="Chevron 7">
            <a:extLst>
              <a:ext uri="{FF2B5EF4-FFF2-40B4-BE49-F238E27FC236}">
                <a16:creationId xmlns:a16="http://schemas.microsoft.com/office/drawing/2014/main" id="{4B8B726B-6896-B818-1209-91C528360C95}"/>
              </a:ext>
            </a:extLst>
          </p:cNvPr>
          <p:cNvSpPr/>
          <p:nvPr/>
        </p:nvSpPr>
        <p:spPr>
          <a:xfrm>
            <a:off x="719451" y="1452502"/>
            <a:ext cx="1280502" cy="395068"/>
          </a:xfrm>
          <a:prstGeom prst="chevron">
            <a:avLst/>
          </a:prstGeom>
          <a:solidFill>
            <a:srgbClr val="E971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7" name="TextBox 6">
            <a:extLst>
              <a:ext uri="{FF2B5EF4-FFF2-40B4-BE49-F238E27FC236}">
                <a16:creationId xmlns:a16="http://schemas.microsoft.com/office/drawing/2014/main" id="{5C93869B-A462-C32C-2EBE-5C5CA1311EA7}"/>
              </a:ext>
            </a:extLst>
          </p:cNvPr>
          <p:cNvSpPr txBox="1"/>
          <p:nvPr/>
        </p:nvSpPr>
        <p:spPr>
          <a:xfrm>
            <a:off x="776383" y="1470050"/>
            <a:ext cx="117730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AWARENESS </a:t>
            </a:r>
            <a:b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b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&amp; CONVERSION</a:t>
            </a:r>
          </a:p>
        </p:txBody>
      </p:sp>
      <p:sp>
        <p:nvSpPr>
          <p:cNvPr id="26" name="Oval 25">
            <a:extLst>
              <a:ext uri="{FF2B5EF4-FFF2-40B4-BE49-F238E27FC236}">
                <a16:creationId xmlns:a16="http://schemas.microsoft.com/office/drawing/2014/main" id="{413BAA85-EA09-58F0-AB51-AA708B89F874}"/>
              </a:ext>
            </a:extLst>
          </p:cNvPr>
          <p:cNvSpPr/>
          <p:nvPr/>
        </p:nvSpPr>
        <p:spPr>
          <a:xfrm>
            <a:off x="998134" y="2466413"/>
            <a:ext cx="348368" cy="331305"/>
          </a:xfrm>
          <a:prstGeom prst="ellipse">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aramond" panose="02020404030301010803"/>
                <a:ea typeface="+mn-ea"/>
                <a:cs typeface="+mn-cs"/>
              </a:rPr>
              <a:t>1</a:t>
            </a:r>
          </a:p>
        </p:txBody>
      </p:sp>
      <p:sp>
        <p:nvSpPr>
          <p:cNvPr id="27" name="TextBox 26">
            <a:extLst>
              <a:ext uri="{FF2B5EF4-FFF2-40B4-BE49-F238E27FC236}">
                <a16:creationId xmlns:a16="http://schemas.microsoft.com/office/drawing/2014/main" id="{EA984592-828E-88B8-8879-8586495A4583}"/>
              </a:ext>
            </a:extLst>
          </p:cNvPr>
          <p:cNvSpPr txBox="1"/>
          <p:nvPr/>
        </p:nvSpPr>
        <p:spPr>
          <a:xfrm>
            <a:off x="1320260" y="2453254"/>
            <a:ext cx="1812565" cy="1136208"/>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GB" sz="1000" b="1" i="0" u="none" strike="noStrike" kern="1200" cap="none" spc="0" normalizeH="0" baseline="0" noProof="0">
                <a:ln>
                  <a:noFill/>
                </a:ln>
                <a:solidFill>
                  <a:srgbClr val="000000"/>
                </a:solidFill>
                <a:effectLst/>
                <a:uLnTx/>
                <a:uFillTx/>
                <a:latin typeface="Garamond" panose="02020404030301010803"/>
                <a:ea typeface="+mn-ea"/>
                <a:cs typeface="+mn-cs"/>
              </a:rPr>
              <a:t>UPCOMING BOOKINGS REVIEW</a:t>
            </a:r>
          </a:p>
          <a:p>
            <a:pPr marL="0" marR="0" lvl="0" indent="0" algn="l" defTabSz="914400" rtl="0" eaLnBrk="1" fontAlgn="auto" latinLnBrk="0" hangingPunct="1">
              <a:lnSpc>
                <a:spcPct val="90000"/>
              </a:lnSpc>
              <a:spcBef>
                <a:spcPts val="0"/>
              </a:spcBef>
              <a:spcAft>
                <a:spcPts val="800"/>
              </a:spcAft>
              <a:buClrTx/>
              <a:buSzTx/>
              <a:buFontTx/>
              <a:buNone/>
              <a:tabLst/>
              <a:defRPr/>
            </a:pPr>
            <a:r>
              <a:rPr kumimoji="0" lang="en-GB" sz="1000" b="0" i="0" u="none" strike="noStrike" kern="1200" cap="none" spc="0" normalizeH="0" baseline="0" noProof="0">
                <a:ln>
                  <a:noFill/>
                </a:ln>
                <a:solidFill>
                  <a:srgbClr val="000000"/>
                </a:solidFill>
                <a:effectLst/>
                <a:uLnTx/>
                <a:uFillTx/>
                <a:latin typeface="Garamond" panose="02020404030301010803"/>
                <a:ea typeface="+mn-ea"/>
                <a:cs typeface="+mn-cs"/>
              </a:rPr>
              <a:t>Merge and match profiles, define member tier, assign VIP code, delegate preferences for traces. </a:t>
            </a:r>
          </a:p>
          <a:p>
            <a:pPr marL="0" marR="0" lvl="0" indent="0" algn="l" defTabSz="914400" rtl="0" eaLnBrk="1" fontAlgn="auto" latinLnBrk="0" hangingPunct="1">
              <a:lnSpc>
                <a:spcPct val="100000"/>
              </a:lnSpc>
              <a:spcBef>
                <a:spcPts val="0"/>
              </a:spcBef>
              <a:spcAft>
                <a:spcPts val="5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91" name="TextBox 90">
            <a:extLst>
              <a:ext uri="{FF2B5EF4-FFF2-40B4-BE49-F238E27FC236}">
                <a16:creationId xmlns:a16="http://schemas.microsoft.com/office/drawing/2014/main" id="{386EB9A7-348B-FB89-6E4C-2735D31F5D84}"/>
              </a:ext>
            </a:extLst>
          </p:cNvPr>
          <p:cNvSpPr txBox="1"/>
          <p:nvPr/>
        </p:nvSpPr>
        <p:spPr>
          <a:xfrm>
            <a:off x="2799932" y="5300130"/>
            <a:ext cx="150483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Follow-up Actions </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97" name="Rectangle 96">
            <a:extLst>
              <a:ext uri="{FF2B5EF4-FFF2-40B4-BE49-F238E27FC236}">
                <a16:creationId xmlns:a16="http://schemas.microsoft.com/office/drawing/2014/main" id="{EF66161E-88F1-C868-90AE-A129085DD5CB}"/>
              </a:ext>
            </a:extLst>
          </p:cNvPr>
          <p:cNvSpPr/>
          <p:nvPr/>
        </p:nvSpPr>
        <p:spPr>
          <a:xfrm>
            <a:off x="2842827" y="5583611"/>
            <a:ext cx="6487689" cy="56124"/>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pic>
        <p:nvPicPr>
          <p:cNvPr id="75" name="Graphic 74" descr="Document outline">
            <a:extLst>
              <a:ext uri="{FF2B5EF4-FFF2-40B4-BE49-F238E27FC236}">
                <a16:creationId xmlns:a16="http://schemas.microsoft.com/office/drawing/2014/main" id="{9C4CA653-448C-B94B-41AF-6EA6032F6B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62017" y="5777888"/>
            <a:ext cx="274320" cy="277544"/>
          </a:xfrm>
          <a:prstGeom prst="rect">
            <a:avLst/>
          </a:prstGeom>
        </p:spPr>
      </p:pic>
      <p:sp>
        <p:nvSpPr>
          <p:cNvPr id="78" name="TextBox 77">
            <a:extLst>
              <a:ext uri="{FF2B5EF4-FFF2-40B4-BE49-F238E27FC236}">
                <a16:creationId xmlns:a16="http://schemas.microsoft.com/office/drawing/2014/main" id="{C0D3D8C5-0284-235B-AD18-9B1C7ABE2E02}"/>
              </a:ext>
            </a:extLst>
          </p:cNvPr>
          <p:cNvSpPr txBox="1"/>
          <p:nvPr/>
        </p:nvSpPr>
        <p:spPr>
          <a:xfrm>
            <a:off x="8315785" y="5777888"/>
            <a:ext cx="799527" cy="651781"/>
          </a:xfrm>
          <a:prstGeom prst="rect">
            <a:avLst/>
          </a:prstGeom>
          <a:noFill/>
        </p:spPr>
        <p:txBody>
          <a:bodyPr wrap="square" lIns="0" tIns="0" rIns="0" bIns="0">
            <a:spAutoFit/>
          </a:bodyPr>
          <a:lstStyle/>
          <a:p>
            <a:pPr marL="0" marR="0" lvl="0" indent="0" algn="l" defTabSz="914400" rtl="0" eaLnBrk="1" fontAlgn="auto" latinLnBrk="0" hangingPunct="1">
              <a:lnSpc>
                <a:spcPct val="80000"/>
              </a:lnSpc>
              <a:spcBef>
                <a:spcPts val="0"/>
              </a:spcBef>
              <a:spcAft>
                <a:spcPts val="500"/>
              </a:spcAft>
              <a:buClrTx/>
              <a:buSzTx/>
              <a:buFontTx/>
              <a:buNone/>
              <a:tabLst/>
              <a:defRPr/>
            </a:pP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Review &amp; assign traces for the relevant teams </a:t>
            </a:r>
            <a:b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b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to action. </a:t>
            </a:r>
            <a:endParaRPr kumimoji="0" lang="en-GB" sz="1050" b="0" i="1" u="none" strike="noStrike" kern="1200" cap="none" spc="0" normalizeH="0" baseline="0" noProof="0">
              <a:ln>
                <a:noFill/>
              </a:ln>
              <a:solidFill>
                <a:srgbClr val="000000"/>
              </a:solidFill>
              <a:effectLst/>
              <a:uLnTx/>
              <a:uFillTx/>
              <a:latin typeface="Garamond" panose="02020404030301010803" pitchFamily="18" charset="0"/>
              <a:ea typeface="+mn-ea"/>
              <a:cs typeface="+mn-cs"/>
            </a:endParaRPr>
          </a:p>
        </p:txBody>
      </p:sp>
      <p:sp>
        <p:nvSpPr>
          <p:cNvPr id="79" name="TextBox 78">
            <a:extLst>
              <a:ext uri="{FF2B5EF4-FFF2-40B4-BE49-F238E27FC236}">
                <a16:creationId xmlns:a16="http://schemas.microsoft.com/office/drawing/2014/main" id="{EE176CA2-2A85-E74C-E099-69920EDF83D4}"/>
              </a:ext>
            </a:extLst>
          </p:cNvPr>
          <p:cNvSpPr txBox="1"/>
          <p:nvPr/>
        </p:nvSpPr>
        <p:spPr>
          <a:xfrm>
            <a:off x="4617052" y="5777888"/>
            <a:ext cx="799527" cy="522515"/>
          </a:xfrm>
          <a:prstGeom prst="rect">
            <a:avLst/>
          </a:prstGeom>
          <a:noFill/>
        </p:spPr>
        <p:txBody>
          <a:bodyPr wrap="square" lIns="0" tIns="0" rIns="0" bIns="0">
            <a:spAutoFit/>
          </a:bodyPr>
          <a:lstStyle/>
          <a:p>
            <a:pPr marL="0" marR="0" lvl="0" indent="0" algn="l" defTabSz="914400" rtl="0" eaLnBrk="1" fontAlgn="auto" latinLnBrk="0" hangingPunct="1">
              <a:lnSpc>
                <a:spcPct val="80000"/>
              </a:lnSpc>
              <a:spcBef>
                <a:spcPts val="0"/>
              </a:spcBef>
              <a:spcAft>
                <a:spcPts val="500"/>
              </a:spcAft>
              <a:buClrTx/>
              <a:buSzTx/>
              <a:buFontTx/>
              <a:buNone/>
              <a:tabLst/>
              <a:defRPr/>
            </a:pP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Receive notification  </a:t>
            </a:r>
            <a:b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b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of completion </a:t>
            </a:r>
            <a:b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b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or update </a:t>
            </a:r>
            <a:endParaRPr kumimoji="0" lang="en-GB" sz="1050" b="0" i="1" u="none" strike="noStrike" kern="1200" cap="none" spc="0" normalizeH="0" baseline="0" noProof="0">
              <a:ln>
                <a:noFill/>
              </a:ln>
              <a:solidFill>
                <a:srgbClr val="000000"/>
              </a:solidFill>
              <a:effectLst/>
              <a:uLnTx/>
              <a:uFillTx/>
              <a:latin typeface="Garamond" panose="02020404030301010803" pitchFamily="18" charset="0"/>
              <a:ea typeface="+mn-ea"/>
              <a:cs typeface="+mn-cs"/>
            </a:endParaRPr>
          </a:p>
        </p:txBody>
      </p:sp>
      <p:pic>
        <p:nvPicPr>
          <p:cNvPr id="81" name="Graphic 80" descr="Ringer outline">
            <a:extLst>
              <a:ext uri="{FF2B5EF4-FFF2-40B4-BE49-F238E27FC236}">
                <a16:creationId xmlns:a16="http://schemas.microsoft.com/office/drawing/2014/main" id="{067D0F53-2BB3-43CE-69E5-454807BFE1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23115" y="5777888"/>
            <a:ext cx="274320" cy="236753"/>
          </a:xfrm>
          <a:prstGeom prst="rect">
            <a:avLst/>
          </a:prstGeom>
        </p:spPr>
      </p:pic>
      <p:sp>
        <p:nvSpPr>
          <p:cNvPr id="82" name="TextBox 81">
            <a:extLst>
              <a:ext uri="{FF2B5EF4-FFF2-40B4-BE49-F238E27FC236}">
                <a16:creationId xmlns:a16="http://schemas.microsoft.com/office/drawing/2014/main" id="{F0C5C847-2D2C-2D5B-88BF-BF6FABF24979}"/>
              </a:ext>
            </a:extLst>
          </p:cNvPr>
          <p:cNvSpPr txBox="1"/>
          <p:nvPr/>
        </p:nvSpPr>
        <p:spPr>
          <a:xfrm>
            <a:off x="5867498" y="5777888"/>
            <a:ext cx="799527" cy="651781"/>
          </a:xfrm>
          <a:prstGeom prst="rect">
            <a:avLst/>
          </a:prstGeom>
          <a:noFill/>
        </p:spPr>
        <p:txBody>
          <a:bodyPr wrap="square" lIns="0" tIns="0" rIns="0" bIns="0">
            <a:spAutoFit/>
          </a:bodyPr>
          <a:lstStyle/>
          <a:p>
            <a:pPr marL="0" marR="0" lvl="0" indent="0" algn="l" defTabSz="914400" rtl="0" eaLnBrk="1" fontAlgn="auto" latinLnBrk="0" hangingPunct="1">
              <a:lnSpc>
                <a:spcPct val="80000"/>
              </a:lnSpc>
              <a:spcBef>
                <a:spcPts val="0"/>
              </a:spcBef>
              <a:spcAft>
                <a:spcPts val="500"/>
              </a:spcAft>
              <a:buClrTx/>
              <a:buSzTx/>
              <a:buFontTx/>
              <a:buNone/>
              <a:tabLst/>
              <a:defRPr/>
            </a:pP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Follow-up </a:t>
            </a:r>
            <a:b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b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with guests </a:t>
            </a:r>
            <a:b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b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on preferred method of contact. </a:t>
            </a:r>
            <a:endParaRPr kumimoji="0" lang="en-GB" sz="1050" b="0" i="1" u="none" strike="noStrike" kern="1200" cap="none" spc="0" normalizeH="0" baseline="0" noProof="0">
              <a:ln>
                <a:noFill/>
              </a:ln>
              <a:solidFill>
                <a:srgbClr val="000000"/>
              </a:solidFill>
              <a:effectLst/>
              <a:uLnTx/>
              <a:uFillTx/>
              <a:latin typeface="Garamond" panose="02020404030301010803" pitchFamily="18" charset="0"/>
              <a:ea typeface="+mn-ea"/>
              <a:cs typeface="+mn-cs"/>
            </a:endParaRPr>
          </a:p>
        </p:txBody>
      </p:sp>
      <p:pic>
        <p:nvPicPr>
          <p:cNvPr id="83" name="Graphic 82" descr="Follow outline">
            <a:extLst>
              <a:ext uri="{FF2B5EF4-FFF2-40B4-BE49-F238E27FC236}">
                <a16:creationId xmlns:a16="http://schemas.microsoft.com/office/drawing/2014/main" id="{0ABA3BB9-F876-242E-01A2-C68F95F1963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97119" y="5777888"/>
            <a:ext cx="274320" cy="287337"/>
          </a:xfrm>
          <a:prstGeom prst="rect">
            <a:avLst/>
          </a:prstGeom>
        </p:spPr>
      </p:pic>
      <p:grpSp>
        <p:nvGrpSpPr>
          <p:cNvPr id="84" name="Group 83">
            <a:extLst>
              <a:ext uri="{FF2B5EF4-FFF2-40B4-BE49-F238E27FC236}">
                <a16:creationId xmlns:a16="http://schemas.microsoft.com/office/drawing/2014/main" id="{10B858E2-85D6-7790-0A0C-619C46C5F14F}"/>
              </a:ext>
            </a:extLst>
          </p:cNvPr>
          <p:cNvGrpSpPr/>
          <p:nvPr/>
        </p:nvGrpSpPr>
        <p:grpSpPr>
          <a:xfrm>
            <a:off x="5529644" y="5777888"/>
            <a:ext cx="274320" cy="274320"/>
            <a:chOff x="2614640" y="5118823"/>
            <a:chExt cx="295448" cy="282529"/>
          </a:xfrm>
        </p:grpSpPr>
        <p:pic>
          <p:nvPicPr>
            <p:cNvPr id="85" name="Graphic 84" descr="Back with solid fill">
              <a:extLst>
                <a:ext uri="{FF2B5EF4-FFF2-40B4-BE49-F238E27FC236}">
                  <a16:creationId xmlns:a16="http://schemas.microsoft.com/office/drawing/2014/main" id="{066A214D-7E5E-171A-9A89-00790CD3B67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97658" y="5188922"/>
              <a:ext cx="212430" cy="212430"/>
            </a:xfrm>
            <a:prstGeom prst="rect">
              <a:avLst/>
            </a:prstGeom>
          </p:spPr>
        </p:pic>
        <p:pic>
          <p:nvPicPr>
            <p:cNvPr id="88" name="Graphic 87" descr="Envelope outline">
              <a:extLst>
                <a:ext uri="{FF2B5EF4-FFF2-40B4-BE49-F238E27FC236}">
                  <a16:creationId xmlns:a16="http://schemas.microsoft.com/office/drawing/2014/main" id="{8254F868-292E-D9E5-F97F-ED097B21E2E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14640" y="5118823"/>
              <a:ext cx="274320" cy="274320"/>
            </a:xfrm>
            <a:prstGeom prst="rect">
              <a:avLst/>
            </a:prstGeom>
          </p:spPr>
        </p:pic>
      </p:grpSp>
      <p:sp>
        <p:nvSpPr>
          <p:cNvPr id="90" name="TextBox 89">
            <a:extLst>
              <a:ext uri="{FF2B5EF4-FFF2-40B4-BE49-F238E27FC236}">
                <a16:creationId xmlns:a16="http://schemas.microsoft.com/office/drawing/2014/main" id="{C3456946-8026-0703-4CF0-6ECA2FEAFBAB}"/>
              </a:ext>
            </a:extLst>
          </p:cNvPr>
          <p:cNvSpPr txBox="1"/>
          <p:nvPr/>
        </p:nvSpPr>
        <p:spPr>
          <a:xfrm>
            <a:off x="7003105" y="5777888"/>
            <a:ext cx="911291" cy="522515"/>
          </a:xfrm>
          <a:prstGeom prst="rect">
            <a:avLst/>
          </a:prstGeom>
          <a:noFill/>
        </p:spPr>
        <p:txBody>
          <a:bodyPr wrap="square" lIns="0" tIns="0" rIns="0" bIns="0">
            <a:spAutoFit/>
          </a:bodyPr>
          <a:lstStyle/>
          <a:p>
            <a:pPr marL="0" marR="0" lvl="0" indent="0" algn="l" defTabSz="914400" rtl="0" eaLnBrk="1" fontAlgn="auto" latinLnBrk="0" hangingPunct="1">
              <a:lnSpc>
                <a:spcPct val="80000"/>
              </a:lnSpc>
              <a:spcBef>
                <a:spcPts val="0"/>
              </a:spcBef>
              <a:spcAft>
                <a:spcPts val="500"/>
              </a:spcAft>
              <a:buClrTx/>
              <a:buSzTx/>
              <a:buFontTx/>
              <a:buNone/>
              <a:tabLst/>
              <a:defRPr/>
            </a:pP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Bring colleagues into the conversation </a:t>
            </a:r>
            <a:b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br>
            <a:r>
              <a:rPr kumimoji="0" lang="en-GB" sz="1050" b="0" i="0" u="none" strike="noStrike" kern="1200" cap="none" spc="0" normalizeH="0" baseline="0" noProof="0">
                <a:ln>
                  <a:noFill/>
                </a:ln>
                <a:solidFill>
                  <a:srgbClr val="000000"/>
                </a:solidFill>
                <a:effectLst/>
                <a:uLnTx/>
                <a:uFillTx/>
                <a:latin typeface="Garamond" panose="02020404030301010803" pitchFamily="18" charset="0"/>
                <a:ea typeface="+mn-ea"/>
                <a:cs typeface="+mn-cs"/>
              </a:rPr>
              <a:t>to support  </a:t>
            </a:r>
            <a:endParaRPr kumimoji="0" lang="en-GB" sz="1050" b="0" i="1" u="none" strike="noStrike" kern="1200" cap="none" spc="0" normalizeH="0" baseline="0" noProof="0">
              <a:ln>
                <a:noFill/>
              </a:ln>
              <a:solidFill>
                <a:srgbClr val="000000"/>
              </a:solidFill>
              <a:effectLst/>
              <a:uLnTx/>
              <a:uFillTx/>
              <a:latin typeface="Garamond" panose="02020404030301010803" pitchFamily="18" charset="0"/>
              <a:ea typeface="+mn-ea"/>
              <a:cs typeface="+mn-cs"/>
            </a:endParaRPr>
          </a:p>
        </p:txBody>
      </p:sp>
      <p:pic>
        <p:nvPicPr>
          <p:cNvPr id="107" name="Graphic 106" descr="Monthly calendar outline">
            <a:extLst>
              <a:ext uri="{FF2B5EF4-FFF2-40B4-BE49-F238E27FC236}">
                <a16:creationId xmlns:a16="http://schemas.microsoft.com/office/drawing/2014/main" id="{0048B0A3-1673-6C4B-FA30-C8BD9F3DA0B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73331" y="3347020"/>
            <a:ext cx="198177" cy="198177"/>
          </a:xfrm>
          <a:prstGeom prst="rect">
            <a:avLst/>
          </a:prstGeom>
        </p:spPr>
      </p:pic>
      <p:sp>
        <p:nvSpPr>
          <p:cNvPr id="109" name="TextBox 108">
            <a:extLst>
              <a:ext uri="{FF2B5EF4-FFF2-40B4-BE49-F238E27FC236}">
                <a16:creationId xmlns:a16="http://schemas.microsoft.com/office/drawing/2014/main" id="{65CC7DC5-C38D-C76C-56E7-413549F324CC}"/>
              </a:ext>
            </a:extLst>
          </p:cNvPr>
          <p:cNvSpPr txBox="1"/>
          <p:nvPr/>
        </p:nvSpPr>
        <p:spPr>
          <a:xfrm>
            <a:off x="1521522" y="3317169"/>
            <a:ext cx="149529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GB" sz="800" b="0"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t>Review of arrivals </a:t>
            </a:r>
            <a:br>
              <a:rPr kumimoji="0" lang="en-GB" sz="800" b="0"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br>
            <a:r>
              <a:rPr kumimoji="0" lang="en-GB" sz="800" b="0"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t>14, 7 &amp; 3 days in advance. </a:t>
            </a:r>
          </a:p>
        </p:txBody>
      </p:sp>
      <p:sp>
        <p:nvSpPr>
          <p:cNvPr id="62" name="Pentagon 61">
            <a:extLst>
              <a:ext uri="{FF2B5EF4-FFF2-40B4-BE49-F238E27FC236}">
                <a16:creationId xmlns:a16="http://schemas.microsoft.com/office/drawing/2014/main" id="{E0607AEB-2559-05B4-884C-C6C6D708DEA0}"/>
              </a:ext>
            </a:extLst>
          </p:cNvPr>
          <p:cNvSpPr/>
          <p:nvPr/>
        </p:nvSpPr>
        <p:spPr>
          <a:xfrm rot="5400000">
            <a:off x="5360369" y="3397123"/>
            <a:ext cx="2090678" cy="1903504"/>
          </a:xfrm>
          <a:prstGeom prst="homePlate">
            <a:avLst>
              <a:gd name="adj" fmla="val 20309"/>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64" name="Pentagon 63">
            <a:extLst>
              <a:ext uri="{FF2B5EF4-FFF2-40B4-BE49-F238E27FC236}">
                <a16:creationId xmlns:a16="http://schemas.microsoft.com/office/drawing/2014/main" id="{38AE9024-1917-3F04-5B43-4E04DD7A48B0}"/>
              </a:ext>
            </a:extLst>
          </p:cNvPr>
          <p:cNvSpPr/>
          <p:nvPr/>
        </p:nvSpPr>
        <p:spPr>
          <a:xfrm rot="5400000">
            <a:off x="7309817" y="3389978"/>
            <a:ext cx="2090678" cy="1903504"/>
          </a:xfrm>
          <a:prstGeom prst="homePlate">
            <a:avLst>
              <a:gd name="adj" fmla="val 20309"/>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87" name="Pentagon 86">
            <a:extLst>
              <a:ext uri="{FF2B5EF4-FFF2-40B4-BE49-F238E27FC236}">
                <a16:creationId xmlns:a16="http://schemas.microsoft.com/office/drawing/2014/main" id="{77AD4334-A80A-F364-AE63-40343A84089A}"/>
              </a:ext>
            </a:extLst>
          </p:cNvPr>
          <p:cNvSpPr/>
          <p:nvPr/>
        </p:nvSpPr>
        <p:spPr>
          <a:xfrm rot="5400000">
            <a:off x="3386486" y="3404263"/>
            <a:ext cx="2090673" cy="1903504"/>
          </a:xfrm>
          <a:prstGeom prst="homePlate">
            <a:avLst>
              <a:gd name="adj" fmla="val 20309"/>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29" name="Rectangle 28">
            <a:extLst>
              <a:ext uri="{FF2B5EF4-FFF2-40B4-BE49-F238E27FC236}">
                <a16:creationId xmlns:a16="http://schemas.microsoft.com/office/drawing/2014/main" id="{9E0F548E-EA46-C50C-1EDC-F40755CF5C82}"/>
              </a:ext>
            </a:extLst>
          </p:cNvPr>
          <p:cNvSpPr/>
          <p:nvPr/>
        </p:nvSpPr>
        <p:spPr>
          <a:xfrm>
            <a:off x="3501454" y="3199135"/>
            <a:ext cx="1879471" cy="53528"/>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39" name="TextBox 38">
            <a:extLst>
              <a:ext uri="{FF2B5EF4-FFF2-40B4-BE49-F238E27FC236}">
                <a16:creationId xmlns:a16="http://schemas.microsoft.com/office/drawing/2014/main" id="{388DBDD8-7E2B-9420-7F54-EB03A3C098AC}"/>
              </a:ext>
            </a:extLst>
          </p:cNvPr>
          <p:cNvSpPr txBox="1"/>
          <p:nvPr/>
        </p:nvSpPr>
        <p:spPr>
          <a:xfrm>
            <a:off x="5903648" y="4567654"/>
            <a:ext cx="1001483" cy="123111"/>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GB" sz="800" b="0"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t>Arrival -4 Days </a:t>
            </a:r>
          </a:p>
        </p:txBody>
      </p:sp>
      <p:pic>
        <p:nvPicPr>
          <p:cNvPr id="41" name="Graphic 40" descr="Envelope outline">
            <a:extLst>
              <a:ext uri="{FF2B5EF4-FFF2-40B4-BE49-F238E27FC236}">
                <a16:creationId xmlns:a16="http://schemas.microsoft.com/office/drawing/2014/main" id="{3770F968-024F-EF80-7F4C-CC79F2795A7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28052" y="4517224"/>
            <a:ext cx="182506" cy="234118"/>
          </a:xfrm>
          <a:prstGeom prst="rect">
            <a:avLst/>
          </a:prstGeom>
        </p:spPr>
      </p:pic>
      <p:sp>
        <p:nvSpPr>
          <p:cNvPr id="44" name="TextBox 43">
            <a:extLst>
              <a:ext uri="{FF2B5EF4-FFF2-40B4-BE49-F238E27FC236}">
                <a16:creationId xmlns:a16="http://schemas.microsoft.com/office/drawing/2014/main" id="{CDE9440C-0E71-FA24-E9EC-BD9891F7F5F7}"/>
              </a:ext>
            </a:extLst>
          </p:cNvPr>
          <p:cNvSpPr txBox="1"/>
          <p:nvPr/>
        </p:nvSpPr>
        <p:spPr>
          <a:xfrm>
            <a:off x="7493719" y="3361758"/>
            <a:ext cx="1779310" cy="1591983"/>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Garamond" panose="02020404030301010803"/>
                <a:ea typeface="+mn-ea"/>
                <a:cs typeface="+mn-cs"/>
              </a:rPr>
              <a:t>APP COMPLETION </a:t>
            </a:r>
            <a:br>
              <a:rPr kumimoji="0" lang="en-US" sz="1050" b="1" i="0" u="none" strike="noStrike" kern="1200" cap="none" spc="0" normalizeH="0" baseline="0" noProof="0">
                <a:ln>
                  <a:noFill/>
                </a:ln>
                <a:solidFill>
                  <a:srgbClr val="000000"/>
                </a:solidFill>
                <a:effectLst/>
                <a:uLnTx/>
                <a:uFillTx/>
                <a:latin typeface="Garamond" panose="02020404030301010803"/>
                <a:ea typeface="+mn-ea"/>
                <a:cs typeface="+mn-cs"/>
              </a:rPr>
            </a:br>
            <a:r>
              <a:rPr kumimoji="0" lang="en-US" sz="1050" b="1" i="0" u="none" strike="noStrike" kern="1200" cap="none" spc="0" normalizeH="0" baseline="0" noProof="0">
                <a:ln>
                  <a:noFill/>
                </a:ln>
                <a:solidFill>
                  <a:srgbClr val="000000"/>
                </a:solidFill>
                <a:effectLst/>
                <a:uLnTx/>
                <a:uFillTx/>
                <a:latin typeface="Garamond" panose="02020404030301010803"/>
                <a:ea typeface="+mn-ea"/>
                <a:cs typeface="+mn-cs"/>
              </a:rPr>
              <a:t>OF STAY PREFERENCES </a:t>
            </a:r>
            <a:r>
              <a:rPr kumimoji="0" lang="en-US" sz="1050" b="1" i="1" u="none" strike="noStrike" kern="1200" cap="none" spc="0" normalizeH="0" baseline="0" noProof="0">
                <a:ln>
                  <a:noFill/>
                </a:ln>
                <a:solidFill>
                  <a:srgbClr val="000000"/>
                </a:solidFill>
                <a:effectLst/>
                <a:uLnTx/>
                <a:uFillTx/>
                <a:latin typeface="Garamond" panose="02020404030301010803"/>
                <a:ea typeface="+mn-ea"/>
                <a:cs typeface="+mn-cs"/>
              </a:rPr>
              <a:t>FOR</a:t>
            </a:r>
            <a:r>
              <a:rPr kumimoji="0" lang="en-US" sz="1050" b="1" i="0" u="none" strike="noStrike" kern="1200" cap="none" spc="0" normalizeH="0" baseline="0" noProof="0">
                <a:ln>
                  <a:noFill/>
                </a:ln>
                <a:solidFill>
                  <a:srgbClr val="000000"/>
                </a:solidFill>
                <a:effectLst/>
                <a:uLnTx/>
                <a:uFillTx/>
                <a:latin typeface="Garamond" panose="02020404030301010803"/>
                <a:ea typeface="+mn-ea"/>
                <a:cs typeface="+mn-cs"/>
              </a:rPr>
              <a:t> </a:t>
            </a:r>
            <a:r>
              <a:rPr kumimoji="0" lang="en-US" sz="1050" b="1" i="1" u="none" strike="noStrike" kern="1200" cap="none" spc="0" normalizeH="0" baseline="0" noProof="0">
                <a:ln>
                  <a:noFill/>
                </a:ln>
                <a:solidFill>
                  <a:srgbClr val="000000"/>
                </a:solidFill>
                <a:effectLst/>
                <a:uLnTx/>
                <a:uFillTx/>
                <a:latin typeface="Garamond" panose="02020404030301010803"/>
                <a:ea typeface="+mn-ea"/>
                <a:cs typeface="+mn-cs"/>
              </a:rPr>
              <a:t>FMO MEMBERS ONLY</a:t>
            </a:r>
          </a:p>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0" i="0" u="none" strike="noStrike" kern="1200" cap="none" spc="0" normalizeH="0" baseline="0" noProof="0">
                <a:ln>
                  <a:noFill/>
                </a:ln>
                <a:solidFill>
                  <a:srgbClr val="000000"/>
                </a:solidFill>
                <a:effectLst/>
                <a:uLnTx/>
                <a:uFillTx/>
                <a:latin typeface="Garamond" panose="02020404030301010803"/>
                <a:ea typeface="+mn-ea"/>
                <a:cs typeface="+mn-cs"/>
              </a:rPr>
              <a:t>Fans with bookings can log-in and complete stay preferences. Non-members will be prompted to download App and join Fans of M.O. </a:t>
            </a:r>
            <a:endParaRPr kumimoji="0" lang="en-GB" sz="105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47" name="TextBox 46">
            <a:extLst>
              <a:ext uri="{FF2B5EF4-FFF2-40B4-BE49-F238E27FC236}">
                <a16:creationId xmlns:a16="http://schemas.microsoft.com/office/drawing/2014/main" id="{05325230-816A-031D-5F52-2D7BF1B98F6A}"/>
              </a:ext>
            </a:extLst>
          </p:cNvPr>
          <p:cNvSpPr txBox="1"/>
          <p:nvPr/>
        </p:nvSpPr>
        <p:spPr>
          <a:xfrm>
            <a:off x="5475464" y="3376879"/>
            <a:ext cx="1836052" cy="1206412"/>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Garamond" panose="02020404030301010803"/>
                <a:ea typeface="+mn-ea"/>
                <a:cs typeface="+mn-cs"/>
              </a:rPr>
              <a:t>BRAND-LED EMAIL OUTREACH </a:t>
            </a:r>
            <a:r>
              <a:rPr kumimoji="0" lang="en-US" sz="1050" b="1" i="1" u="none" strike="noStrike" kern="1200" cap="none" spc="0" normalizeH="0" baseline="0" noProof="0">
                <a:ln>
                  <a:noFill/>
                </a:ln>
                <a:solidFill>
                  <a:srgbClr val="000000"/>
                </a:solidFill>
                <a:effectLst/>
                <a:uLnTx/>
                <a:uFillTx/>
                <a:latin typeface="Garamond" panose="02020404030301010803"/>
                <a:ea typeface="+mn-ea"/>
                <a:cs typeface="+mn-cs"/>
              </a:rPr>
              <a:t>FOR CONTACTABLE GUESTS</a:t>
            </a:r>
          </a:p>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0" i="0" u="none" strike="noStrike" kern="1200" cap="none" spc="0" normalizeH="0" baseline="0" noProof="0">
                <a:ln>
                  <a:noFill/>
                </a:ln>
                <a:solidFill>
                  <a:srgbClr val="000000"/>
                </a:solidFill>
                <a:effectLst/>
                <a:uLnTx/>
                <a:uFillTx/>
                <a:latin typeface="Garamond" panose="02020404030301010803"/>
                <a:ea typeface="+mn-ea"/>
                <a:cs typeface="+mn-cs"/>
              </a:rPr>
              <a:t>Automated email sent 4 days before arrival to all bookings with associated personal email. </a:t>
            </a:r>
          </a:p>
        </p:txBody>
      </p:sp>
      <p:sp>
        <p:nvSpPr>
          <p:cNvPr id="48" name="TextBox 47">
            <a:extLst>
              <a:ext uri="{FF2B5EF4-FFF2-40B4-BE49-F238E27FC236}">
                <a16:creationId xmlns:a16="http://schemas.microsoft.com/office/drawing/2014/main" id="{0D6F21F4-E2FB-98B1-717E-6FC773424421}"/>
              </a:ext>
            </a:extLst>
          </p:cNvPr>
          <p:cNvSpPr txBox="1"/>
          <p:nvPr/>
        </p:nvSpPr>
        <p:spPr>
          <a:xfrm>
            <a:off x="3562781" y="3377587"/>
            <a:ext cx="1836052" cy="1175835"/>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Garamond" panose="02020404030301010803"/>
                <a:ea typeface="+mn-ea"/>
                <a:cs typeface="+mn-cs"/>
              </a:rPr>
              <a:t>PERSONAL OUTREACH </a:t>
            </a:r>
            <a:r>
              <a:rPr kumimoji="0" lang="en-US" sz="1050" b="1" i="1" u="none" strike="noStrike" kern="1200" cap="none" spc="0" normalizeH="0" baseline="0" noProof="0">
                <a:ln>
                  <a:noFill/>
                </a:ln>
                <a:solidFill>
                  <a:srgbClr val="000000"/>
                </a:solidFill>
                <a:effectLst/>
                <a:uLnTx/>
                <a:uFillTx/>
                <a:latin typeface="Garamond" panose="02020404030301010803"/>
                <a:ea typeface="+mn-ea"/>
                <a:cs typeface="+mn-cs"/>
              </a:rPr>
              <a:t>FOR HIGH VALUE GUESTS</a:t>
            </a:r>
            <a:endParaRPr kumimoji="0" lang="en-US" sz="1050" b="0" i="1" u="none" strike="noStrike" kern="1200" cap="none" spc="0" normalizeH="0" baseline="0" noProof="0">
              <a:ln>
                <a:noFill/>
              </a:ln>
              <a:solidFill>
                <a:srgbClr val="000000"/>
              </a:solidFill>
              <a:effectLst/>
              <a:uLnTx/>
              <a:uFillTx/>
              <a:latin typeface="Garamond" panose="02020404030301010803"/>
              <a:ea typeface="+mn-ea"/>
              <a:cs typeface="+mn-cs"/>
            </a:endParaRPr>
          </a:p>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0" i="0" u="none" strike="noStrike" kern="1200" cap="none" spc="0" normalizeH="0" baseline="0" noProof="0">
                <a:ln>
                  <a:noFill/>
                </a:ln>
                <a:solidFill>
                  <a:srgbClr val="000000"/>
                </a:solidFill>
                <a:effectLst/>
                <a:uLnTx/>
                <a:uFillTx/>
                <a:latin typeface="Garamond" panose="02020404030301010803"/>
                <a:ea typeface="+mn-ea"/>
                <a:cs typeface="+mn-cs"/>
              </a:rPr>
              <a:t>Personal outreach coordinated and supported by senior and dedicated colleague – </a:t>
            </a:r>
            <a:r>
              <a:rPr kumimoji="0" lang="en-US" sz="1050" b="0" i="1" u="none" strike="noStrike" kern="1200" cap="none" spc="0" normalizeH="0" baseline="0" noProof="0">
                <a:ln>
                  <a:noFill/>
                </a:ln>
                <a:solidFill>
                  <a:srgbClr val="000000"/>
                </a:solidFill>
                <a:effectLst/>
                <a:uLnTx/>
                <a:uFillTx/>
                <a:latin typeface="Garamond" panose="02020404030301010803"/>
                <a:ea typeface="+mn-ea"/>
                <a:cs typeface="+mn-cs"/>
              </a:rPr>
              <a:t>more </a:t>
            </a:r>
            <a:br>
              <a:rPr kumimoji="0" lang="en-US" sz="1050" b="0" i="1" u="none" strike="noStrike" kern="1200" cap="none" spc="0" normalizeH="0" baseline="0" noProof="0">
                <a:ln>
                  <a:noFill/>
                </a:ln>
                <a:solidFill>
                  <a:srgbClr val="000000"/>
                </a:solidFill>
                <a:effectLst/>
                <a:uLnTx/>
                <a:uFillTx/>
                <a:latin typeface="Garamond" panose="02020404030301010803"/>
                <a:ea typeface="+mn-ea"/>
                <a:cs typeface="+mn-cs"/>
              </a:rPr>
            </a:br>
            <a:r>
              <a:rPr kumimoji="0" lang="en-US" sz="1050" b="0" i="1" u="none" strike="noStrike" kern="1200" cap="none" spc="0" normalizeH="0" baseline="0" noProof="0">
                <a:ln>
                  <a:noFill/>
                </a:ln>
                <a:solidFill>
                  <a:srgbClr val="000000"/>
                </a:solidFill>
                <a:effectLst/>
                <a:uLnTx/>
                <a:uFillTx/>
                <a:latin typeface="Garamond" panose="02020404030301010803"/>
                <a:ea typeface="+mn-ea"/>
                <a:cs typeface="+mn-cs"/>
              </a:rPr>
              <a:t>to come soon on ‘The Fan Maker’</a:t>
            </a:r>
          </a:p>
        </p:txBody>
      </p:sp>
      <p:sp>
        <p:nvSpPr>
          <p:cNvPr id="60" name="Rectangle 59">
            <a:extLst>
              <a:ext uri="{FF2B5EF4-FFF2-40B4-BE49-F238E27FC236}">
                <a16:creationId xmlns:a16="http://schemas.microsoft.com/office/drawing/2014/main" id="{6F3F22F0-E6FC-F7D3-FAAE-E47EADE2BD40}"/>
              </a:ext>
            </a:extLst>
          </p:cNvPr>
          <p:cNvSpPr/>
          <p:nvPr/>
        </p:nvSpPr>
        <p:spPr>
          <a:xfrm>
            <a:off x="5441737" y="3199135"/>
            <a:ext cx="1879471" cy="53528"/>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61" name="Rectangle 60">
            <a:extLst>
              <a:ext uri="{FF2B5EF4-FFF2-40B4-BE49-F238E27FC236}">
                <a16:creationId xmlns:a16="http://schemas.microsoft.com/office/drawing/2014/main" id="{7CF272C5-2B00-C48F-00A1-B6C18A9BB52B}"/>
              </a:ext>
            </a:extLst>
          </p:cNvPr>
          <p:cNvSpPr/>
          <p:nvPr/>
        </p:nvSpPr>
        <p:spPr>
          <a:xfrm>
            <a:off x="7407904" y="3199135"/>
            <a:ext cx="1879471" cy="53528"/>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63" name="TextBox 62">
            <a:extLst>
              <a:ext uri="{FF2B5EF4-FFF2-40B4-BE49-F238E27FC236}">
                <a16:creationId xmlns:a16="http://schemas.microsoft.com/office/drawing/2014/main" id="{0856EE42-84EA-F23A-EA39-92B777DFA816}"/>
              </a:ext>
            </a:extLst>
          </p:cNvPr>
          <p:cNvSpPr txBox="1"/>
          <p:nvPr/>
        </p:nvSpPr>
        <p:spPr>
          <a:xfrm>
            <a:off x="5464489" y="2993938"/>
            <a:ext cx="1605899" cy="252243"/>
          </a:xfrm>
          <a:prstGeom prst="rect">
            <a:avLst/>
          </a:prstGeom>
          <a:noFill/>
          <a:ln w="12700">
            <a:miter lim="4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D2B062"/>
                </a:solidFill>
                <a:effectLst/>
                <a:uLnTx/>
                <a:uFillTx/>
                <a:latin typeface="Aptos" panose="020B0004020202020204" pitchFamily="34" charset="0"/>
                <a:ea typeface="Helvetica Neue"/>
                <a:cs typeface="Helvetica Neue"/>
              </a:rPr>
              <a:t>NEW! </a:t>
            </a:r>
          </a:p>
        </p:txBody>
      </p:sp>
      <p:sp>
        <p:nvSpPr>
          <p:cNvPr id="69" name="TextBox 68">
            <a:extLst>
              <a:ext uri="{FF2B5EF4-FFF2-40B4-BE49-F238E27FC236}">
                <a16:creationId xmlns:a16="http://schemas.microsoft.com/office/drawing/2014/main" id="{8498C554-6B54-0271-8816-89F1C6458070}"/>
              </a:ext>
            </a:extLst>
          </p:cNvPr>
          <p:cNvSpPr txBox="1"/>
          <p:nvPr/>
        </p:nvSpPr>
        <p:spPr>
          <a:xfrm>
            <a:off x="7407905" y="2993938"/>
            <a:ext cx="1605898" cy="215444"/>
          </a:xfrm>
          <a:prstGeom prst="rect">
            <a:avLst/>
          </a:prstGeom>
          <a:noFill/>
          <a:ln w="12700">
            <a:miter lim="4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D2B062"/>
                </a:solidFill>
                <a:effectLst/>
                <a:uLnTx/>
                <a:uFillTx/>
                <a:latin typeface="Aptos" panose="020B0004020202020204" pitchFamily="34" charset="0"/>
                <a:ea typeface="Helvetica Neue"/>
                <a:cs typeface="Helvetica Neue"/>
              </a:rPr>
              <a:t>NEW!  ALWAYS AVALIBLE  </a:t>
            </a:r>
          </a:p>
        </p:txBody>
      </p:sp>
      <p:sp>
        <p:nvSpPr>
          <p:cNvPr id="70" name="TextBox 69">
            <a:extLst>
              <a:ext uri="{FF2B5EF4-FFF2-40B4-BE49-F238E27FC236}">
                <a16:creationId xmlns:a16="http://schemas.microsoft.com/office/drawing/2014/main" id="{474921FD-4E24-895A-435C-566FAF2A8A7A}"/>
              </a:ext>
            </a:extLst>
          </p:cNvPr>
          <p:cNvSpPr txBox="1"/>
          <p:nvPr/>
        </p:nvSpPr>
        <p:spPr>
          <a:xfrm>
            <a:off x="3480070" y="2993938"/>
            <a:ext cx="1605899" cy="215444"/>
          </a:xfrm>
          <a:prstGeom prst="rect">
            <a:avLst/>
          </a:prstGeom>
          <a:noFill/>
          <a:ln w="12700">
            <a:miter lim="4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5E5E5E"/>
                </a:solidFill>
                <a:effectLst/>
                <a:uLnTx/>
                <a:uFillTx/>
                <a:latin typeface="Aptos" panose="020B0004020202020204" pitchFamily="34" charset="0"/>
                <a:ea typeface="Helvetica Neue"/>
                <a:cs typeface="Helvetica Neue"/>
              </a:rPr>
              <a:t>TODAY </a:t>
            </a:r>
          </a:p>
        </p:txBody>
      </p:sp>
      <p:sp>
        <p:nvSpPr>
          <p:cNvPr id="114" name="Rectangle 113">
            <a:extLst>
              <a:ext uri="{FF2B5EF4-FFF2-40B4-BE49-F238E27FC236}">
                <a16:creationId xmlns:a16="http://schemas.microsoft.com/office/drawing/2014/main" id="{2DA89C42-665E-D5E1-9894-42CEE711CDDD}"/>
              </a:ext>
            </a:extLst>
          </p:cNvPr>
          <p:cNvSpPr/>
          <p:nvPr/>
        </p:nvSpPr>
        <p:spPr>
          <a:xfrm>
            <a:off x="9804999" y="5584164"/>
            <a:ext cx="1694184" cy="45720"/>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41" name="TextBox 140">
            <a:extLst>
              <a:ext uri="{FF2B5EF4-FFF2-40B4-BE49-F238E27FC236}">
                <a16:creationId xmlns:a16="http://schemas.microsoft.com/office/drawing/2014/main" id="{337F1BEE-27C6-9668-6FBF-24847999288B}"/>
              </a:ext>
            </a:extLst>
          </p:cNvPr>
          <p:cNvSpPr txBox="1"/>
          <p:nvPr/>
        </p:nvSpPr>
        <p:spPr>
          <a:xfrm>
            <a:off x="9732321" y="5329199"/>
            <a:ext cx="2085583"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Pre-Arrival Preparation </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42" name="TextBox 141">
            <a:extLst>
              <a:ext uri="{FF2B5EF4-FFF2-40B4-BE49-F238E27FC236}">
                <a16:creationId xmlns:a16="http://schemas.microsoft.com/office/drawing/2014/main" id="{9FABFBDD-D855-71F7-4135-8BE18C018113}"/>
              </a:ext>
            </a:extLst>
          </p:cNvPr>
          <p:cNvSpPr txBox="1"/>
          <p:nvPr/>
        </p:nvSpPr>
        <p:spPr>
          <a:xfrm>
            <a:off x="9803151" y="5728693"/>
            <a:ext cx="1897820" cy="9258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GB" sz="1000" b="1" i="0" u="none" strike="noStrike" kern="1200" cap="none" spc="0" normalizeH="0" baseline="0" noProof="0">
                <a:ln>
                  <a:noFill/>
                </a:ln>
                <a:solidFill>
                  <a:srgbClr val="000000"/>
                </a:solidFill>
                <a:effectLst/>
                <a:uLnTx/>
                <a:uFillTx/>
                <a:latin typeface="Garamond" panose="02020404030301010803"/>
                <a:ea typeface="+mn-ea"/>
                <a:cs typeface="+mn-cs"/>
              </a:rPr>
              <a:t>COMMUNICATE &amp; DELIVER PREFERENCES </a:t>
            </a:r>
          </a:p>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GB" sz="1000" b="0" i="0" u="none" strike="noStrike" kern="1200" cap="none" spc="0" normalizeH="0" baseline="0" noProof="0">
                <a:ln>
                  <a:noFill/>
                </a:ln>
                <a:solidFill>
                  <a:srgbClr val="000000"/>
                </a:solidFill>
                <a:effectLst/>
                <a:uLnTx/>
                <a:uFillTx/>
                <a:latin typeface="Garamond" panose="02020404030301010803"/>
                <a:ea typeface="+mn-ea"/>
                <a:cs typeface="+mn-cs"/>
              </a:rPr>
              <a:t>Review </a:t>
            </a:r>
            <a:r>
              <a:rPr kumimoji="0" lang="en-GB" sz="1000" b="0" i="0" u="none" strike="noStrike" kern="1200" cap="none" spc="0" normalizeH="0" baseline="0" noProof="0" dirty="0">
                <a:ln>
                  <a:noFill/>
                </a:ln>
                <a:solidFill>
                  <a:srgbClr val="000000"/>
                </a:solidFill>
                <a:effectLst/>
                <a:uLnTx/>
                <a:uFillTx/>
                <a:latin typeface="Garamond" panose="02020404030301010803"/>
                <a:ea typeface="+mn-ea"/>
                <a:cs typeface="+mn-cs"/>
              </a:rPr>
              <a:t>preferences, confirm traces and prepare arrival report and VIP ‘Fan Mail’ </a:t>
            </a:r>
          </a:p>
        </p:txBody>
      </p:sp>
      <p:sp>
        <p:nvSpPr>
          <p:cNvPr id="146" name="TextBox 145">
            <a:extLst>
              <a:ext uri="{FF2B5EF4-FFF2-40B4-BE49-F238E27FC236}">
                <a16:creationId xmlns:a16="http://schemas.microsoft.com/office/drawing/2014/main" id="{BC02D627-5C6B-21F8-482D-E423A4E77056}"/>
              </a:ext>
            </a:extLst>
          </p:cNvPr>
          <p:cNvSpPr txBox="1"/>
          <p:nvPr/>
        </p:nvSpPr>
        <p:spPr>
          <a:xfrm>
            <a:off x="737794" y="1971391"/>
            <a:ext cx="223523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New Booking Handling </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47" name="Rectangle 146">
            <a:extLst>
              <a:ext uri="{FF2B5EF4-FFF2-40B4-BE49-F238E27FC236}">
                <a16:creationId xmlns:a16="http://schemas.microsoft.com/office/drawing/2014/main" id="{D8BBD80B-97B4-75A2-C036-04AEAB4D3E0B}"/>
              </a:ext>
            </a:extLst>
          </p:cNvPr>
          <p:cNvSpPr/>
          <p:nvPr/>
        </p:nvSpPr>
        <p:spPr>
          <a:xfrm>
            <a:off x="793498" y="2237012"/>
            <a:ext cx="8513410" cy="45719"/>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cxnSp>
        <p:nvCxnSpPr>
          <p:cNvPr id="153" name="Straight Arrow Connector 152">
            <a:extLst>
              <a:ext uri="{FF2B5EF4-FFF2-40B4-BE49-F238E27FC236}">
                <a16:creationId xmlns:a16="http://schemas.microsoft.com/office/drawing/2014/main" id="{3BB2A777-4789-00DB-8638-BC46F969EFC5}"/>
              </a:ext>
            </a:extLst>
          </p:cNvPr>
          <p:cNvCxnSpPr/>
          <p:nvPr/>
        </p:nvCxnSpPr>
        <p:spPr>
          <a:xfrm>
            <a:off x="491613" y="2605548"/>
            <a:ext cx="420972" cy="0"/>
          </a:xfrm>
          <a:prstGeom prst="straightConnector1">
            <a:avLst/>
          </a:prstGeom>
          <a:ln>
            <a:solidFill>
              <a:srgbClr val="E97132"/>
            </a:solidFill>
            <a:tailEnd type="triangle"/>
          </a:ln>
        </p:spPr>
        <p:style>
          <a:lnRef idx="1">
            <a:schemeClr val="accent1"/>
          </a:lnRef>
          <a:fillRef idx="0">
            <a:schemeClr val="accent1"/>
          </a:fillRef>
          <a:effectRef idx="0">
            <a:schemeClr val="accent1"/>
          </a:effectRef>
          <a:fontRef idx="minor">
            <a:schemeClr val="tx1"/>
          </a:fontRef>
        </p:style>
      </p:cxnSp>
      <p:sp>
        <p:nvSpPr>
          <p:cNvPr id="155" name="TextBox 154">
            <a:extLst>
              <a:ext uri="{FF2B5EF4-FFF2-40B4-BE49-F238E27FC236}">
                <a16:creationId xmlns:a16="http://schemas.microsoft.com/office/drawing/2014/main" id="{9D6A0F5C-58EC-73CF-91D5-1D3626380D35}"/>
              </a:ext>
            </a:extLst>
          </p:cNvPr>
          <p:cNvSpPr txBox="1"/>
          <p:nvPr/>
        </p:nvSpPr>
        <p:spPr>
          <a:xfrm>
            <a:off x="220306" y="2403548"/>
            <a:ext cx="67196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E97132"/>
                </a:solidFill>
                <a:effectLst/>
                <a:uLnTx/>
                <a:uFillTx/>
                <a:latin typeface="Garamond" panose="02020404030301010803" pitchFamily="18" charset="0"/>
                <a:ea typeface="+mn-ea"/>
                <a:cs typeface="+mn-cs"/>
              </a:rPr>
              <a:t>Booking</a:t>
            </a:r>
            <a:endParaRPr kumimoji="0" lang="en-US" sz="1000" b="0" i="0" u="none" strike="noStrike" kern="1200" cap="none" spc="0" normalizeH="0" baseline="0" noProof="0">
              <a:ln>
                <a:noFill/>
              </a:ln>
              <a:solidFill>
                <a:srgbClr val="E97132"/>
              </a:solidFill>
              <a:effectLst/>
              <a:uLnTx/>
              <a:uFillTx/>
              <a:latin typeface="Garamond" panose="02020404030301010803"/>
              <a:ea typeface="+mn-ea"/>
              <a:cs typeface="+mn-cs"/>
            </a:endParaRPr>
          </a:p>
        </p:txBody>
      </p:sp>
      <p:pic>
        <p:nvPicPr>
          <p:cNvPr id="167" name="Graphic 166" descr="Magnifying glass outline">
            <a:extLst>
              <a:ext uri="{FF2B5EF4-FFF2-40B4-BE49-F238E27FC236}">
                <a16:creationId xmlns:a16="http://schemas.microsoft.com/office/drawing/2014/main" id="{3F7FA7D7-3024-0D6F-E239-25EABC75C70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360379" y="3876801"/>
            <a:ext cx="225251" cy="225251"/>
          </a:xfrm>
          <a:prstGeom prst="rect">
            <a:avLst/>
          </a:prstGeom>
        </p:spPr>
      </p:pic>
      <p:sp>
        <p:nvSpPr>
          <p:cNvPr id="168" name="TextBox 167">
            <a:extLst>
              <a:ext uri="{FF2B5EF4-FFF2-40B4-BE49-F238E27FC236}">
                <a16:creationId xmlns:a16="http://schemas.microsoft.com/office/drawing/2014/main" id="{A0991B24-335D-7007-471C-44078CEFAA08}"/>
              </a:ext>
            </a:extLst>
          </p:cNvPr>
          <p:cNvSpPr txBox="1"/>
          <p:nvPr/>
        </p:nvSpPr>
        <p:spPr>
          <a:xfrm>
            <a:off x="1530008" y="3866135"/>
            <a:ext cx="149529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GB" sz="800" b="0"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t>Identify </a:t>
            </a:r>
            <a:r>
              <a:rPr kumimoji="0" lang="en-GB" sz="800" b="1"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t>The Collective guests</a:t>
            </a:r>
            <a:r>
              <a:rPr kumimoji="0" lang="en-GB" sz="800" b="0"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t>, guests on the exclusions list, or guests who qualify for the exclusion list based on property rules and delegate appropriate pre-arrival journey for that guest. </a:t>
            </a:r>
          </a:p>
        </p:txBody>
      </p:sp>
      <p:sp>
        <p:nvSpPr>
          <p:cNvPr id="2" name="Oval 1">
            <a:extLst>
              <a:ext uri="{FF2B5EF4-FFF2-40B4-BE49-F238E27FC236}">
                <a16:creationId xmlns:a16="http://schemas.microsoft.com/office/drawing/2014/main" id="{11348652-EBB8-B005-7FE1-890670B1107D}"/>
              </a:ext>
            </a:extLst>
          </p:cNvPr>
          <p:cNvSpPr/>
          <p:nvPr/>
        </p:nvSpPr>
        <p:spPr>
          <a:xfrm>
            <a:off x="3727731" y="5735881"/>
            <a:ext cx="348368" cy="331305"/>
          </a:xfrm>
          <a:prstGeom prst="ellipse">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aramond" panose="02020404030301010803"/>
                <a:ea typeface="+mn-ea"/>
                <a:cs typeface="+mn-cs"/>
              </a:rPr>
              <a:t>3</a:t>
            </a:r>
          </a:p>
        </p:txBody>
      </p:sp>
      <p:sp>
        <p:nvSpPr>
          <p:cNvPr id="4" name="Oval 3">
            <a:extLst>
              <a:ext uri="{FF2B5EF4-FFF2-40B4-BE49-F238E27FC236}">
                <a16:creationId xmlns:a16="http://schemas.microsoft.com/office/drawing/2014/main" id="{0BB494B8-8D1E-B831-E6C6-3493A671A40A}"/>
              </a:ext>
            </a:extLst>
          </p:cNvPr>
          <p:cNvSpPr/>
          <p:nvPr/>
        </p:nvSpPr>
        <p:spPr>
          <a:xfrm>
            <a:off x="9474400" y="5720903"/>
            <a:ext cx="348368" cy="331305"/>
          </a:xfrm>
          <a:prstGeom prst="ellipse">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aramond" panose="02020404030301010803"/>
                <a:ea typeface="+mn-ea"/>
                <a:cs typeface="+mn-cs"/>
              </a:rPr>
              <a:t>4</a:t>
            </a:r>
          </a:p>
        </p:txBody>
      </p:sp>
      <p:pic>
        <p:nvPicPr>
          <p:cNvPr id="38" name="Graphic 37" descr="Clipboard Checked outline">
            <a:extLst>
              <a:ext uri="{FF2B5EF4-FFF2-40B4-BE49-F238E27FC236}">
                <a16:creationId xmlns:a16="http://schemas.microsoft.com/office/drawing/2014/main" id="{C57BD1D6-97A6-CE80-0A5D-FC7C2D6B55D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614471" y="4567654"/>
            <a:ext cx="256079" cy="256079"/>
          </a:xfrm>
          <a:prstGeom prst="rect">
            <a:avLst/>
          </a:prstGeom>
        </p:spPr>
      </p:pic>
      <p:sp>
        <p:nvSpPr>
          <p:cNvPr id="40" name="TextBox 39">
            <a:extLst>
              <a:ext uri="{FF2B5EF4-FFF2-40B4-BE49-F238E27FC236}">
                <a16:creationId xmlns:a16="http://schemas.microsoft.com/office/drawing/2014/main" id="{92478549-8147-95BA-726E-FD0223EFB954}"/>
              </a:ext>
            </a:extLst>
          </p:cNvPr>
          <p:cNvSpPr txBox="1"/>
          <p:nvPr/>
        </p:nvSpPr>
        <p:spPr>
          <a:xfrm>
            <a:off x="3823383" y="4567654"/>
            <a:ext cx="149529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GB" sz="800" b="1"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t>MANDITORY</a:t>
            </a:r>
            <a:r>
              <a:rPr kumimoji="0" lang="en-GB" sz="800" b="0"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t> for The Collective &amp; excluded guests </a:t>
            </a:r>
            <a:r>
              <a:rPr kumimoji="0" lang="en-US" sz="800" b="0"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rPr>
              <a:t>unless excluded by senior property management. </a:t>
            </a:r>
            <a:endParaRPr kumimoji="0" lang="en-GB" sz="800" b="0" i="0" u="none" strike="noStrike" kern="1200" cap="none" spc="0" normalizeH="0" baseline="0" noProof="0">
              <a:ln>
                <a:noFill/>
              </a:ln>
              <a:solidFill>
                <a:srgbClr val="FFFFFF">
                  <a:lumMod val="10000"/>
                </a:srgbClr>
              </a:solidFill>
              <a:effectLst/>
              <a:uLnTx/>
              <a:uFillTx/>
              <a:latin typeface="Aptos" panose="020B0004020202020204" pitchFamily="34" charset="0"/>
              <a:ea typeface="Helvetica Neue"/>
              <a:cs typeface="Helvetica Neue"/>
            </a:endParaRPr>
          </a:p>
        </p:txBody>
      </p:sp>
      <p:sp>
        <p:nvSpPr>
          <p:cNvPr id="25" name="TextBox 24">
            <a:extLst>
              <a:ext uri="{FF2B5EF4-FFF2-40B4-BE49-F238E27FC236}">
                <a16:creationId xmlns:a16="http://schemas.microsoft.com/office/drawing/2014/main" id="{8456B278-51F9-B09F-BB12-9F3DABB67C16}"/>
              </a:ext>
            </a:extLst>
          </p:cNvPr>
          <p:cNvSpPr txBox="1"/>
          <p:nvPr/>
        </p:nvSpPr>
        <p:spPr>
          <a:xfrm>
            <a:off x="1563527" y="3713199"/>
            <a:ext cx="1605899" cy="252243"/>
          </a:xfrm>
          <a:prstGeom prst="rect">
            <a:avLst/>
          </a:prstGeom>
          <a:noFill/>
          <a:ln w="12700">
            <a:miter lim="4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D2B062"/>
                </a:solidFill>
                <a:effectLst/>
                <a:uLnTx/>
                <a:uFillTx/>
                <a:latin typeface="Aptos" panose="020B0004020202020204" pitchFamily="34" charset="0"/>
                <a:ea typeface="Helvetica Neue"/>
                <a:cs typeface="Helvetica Neue"/>
              </a:rPr>
              <a:t>NEW! </a:t>
            </a:r>
          </a:p>
        </p:txBody>
      </p:sp>
    </p:spTree>
    <p:extLst>
      <p:ext uri="{BB962C8B-B14F-4D97-AF65-F5344CB8AC3E}">
        <p14:creationId xmlns:p14="http://schemas.microsoft.com/office/powerpoint/2010/main" val="954605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AC09B-BA28-F72B-79C6-32A5AA75B715}"/>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1A90E17-5490-78AC-C2E8-BE48BBCAB335}"/>
              </a:ext>
            </a:extLst>
          </p:cNvPr>
          <p:cNvSpPr/>
          <p:nvPr/>
        </p:nvSpPr>
        <p:spPr>
          <a:xfrm>
            <a:off x="6091535" y="7275"/>
            <a:ext cx="6100465"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7" name="Title 6">
            <a:extLst>
              <a:ext uri="{FF2B5EF4-FFF2-40B4-BE49-F238E27FC236}">
                <a16:creationId xmlns:a16="http://schemas.microsoft.com/office/drawing/2014/main" id="{96857141-828D-4813-1F88-50ADB3F04704}"/>
              </a:ext>
            </a:extLst>
          </p:cNvPr>
          <p:cNvSpPr>
            <a:spLocks noGrp="1"/>
          </p:cNvSpPr>
          <p:nvPr>
            <p:ph type="ctrTitle"/>
          </p:nvPr>
        </p:nvSpPr>
        <p:spPr>
          <a:xfrm>
            <a:off x="389658" y="833893"/>
            <a:ext cx="5430980" cy="744461"/>
          </a:xfrm>
        </p:spPr>
        <p:txBody>
          <a:bodyPr/>
          <a:lstStyle/>
          <a:p>
            <a:r>
              <a:rPr lang="en-US"/>
              <a:t>MANAGING EXCLUSIONS</a:t>
            </a:r>
          </a:p>
        </p:txBody>
      </p:sp>
      <p:sp>
        <p:nvSpPr>
          <p:cNvPr id="13" name="Text Placeholder 12">
            <a:extLst>
              <a:ext uri="{FF2B5EF4-FFF2-40B4-BE49-F238E27FC236}">
                <a16:creationId xmlns:a16="http://schemas.microsoft.com/office/drawing/2014/main" id="{A886472C-7AF3-4914-F835-32E32AA41BFE}"/>
              </a:ext>
            </a:extLst>
          </p:cNvPr>
          <p:cNvSpPr>
            <a:spLocks noGrp="1"/>
          </p:cNvSpPr>
          <p:nvPr>
            <p:ph type="body" sz="quarter" idx="24"/>
          </p:nvPr>
        </p:nvSpPr>
        <p:spPr/>
        <p:txBody>
          <a:bodyPr/>
          <a:lstStyle/>
          <a:p>
            <a:r>
              <a:rPr lang="en-US"/>
              <a:t>PRE-ARRIVAL EMAIL</a:t>
            </a:r>
          </a:p>
        </p:txBody>
      </p:sp>
      <p:sp>
        <p:nvSpPr>
          <p:cNvPr id="2" name="Text Placeholder 1">
            <a:extLst>
              <a:ext uri="{FF2B5EF4-FFF2-40B4-BE49-F238E27FC236}">
                <a16:creationId xmlns:a16="http://schemas.microsoft.com/office/drawing/2014/main" id="{D33D7F07-873A-41B4-B10B-4C871A124BF2}"/>
              </a:ext>
            </a:extLst>
          </p:cNvPr>
          <p:cNvSpPr>
            <a:spLocks noGrp="1"/>
          </p:cNvSpPr>
          <p:nvPr>
            <p:ph type="body" sz="quarter" idx="14"/>
          </p:nvPr>
        </p:nvSpPr>
        <p:spPr/>
        <p:txBody>
          <a:bodyPr>
            <a:normAutofit fontScale="25000" lnSpcReduction="20000"/>
          </a:bodyPr>
          <a:lstStyle/>
          <a:p>
            <a:r>
              <a:rPr lang="en-US"/>
              <a:t>MANAGING PRE-ARRIVAL EMAIL SEQUENCE EXCLUSIONS</a:t>
            </a:r>
          </a:p>
        </p:txBody>
      </p:sp>
      <p:sp>
        <p:nvSpPr>
          <p:cNvPr id="28" name="Rounded Rectangle 27">
            <a:extLst>
              <a:ext uri="{FF2B5EF4-FFF2-40B4-BE49-F238E27FC236}">
                <a16:creationId xmlns:a16="http://schemas.microsoft.com/office/drawing/2014/main" id="{0D3DD902-F05B-2E14-A3FA-4EEB02C114CE}"/>
              </a:ext>
            </a:extLst>
          </p:cNvPr>
          <p:cNvSpPr/>
          <p:nvPr/>
        </p:nvSpPr>
        <p:spPr>
          <a:xfrm>
            <a:off x="7657646" y="1178609"/>
            <a:ext cx="3048000" cy="5126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Garamond" panose="02020404030301010803"/>
                <a:ea typeface="+mn-ea"/>
                <a:cs typeface="+mn-cs"/>
              </a:rPr>
              <a:t>ELIGIBLE BOOKINGS</a:t>
            </a:r>
          </a:p>
        </p:txBody>
      </p:sp>
      <p:sp>
        <p:nvSpPr>
          <p:cNvPr id="31" name="Rounded Rectangle 30">
            <a:extLst>
              <a:ext uri="{FF2B5EF4-FFF2-40B4-BE49-F238E27FC236}">
                <a16:creationId xmlns:a16="http://schemas.microsoft.com/office/drawing/2014/main" id="{608B4ED1-0AA9-12AC-C797-DB797F2807F2}"/>
              </a:ext>
            </a:extLst>
          </p:cNvPr>
          <p:cNvSpPr/>
          <p:nvPr/>
        </p:nvSpPr>
        <p:spPr>
          <a:xfrm>
            <a:off x="7657646" y="4056651"/>
            <a:ext cx="3048000" cy="5126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Garamond" panose="02020404030301010803"/>
                <a:ea typeface="+mn-ea"/>
                <a:cs typeface="+mn-cs"/>
              </a:rPr>
              <a:t>BATCH PROCESSED</a:t>
            </a:r>
          </a:p>
        </p:txBody>
      </p:sp>
      <p:sp>
        <p:nvSpPr>
          <p:cNvPr id="32" name="Rounded Rectangle 31">
            <a:extLst>
              <a:ext uri="{FF2B5EF4-FFF2-40B4-BE49-F238E27FC236}">
                <a16:creationId xmlns:a16="http://schemas.microsoft.com/office/drawing/2014/main" id="{A618FA48-778F-046D-392A-FA493B14836A}"/>
              </a:ext>
            </a:extLst>
          </p:cNvPr>
          <p:cNvSpPr/>
          <p:nvPr/>
        </p:nvSpPr>
        <p:spPr>
          <a:xfrm>
            <a:off x="7657646" y="4914021"/>
            <a:ext cx="3048000" cy="5126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Garamond" panose="02020404030301010803"/>
                <a:ea typeface="+mn-ea"/>
                <a:cs typeface="+mn-cs"/>
              </a:rPr>
              <a:t>EMAIL BLAST</a:t>
            </a:r>
          </a:p>
        </p:txBody>
      </p:sp>
      <p:cxnSp>
        <p:nvCxnSpPr>
          <p:cNvPr id="34" name="Straight Arrow Connector 33">
            <a:extLst>
              <a:ext uri="{FF2B5EF4-FFF2-40B4-BE49-F238E27FC236}">
                <a16:creationId xmlns:a16="http://schemas.microsoft.com/office/drawing/2014/main" id="{615F53C2-2909-BA47-49EA-C13933A16384}"/>
              </a:ext>
            </a:extLst>
          </p:cNvPr>
          <p:cNvCxnSpPr>
            <a:stCxn id="32" idx="2"/>
          </p:cNvCxnSpPr>
          <p:nvPr/>
        </p:nvCxnSpPr>
        <p:spPr>
          <a:xfrm flipH="1">
            <a:off x="7850748" y="5426639"/>
            <a:ext cx="1330898" cy="629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5D2A3E37-9E56-744D-DAC8-4AD55602ECE0}"/>
              </a:ext>
            </a:extLst>
          </p:cNvPr>
          <p:cNvCxnSpPr>
            <a:cxnSpLocks/>
            <a:stCxn id="32" idx="2"/>
          </p:cNvCxnSpPr>
          <p:nvPr/>
        </p:nvCxnSpPr>
        <p:spPr>
          <a:xfrm flipH="1">
            <a:off x="8516197" y="5426639"/>
            <a:ext cx="665449" cy="850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0E3DBF5-4E51-E470-E0DA-21A3E595E706}"/>
              </a:ext>
            </a:extLst>
          </p:cNvPr>
          <p:cNvCxnSpPr>
            <a:cxnSpLocks/>
          </p:cNvCxnSpPr>
          <p:nvPr/>
        </p:nvCxnSpPr>
        <p:spPr>
          <a:xfrm>
            <a:off x="9181646" y="5438134"/>
            <a:ext cx="0" cy="8392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3CB307E-E6F1-ECEC-2853-5C660B40FE61}"/>
              </a:ext>
            </a:extLst>
          </p:cNvPr>
          <p:cNvCxnSpPr>
            <a:cxnSpLocks/>
          </p:cNvCxnSpPr>
          <p:nvPr/>
        </p:nvCxnSpPr>
        <p:spPr>
          <a:xfrm>
            <a:off x="9181646" y="5438134"/>
            <a:ext cx="665449" cy="7919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C2149C4-BE84-3F4D-3EB0-C513177627BF}"/>
              </a:ext>
            </a:extLst>
          </p:cNvPr>
          <p:cNvCxnSpPr>
            <a:cxnSpLocks/>
            <a:stCxn id="32" idx="2"/>
          </p:cNvCxnSpPr>
          <p:nvPr/>
        </p:nvCxnSpPr>
        <p:spPr>
          <a:xfrm>
            <a:off x="9181646" y="5426639"/>
            <a:ext cx="1259902" cy="512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ABEE40A-EC56-F495-0CB7-BAF595E3A008}"/>
              </a:ext>
            </a:extLst>
          </p:cNvPr>
          <p:cNvSpPr txBox="1"/>
          <p:nvPr/>
        </p:nvSpPr>
        <p:spPr>
          <a:xfrm>
            <a:off x="8445548" y="4754810"/>
            <a:ext cx="1472196" cy="153888"/>
          </a:xfrm>
          <a:prstGeom prst="rect">
            <a:avLst/>
          </a:prstGeom>
          <a:noFill/>
          <a:ln w="12700">
            <a:miter lim="400000"/>
          </a:ln>
        </p:spPr>
        <p:txBody>
          <a:bodyPr wrap="square" lIns="0" tIns="0" rIns="0" bIns="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lumMod val="10000"/>
                  </a:srgbClr>
                </a:solidFill>
                <a:effectLst/>
                <a:uLnTx/>
                <a:uFillTx/>
                <a:latin typeface="Avenir Book" panose="02000503020000020003" pitchFamily="2" charset="0"/>
                <a:ea typeface="Helvetica Neue"/>
                <a:cs typeface="Helvetica Neue"/>
              </a:rPr>
              <a:t>DAILY 8AM HKT</a:t>
            </a:r>
          </a:p>
        </p:txBody>
      </p:sp>
      <p:sp>
        <p:nvSpPr>
          <p:cNvPr id="48" name="TextBox 47">
            <a:extLst>
              <a:ext uri="{FF2B5EF4-FFF2-40B4-BE49-F238E27FC236}">
                <a16:creationId xmlns:a16="http://schemas.microsoft.com/office/drawing/2014/main" id="{BD8A9CE7-DB90-A02F-3DE4-9DFF9CB52564}"/>
              </a:ext>
            </a:extLst>
          </p:cNvPr>
          <p:cNvSpPr txBox="1"/>
          <p:nvPr/>
        </p:nvSpPr>
        <p:spPr>
          <a:xfrm>
            <a:off x="8308081" y="966129"/>
            <a:ext cx="1747130" cy="467813"/>
          </a:xfrm>
          <a:prstGeom prst="rect">
            <a:avLst/>
          </a:prstGeom>
          <a:noFill/>
          <a:ln w="12700">
            <a:miter lim="400000"/>
          </a:ln>
        </p:spPr>
        <p:txBody>
          <a:bodyPr wrap="square" lIns="0" tIns="0" rIns="0" bIns="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lumMod val="10000"/>
                  </a:srgbClr>
                </a:solidFill>
                <a:effectLst/>
                <a:uLnTx/>
                <a:uFillTx/>
                <a:latin typeface="Avenir Book" panose="02000503020000020003" pitchFamily="2" charset="0"/>
                <a:ea typeface="Helvetica Neue"/>
                <a:cs typeface="Helvetica Neue"/>
              </a:rPr>
              <a:t>4 DAYS BEFORE ARRIVAL</a:t>
            </a:r>
          </a:p>
        </p:txBody>
      </p:sp>
      <p:cxnSp>
        <p:nvCxnSpPr>
          <p:cNvPr id="55" name="Elbow Connector 54">
            <a:extLst>
              <a:ext uri="{FF2B5EF4-FFF2-40B4-BE49-F238E27FC236}">
                <a16:creationId xmlns:a16="http://schemas.microsoft.com/office/drawing/2014/main" id="{BF5DB030-A70E-C671-26B5-3F6B06107E4A}"/>
              </a:ext>
            </a:extLst>
          </p:cNvPr>
          <p:cNvCxnSpPr>
            <a:cxnSpLocks/>
            <a:stCxn id="28" idx="2"/>
            <a:endCxn id="20" idx="1"/>
          </p:cNvCxnSpPr>
          <p:nvPr/>
        </p:nvCxnSpPr>
        <p:spPr>
          <a:xfrm rot="16200000" flipH="1">
            <a:off x="9390990" y="1481883"/>
            <a:ext cx="454877" cy="873564"/>
          </a:xfrm>
          <a:prstGeom prst="bentConnector2">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60" name="Rounded Rectangle 59">
            <a:extLst>
              <a:ext uri="{FF2B5EF4-FFF2-40B4-BE49-F238E27FC236}">
                <a16:creationId xmlns:a16="http://schemas.microsoft.com/office/drawing/2014/main" id="{97258D8A-74F0-6F07-3FD6-6198D28AAE29}"/>
              </a:ext>
            </a:extLst>
          </p:cNvPr>
          <p:cNvSpPr/>
          <p:nvPr/>
        </p:nvSpPr>
        <p:spPr>
          <a:xfrm>
            <a:off x="10055211" y="2270094"/>
            <a:ext cx="1589834" cy="35565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aramond" panose="02020404030301010803"/>
                <a:ea typeface="+mn-ea"/>
                <a:cs typeface="+mn-cs"/>
              </a:rPr>
              <a:t>BOOKING SOURCE: OTA, NOT A FAN</a:t>
            </a:r>
          </a:p>
        </p:txBody>
      </p:sp>
      <p:cxnSp>
        <p:nvCxnSpPr>
          <p:cNvPr id="66" name="Elbow Connector 65">
            <a:extLst>
              <a:ext uri="{FF2B5EF4-FFF2-40B4-BE49-F238E27FC236}">
                <a16:creationId xmlns:a16="http://schemas.microsoft.com/office/drawing/2014/main" id="{098CA14D-B304-98B8-0D12-4E067E83DCFD}"/>
              </a:ext>
            </a:extLst>
          </p:cNvPr>
          <p:cNvCxnSpPr>
            <a:cxnSpLocks/>
            <a:stCxn id="28" idx="2"/>
            <a:endCxn id="69" idx="0"/>
          </p:cNvCxnSpPr>
          <p:nvPr/>
        </p:nvCxnSpPr>
        <p:spPr>
          <a:xfrm>
            <a:off x="9181646" y="1691227"/>
            <a:ext cx="0" cy="2180328"/>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DB765284-F275-8208-5BF1-4A7D8FCC061B}"/>
              </a:ext>
            </a:extLst>
          </p:cNvPr>
          <p:cNvSpPr txBox="1"/>
          <p:nvPr/>
        </p:nvSpPr>
        <p:spPr>
          <a:xfrm>
            <a:off x="8445548" y="3871555"/>
            <a:ext cx="1472196" cy="153888"/>
          </a:xfrm>
          <a:prstGeom prst="rect">
            <a:avLst/>
          </a:prstGeom>
          <a:noFill/>
          <a:ln w="12700">
            <a:miter lim="400000"/>
          </a:ln>
        </p:spPr>
        <p:txBody>
          <a:bodyPr wrap="square" lIns="0" tIns="0" rIns="0" bIns="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lumMod val="10000"/>
                  </a:srgbClr>
                </a:solidFill>
                <a:effectLst/>
                <a:uLnTx/>
                <a:uFillTx/>
                <a:latin typeface="Avenir Book" panose="02000503020000020003" pitchFamily="2" charset="0"/>
                <a:ea typeface="Helvetica Neue"/>
                <a:cs typeface="Helvetica Neue"/>
              </a:rPr>
              <a:t>DAILY 4AM HKT</a:t>
            </a:r>
          </a:p>
        </p:txBody>
      </p:sp>
      <p:pic>
        <p:nvPicPr>
          <p:cNvPr id="73" name="Graphic 72" descr="Envelope outline">
            <a:extLst>
              <a:ext uri="{FF2B5EF4-FFF2-40B4-BE49-F238E27FC236}">
                <a16:creationId xmlns:a16="http://schemas.microsoft.com/office/drawing/2014/main" id="{E5218712-6F22-7215-71B7-38659C97089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56295" y="5783248"/>
            <a:ext cx="546387" cy="546387"/>
          </a:xfrm>
          <a:prstGeom prst="rect">
            <a:avLst/>
          </a:prstGeom>
        </p:spPr>
      </p:pic>
      <p:pic>
        <p:nvPicPr>
          <p:cNvPr id="74" name="Graphic 73" descr="Envelope outline">
            <a:extLst>
              <a:ext uri="{FF2B5EF4-FFF2-40B4-BE49-F238E27FC236}">
                <a16:creationId xmlns:a16="http://schemas.microsoft.com/office/drawing/2014/main" id="{F1586B8E-55B6-29C1-4910-9FCB1CFC9C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87784" y="6122443"/>
            <a:ext cx="546387" cy="546387"/>
          </a:xfrm>
          <a:prstGeom prst="rect">
            <a:avLst/>
          </a:prstGeom>
        </p:spPr>
      </p:pic>
      <p:pic>
        <p:nvPicPr>
          <p:cNvPr id="75" name="Graphic 74" descr="Envelope outline">
            <a:extLst>
              <a:ext uri="{FF2B5EF4-FFF2-40B4-BE49-F238E27FC236}">
                <a16:creationId xmlns:a16="http://schemas.microsoft.com/office/drawing/2014/main" id="{D683AE8B-2EBC-9E1E-13CB-86443DBBC0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90928" y="6249149"/>
            <a:ext cx="546387" cy="546387"/>
          </a:xfrm>
          <a:prstGeom prst="rect">
            <a:avLst/>
          </a:prstGeom>
        </p:spPr>
      </p:pic>
      <p:pic>
        <p:nvPicPr>
          <p:cNvPr id="76" name="Graphic 75" descr="Envelope outline">
            <a:extLst>
              <a:ext uri="{FF2B5EF4-FFF2-40B4-BE49-F238E27FC236}">
                <a16:creationId xmlns:a16="http://schemas.microsoft.com/office/drawing/2014/main" id="{89448FC4-32AE-CF83-186B-D5AC0BAFE5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82017" y="6125864"/>
            <a:ext cx="546387" cy="546387"/>
          </a:xfrm>
          <a:prstGeom prst="rect">
            <a:avLst/>
          </a:prstGeom>
        </p:spPr>
      </p:pic>
      <p:pic>
        <p:nvPicPr>
          <p:cNvPr id="77" name="Graphic 76" descr="Envelope outline">
            <a:extLst>
              <a:ext uri="{FF2B5EF4-FFF2-40B4-BE49-F238E27FC236}">
                <a16:creationId xmlns:a16="http://schemas.microsoft.com/office/drawing/2014/main" id="{7DBCB133-3ADA-4E7A-F789-7F373996F4C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95531" y="5769934"/>
            <a:ext cx="546387" cy="546387"/>
          </a:xfrm>
          <a:prstGeom prst="rect">
            <a:avLst/>
          </a:prstGeom>
        </p:spPr>
      </p:pic>
      <p:sp>
        <p:nvSpPr>
          <p:cNvPr id="78" name="Text Placeholder 9">
            <a:extLst>
              <a:ext uri="{FF2B5EF4-FFF2-40B4-BE49-F238E27FC236}">
                <a16:creationId xmlns:a16="http://schemas.microsoft.com/office/drawing/2014/main" id="{14EC3F6D-CAED-4A81-A45D-24A44265059E}"/>
              </a:ext>
            </a:extLst>
          </p:cNvPr>
          <p:cNvSpPr txBox="1">
            <a:spLocks/>
          </p:cNvSpPr>
          <p:nvPr/>
        </p:nvSpPr>
        <p:spPr>
          <a:xfrm>
            <a:off x="724796" y="1489986"/>
            <a:ext cx="4204581" cy="177465"/>
          </a:xfrm>
          <a:prstGeom prst="rect">
            <a:avLst/>
          </a:prstGeom>
        </p:spPr>
        <p:txBody>
          <a:bodyPr vert="horz" lIns="0" tIns="0" rIns="0" bIns="0" rtlCol="0">
            <a:noAutofit/>
          </a:bodyPr>
          <a:lstStyle>
            <a:lvl1pPr marL="0" indent="0" algn="l" defTabSz="914400" rtl="0" eaLnBrk="1" latinLnBrk="0" hangingPunct="1">
              <a:lnSpc>
                <a:spcPts val="1400"/>
              </a:lnSpc>
              <a:spcBef>
                <a:spcPts val="0"/>
              </a:spcBef>
              <a:buFont typeface="Arial" panose="020B0604020202020204" pitchFamily="34" charset="0"/>
              <a:buNone/>
              <a:defRPr sz="1000" kern="1200" cap="all" spc="30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a:pPr>
            <a:r>
              <a:rPr kumimoji="0" lang="en-US" sz="1200" b="1" i="0" u="none" strike="noStrike" kern="1200" cap="all" spc="300" normalizeH="0" baseline="0" noProof="0">
                <a:ln>
                  <a:noFill/>
                </a:ln>
                <a:solidFill>
                  <a:srgbClr val="000000"/>
                </a:solidFill>
                <a:effectLst/>
                <a:uLnTx/>
                <a:uFillTx/>
                <a:latin typeface="Garamond" panose="02020404030301010803"/>
                <a:ea typeface="+mn-ea"/>
                <a:cs typeface="+mn-cs"/>
              </a:rPr>
              <a:t>1. DATA EXCLUSIONS </a:t>
            </a:r>
          </a:p>
        </p:txBody>
      </p:sp>
      <p:sp>
        <p:nvSpPr>
          <p:cNvPr id="79" name="Rounded Rectangle 78">
            <a:extLst>
              <a:ext uri="{FF2B5EF4-FFF2-40B4-BE49-F238E27FC236}">
                <a16:creationId xmlns:a16="http://schemas.microsoft.com/office/drawing/2014/main" id="{6DD0D872-8B94-7AEF-800C-0DD218301D3C}"/>
              </a:ext>
            </a:extLst>
          </p:cNvPr>
          <p:cNvSpPr/>
          <p:nvPr/>
        </p:nvSpPr>
        <p:spPr>
          <a:xfrm>
            <a:off x="1644542" y="2223048"/>
            <a:ext cx="3048000" cy="342269"/>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amond" panose="02020404030301010803"/>
                <a:ea typeface="+mn-ea"/>
                <a:cs typeface="+mn-cs"/>
              </a:rPr>
              <a:t>OTA BOOKING, NOT A FAN</a:t>
            </a:r>
          </a:p>
        </p:txBody>
      </p:sp>
      <p:sp>
        <p:nvSpPr>
          <p:cNvPr id="80" name="TextBox 79">
            <a:extLst>
              <a:ext uri="{FF2B5EF4-FFF2-40B4-BE49-F238E27FC236}">
                <a16:creationId xmlns:a16="http://schemas.microsoft.com/office/drawing/2014/main" id="{751FE7C3-73BF-2B2D-9870-C4EA488525B3}"/>
              </a:ext>
            </a:extLst>
          </p:cNvPr>
          <p:cNvSpPr txBox="1"/>
          <p:nvPr/>
        </p:nvSpPr>
        <p:spPr>
          <a:xfrm>
            <a:off x="876555" y="1645968"/>
            <a:ext cx="4204581" cy="533797"/>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a:ea typeface="Helvetica Neue"/>
                <a:cs typeface="Helvetica Neue"/>
              </a:rPr>
              <a:t>All bookings under OTA booking source code, except OTA bookings with Fans of M.O. member ID.</a:t>
            </a:r>
          </a:p>
        </p:txBody>
      </p:sp>
      <p:sp>
        <p:nvSpPr>
          <p:cNvPr id="5" name="Diamond 4">
            <a:extLst>
              <a:ext uri="{FF2B5EF4-FFF2-40B4-BE49-F238E27FC236}">
                <a16:creationId xmlns:a16="http://schemas.microsoft.com/office/drawing/2014/main" id="{877FA1AB-6440-8349-8D7B-DA979680832A}"/>
              </a:ext>
            </a:extLst>
          </p:cNvPr>
          <p:cNvSpPr>
            <a:spLocks noChangeAspect="1"/>
          </p:cNvSpPr>
          <p:nvPr/>
        </p:nvSpPr>
        <p:spPr>
          <a:xfrm>
            <a:off x="410363" y="215246"/>
            <a:ext cx="466192" cy="466192"/>
          </a:xfrm>
          <a:prstGeom prst="diamond">
            <a:avLst/>
          </a:prstGeom>
          <a:solidFill>
            <a:srgbClr val="C79E8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panose="020B0004020202020204" pitchFamily="34" charset="0"/>
                <a:ea typeface="Helvetica Neue Medium"/>
                <a:cs typeface="Helvetica Neue Medium"/>
                <a:sym typeface="Helvetica Neue Medium"/>
              </a:rPr>
              <a:t>3</a:t>
            </a:r>
          </a:p>
        </p:txBody>
      </p:sp>
      <p:sp>
        <p:nvSpPr>
          <p:cNvPr id="20" name="TextBox 19">
            <a:extLst>
              <a:ext uri="{FF2B5EF4-FFF2-40B4-BE49-F238E27FC236}">
                <a16:creationId xmlns:a16="http://schemas.microsoft.com/office/drawing/2014/main" id="{D87DE9DE-69EF-EB5F-6EA1-E77F7EEE038D}"/>
              </a:ext>
            </a:extLst>
          </p:cNvPr>
          <p:cNvSpPr txBox="1"/>
          <p:nvPr/>
        </p:nvSpPr>
        <p:spPr>
          <a:xfrm>
            <a:off x="10055210" y="2069160"/>
            <a:ext cx="1472196" cy="153888"/>
          </a:xfrm>
          <a:prstGeom prst="rect">
            <a:avLst/>
          </a:prstGeom>
          <a:noFill/>
          <a:ln w="12700">
            <a:miter lim="400000"/>
          </a:ln>
        </p:spPr>
        <p:txBody>
          <a:bodyPr wrap="square" lIns="9144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lumMod val="10000"/>
                  </a:srgbClr>
                </a:solidFill>
                <a:effectLst/>
                <a:uLnTx/>
                <a:uFillTx/>
                <a:latin typeface="Avenir Book" panose="02000503020000020003" pitchFamily="2" charset="0"/>
                <a:ea typeface="Helvetica Neue"/>
                <a:cs typeface="Helvetica Neue"/>
              </a:rPr>
              <a:t>EXCLUDE IF:</a:t>
            </a:r>
          </a:p>
        </p:txBody>
      </p:sp>
      <p:sp>
        <p:nvSpPr>
          <p:cNvPr id="44" name="Rectangle 43">
            <a:extLst>
              <a:ext uri="{FF2B5EF4-FFF2-40B4-BE49-F238E27FC236}">
                <a16:creationId xmlns:a16="http://schemas.microsoft.com/office/drawing/2014/main" id="{8DB4D0F5-4567-53C1-1D23-8DC07337187D}"/>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spTree>
    <p:extLst>
      <p:ext uri="{BB962C8B-B14F-4D97-AF65-F5344CB8AC3E}">
        <p14:creationId xmlns:p14="http://schemas.microsoft.com/office/powerpoint/2010/main" val="481711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ABB26-008B-F69D-37BF-09A42193544E}"/>
            </a:ext>
          </a:extLst>
        </p:cNvPr>
        <p:cNvGrpSpPr/>
        <p:nvPr/>
      </p:nvGrpSpPr>
      <p:grpSpPr>
        <a:xfrm>
          <a:off x="0" y="0"/>
          <a:ext cx="0" cy="0"/>
          <a:chOff x="0" y="0"/>
          <a:chExt cx="0" cy="0"/>
        </a:xfrm>
      </p:grpSpPr>
      <p:sp>
        <p:nvSpPr>
          <p:cNvPr id="30" name="TextBox 29">
            <a:extLst>
              <a:ext uri="{FF2B5EF4-FFF2-40B4-BE49-F238E27FC236}">
                <a16:creationId xmlns:a16="http://schemas.microsoft.com/office/drawing/2014/main" id="{DCF9E68A-7FB4-6696-A89C-3C4E855E548F}"/>
              </a:ext>
            </a:extLst>
          </p:cNvPr>
          <p:cNvSpPr txBox="1"/>
          <p:nvPr/>
        </p:nvSpPr>
        <p:spPr>
          <a:xfrm>
            <a:off x="828598" y="3294363"/>
            <a:ext cx="4693091" cy="533797"/>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a:ea typeface="Helvetica Neue"/>
                <a:cs typeface="Helvetica Neue"/>
              </a:rPr>
              <a:t>Each property can define the guests they wish to be excluded via the hotel specific exclusion list where any guest profile ID on that list will not be emailed by the system when the batch is processed each day at 4am HKT.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a:ln>
                <a:noFill/>
              </a:ln>
              <a:solidFill>
                <a:srgbClr val="000000"/>
              </a:solidFill>
              <a:effectLst/>
              <a:uLnTx/>
              <a:uFillTx/>
              <a:latin typeface="Garamond"/>
              <a:ea typeface="Helvetica Neue"/>
              <a:cs typeface="Helvetica Neue"/>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a:ln>
                <a:noFill/>
              </a:ln>
              <a:solidFill>
                <a:srgbClr val="000000"/>
              </a:solidFill>
              <a:effectLst/>
              <a:uLnTx/>
              <a:uFillTx/>
              <a:latin typeface="Garamond"/>
              <a:ea typeface="Helvetica Neue"/>
              <a:cs typeface="Helvetica Neue"/>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a:ln>
                <a:noFill/>
              </a:ln>
              <a:solidFill>
                <a:srgbClr val="000000"/>
              </a:solidFill>
              <a:effectLst/>
              <a:uLnTx/>
              <a:uFillTx/>
              <a:latin typeface="Garamond"/>
              <a:ea typeface="Helvetica Neue"/>
              <a:cs typeface="Helvetica Neue"/>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a:ln>
                <a:noFill/>
              </a:ln>
              <a:solidFill>
                <a:srgbClr val="000000"/>
              </a:solidFill>
              <a:effectLst/>
              <a:uLnTx/>
              <a:uFillTx/>
              <a:latin typeface="Garamond"/>
              <a:ea typeface="Helvetica Neue"/>
              <a:cs typeface="Helvetica Neu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amond"/>
                <a:ea typeface="Helvetica Neue"/>
                <a:cs typeface="Helvetica Neue"/>
              </a:rPr>
              <a:t>BE AWARE!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a:ea typeface="Helvetica Neue"/>
                <a:cs typeface="Helvetica Neue"/>
              </a:rPr>
              <a:t>Batch will not reset. Guests will not receive pre-arrival emails from this property while they remain on this list. Cross reference and updating required regularly. </a:t>
            </a:r>
          </a:p>
        </p:txBody>
      </p:sp>
      <p:sp>
        <p:nvSpPr>
          <p:cNvPr id="17" name="Rectangle 16">
            <a:extLst>
              <a:ext uri="{FF2B5EF4-FFF2-40B4-BE49-F238E27FC236}">
                <a16:creationId xmlns:a16="http://schemas.microsoft.com/office/drawing/2014/main" id="{5DBE89A1-3A79-A034-3568-11F07DD58140}"/>
              </a:ext>
            </a:extLst>
          </p:cNvPr>
          <p:cNvSpPr/>
          <p:nvPr/>
        </p:nvSpPr>
        <p:spPr>
          <a:xfrm>
            <a:off x="6091535" y="7275"/>
            <a:ext cx="6100465"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1" name="Text Placeholder 10">
            <a:extLst>
              <a:ext uri="{FF2B5EF4-FFF2-40B4-BE49-F238E27FC236}">
                <a16:creationId xmlns:a16="http://schemas.microsoft.com/office/drawing/2014/main" id="{ECD9D792-E419-457C-4ED8-4DD426E763A2}"/>
              </a:ext>
            </a:extLst>
          </p:cNvPr>
          <p:cNvSpPr>
            <a:spLocks noGrp="1"/>
          </p:cNvSpPr>
          <p:nvPr>
            <p:ph type="body" sz="quarter" idx="22"/>
          </p:nvPr>
        </p:nvSpPr>
        <p:spPr>
          <a:xfrm>
            <a:off x="724796" y="3115992"/>
            <a:ext cx="4204581" cy="177465"/>
          </a:xfrm>
        </p:spPr>
        <p:txBody>
          <a:bodyPr/>
          <a:lstStyle/>
          <a:p>
            <a:r>
              <a:rPr lang="en-US" sz="1200" b="1"/>
              <a:t>2. PROPERTY EXCLUSIONS </a:t>
            </a:r>
          </a:p>
        </p:txBody>
      </p:sp>
      <p:sp>
        <p:nvSpPr>
          <p:cNvPr id="7" name="Title 6">
            <a:extLst>
              <a:ext uri="{FF2B5EF4-FFF2-40B4-BE49-F238E27FC236}">
                <a16:creationId xmlns:a16="http://schemas.microsoft.com/office/drawing/2014/main" id="{9B552346-5EA2-13F8-B65D-FB3E8E3E308E}"/>
              </a:ext>
            </a:extLst>
          </p:cNvPr>
          <p:cNvSpPr>
            <a:spLocks noGrp="1"/>
          </p:cNvSpPr>
          <p:nvPr>
            <p:ph type="ctrTitle"/>
          </p:nvPr>
        </p:nvSpPr>
        <p:spPr>
          <a:xfrm>
            <a:off x="389658" y="833893"/>
            <a:ext cx="5430980" cy="744461"/>
          </a:xfrm>
        </p:spPr>
        <p:txBody>
          <a:bodyPr/>
          <a:lstStyle/>
          <a:p>
            <a:r>
              <a:rPr lang="en-US"/>
              <a:t>MANAGING EXCLUSIONS</a:t>
            </a:r>
          </a:p>
        </p:txBody>
      </p:sp>
      <p:sp>
        <p:nvSpPr>
          <p:cNvPr id="13" name="Text Placeholder 12">
            <a:extLst>
              <a:ext uri="{FF2B5EF4-FFF2-40B4-BE49-F238E27FC236}">
                <a16:creationId xmlns:a16="http://schemas.microsoft.com/office/drawing/2014/main" id="{C1144630-002C-409C-2B86-3B9107272051}"/>
              </a:ext>
            </a:extLst>
          </p:cNvPr>
          <p:cNvSpPr>
            <a:spLocks noGrp="1"/>
          </p:cNvSpPr>
          <p:nvPr>
            <p:ph type="body" sz="quarter" idx="24"/>
          </p:nvPr>
        </p:nvSpPr>
        <p:spPr/>
        <p:txBody>
          <a:bodyPr/>
          <a:lstStyle/>
          <a:p>
            <a:r>
              <a:rPr lang="en-US"/>
              <a:t>PRE-ARRIVAL EMAIL</a:t>
            </a:r>
          </a:p>
        </p:txBody>
      </p:sp>
      <p:sp>
        <p:nvSpPr>
          <p:cNvPr id="2" name="Text Placeholder 1">
            <a:extLst>
              <a:ext uri="{FF2B5EF4-FFF2-40B4-BE49-F238E27FC236}">
                <a16:creationId xmlns:a16="http://schemas.microsoft.com/office/drawing/2014/main" id="{C37A46A0-10DB-5FA3-E392-63CF9C284EE1}"/>
              </a:ext>
            </a:extLst>
          </p:cNvPr>
          <p:cNvSpPr>
            <a:spLocks noGrp="1"/>
          </p:cNvSpPr>
          <p:nvPr>
            <p:ph type="body" sz="quarter" idx="14"/>
          </p:nvPr>
        </p:nvSpPr>
        <p:spPr/>
        <p:txBody>
          <a:bodyPr>
            <a:normAutofit fontScale="25000" lnSpcReduction="20000"/>
          </a:bodyPr>
          <a:lstStyle/>
          <a:p>
            <a:r>
              <a:rPr lang="en-US"/>
              <a:t>MANAGING PRE-ARRIVAL EMAIL SEQUENCE EXCLUSIONS</a:t>
            </a:r>
          </a:p>
        </p:txBody>
      </p:sp>
      <p:sp>
        <p:nvSpPr>
          <p:cNvPr id="15" name="Rounded Rectangle 14">
            <a:extLst>
              <a:ext uri="{FF2B5EF4-FFF2-40B4-BE49-F238E27FC236}">
                <a16:creationId xmlns:a16="http://schemas.microsoft.com/office/drawing/2014/main" id="{9BDFA2A3-6901-A7B6-E8DC-02801E86C123}"/>
              </a:ext>
            </a:extLst>
          </p:cNvPr>
          <p:cNvSpPr/>
          <p:nvPr/>
        </p:nvSpPr>
        <p:spPr>
          <a:xfrm>
            <a:off x="1644542" y="4036418"/>
            <a:ext cx="3048000" cy="342269"/>
          </a:xfrm>
          <a:prstGeom prst="roundRect">
            <a:avLst/>
          </a:prstGeom>
          <a:solidFill>
            <a:schemeClr val="accent5"/>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lumMod val="95000"/>
                    <a:lumOff val="5000"/>
                  </a:srgbClr>
                </a:solidFill>
                <a:effectLst/>
                <a:uLnTx/>
                <a:uFillTx/>
                <a:latin typeface="Garamond" panose="02020404030301010803"/>
                <a:ea typeface="+mn-ea"/>
                <a:cs typeface="+mn-cs"/>
              </a:rPr>
              <a:t>GUEST PROFILE ID</a:t>
            </a:r>
          </a:p>
        </p:txBody>
      </p:sp>
      <p:sp>
        <p:nvSpPr>
          <p:cNvPr id="28" name="Rounded Rectangle 27">
            <a:extLst>
              <a:ext uri="{FF2B5EF4-FFF2-40B4-BE49-F238E27FC236}">
                <a16:creationId xmlns:a16="http://schemas.microsoft.com/office/drawing/2014/main" id="{F711C7AB-FC2A-E72B-C2D6-72765D1A999E}"/>
              </a:ext>
            </a:extLst>
          </p:cNvPr>
          <p:cNvSpPr/>
          <p:nvPr/>
        </p:nvSpPr>
        <p:spPr>
          <a:xfrm>
            <a:off x="7657646" y="1178609"/>
            <a:ext cx="3048000" cy="5126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Garamond" panose="02020404030301010803"/>
                <a:ea typeface="+mn-ea"/>
                <a:cs typeface="+mn-cs"/>
              </a:rPr>
              <a:t>ELIGIBLE BOOKINGS</a:t>
            </a:r>
          </a:p>
        </p:txBody>
      </p:sp>
      <p:sp>
        <p:nvSpPr>
          <p:cNvPr id="31" name="Rounded Rectangle 30">
            <a:extLst>
              <a:ext uri="{FF2B5EF4-FFF2-40B4-BE49-F238E27FC236}">
                <a16:creationId xmlns:a16="http://schemas.microsoft.com/office/drawing/2014/main" id="{2C2651B3-E605-EE1D-5C33-023B8F0755FF}"/>
              </a:ext>
            </a:extLst>
          </p:cNvPr>
          <p:cNvSpPr/>
          <p:nvPr/>
        </p:nvSpPr>
        <p:spPr>
          <a:xfrm>
            <a:off x="7657646" y="4056651"/>
            <a:ext cx="3048000" cy="5126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Garamond" panose="02020404030301010803"/>
                <a:ea typeface="+mn-ea"/>
                <a:cs typeface="+mn-cs"/>
              </a:rPr>
              <a:t>BATCH PROCESSED</a:t>
            </a:r>
          </a:p>
        </p:txBody>
      </p:sp>
      <p:sp>
        <p:nvSpPr>
          <p:cNvPr id="32" name="Rounded Rectangle 31">
            <a:extLst>
              <a:ext uri="{FF2B5EF4-FFF2-40B4-BE49-F238E27FC236}">
                <a16:creationId xmlns:a16="http://schemas.microsoft.com/office/drawing/2014/main" id="{B391CC36-1337-A0A5-A682-A228E6529FED}"/>
              </a:ext>
            </a:extLst>
          </p:cNvPr>
          <p:cNvSpPr/>
          <p:nvPr/>
        </p:nvSpPr>
        <p:spPr>
          <a:xfrm>
            <a:off x="7657646" y="4914021"/>
            <a:ext cx="3048000" cy="5126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Garamond" panose="02020404030301010803"/>
                <a:ea typeface="+mn-ea"/>
                <a:cs typeface="+mn-cs"/>
              </a:rPr>
              <a:t>EMAIL BLAST</a:t>
            </a:r>
          </a:p>
        </p:txBody>
      </p:sp>
      <p:cxnSp>
        <p:nvCxnSpPr>
          <p:cNvPr id="34" name="Straight Arrow Connector 33">
            <a:extLst>
              <a:ext uri="{FF2B5EF4-FFF2-40B4-BE49-F238E27FC236}">
                <a16:creationId xmlns:a16="http://schemas.microsoft.com/office/drawing/2014/main" id="{A1CEFEB1-5739-35E4-DD5E-AACA56F85097}"/>
              </a:ext>
            </a:extLst>
          </p:cNvPr>
          <p:cNvCxnSpPr>
            <a:stCxn id="32" idx="2"/>
          </p:cNvCxnSpPr>
          <p:nvPr/>
        </p:nvCxnSpPr>
        <p:spPr>
          <a:xfrm flipH="1">
            <a:off x="7850748" y="5426639"/>
            <a:ext cx="1330898" cy="629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CB3F2B2-5439-0CF1-80A4-67A80D3C0943}"/>
              </a:ext>
            </a:extLst>
          </p:cNvPr>
          <p:cNvCxnSpPr>
            <a:cxnSpLocks/>
            <a:stCxn id="32" idx="2"/>
          </p:cNvCxnSpPr>
          <p:nvPr/>
        </p:nvCxnSpPr>
        <p:spPr>
          <a:xfrm flipH="1">
            <a:off x="8516197" y="5426639"/>
            <a:ext cx="665449" cy="850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78F25A5-18DE-3555-DB13-A0BDF4B3B94F}"/>
              </a:ext>
            </a:extLst>
          </p:cNvPr>
          <p:cNvCxnSpPr>
            <a:cxnSpLocks/>
          </p:cNvCxnSpPr>
          <p:nvPr/>
        </p:nvCxnSpPr>
        <p:spPr>
          <a:xfrm>
            <a:off x="9181646" y="5438134"/>
            <a:ext cx="0" cy="8392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742A892-F1D4-F205-0B00-DFC25D3A174A}"/>
              </a:ext>
            </a:extLst>
          </p:cNvPr>
          <p:cNvCxnSpPr>
            <a:cxnSpLocks/>
          </p:cNvCxnSpPr>
          <p:nvPr/>
        </p:nvCxnSpPr>
        <p:spPr>
          <a:xfrm>
            <a:off x="9181646" y="5438134"/>
            <a:ext cx="665449" cy="7919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324E350-557D-6775-76AE-A7D6D021BC47}"/>
              </a:ext>
            </a:extLst>
          </p:cNvPr>
          <p:cNvCxnSpPr>
            <a:cxnSpLocks/>
            <a:stCxn id="32" idx="2"/>
          </p:cNvCxnSpPr>
          <p:nvPr/>
        </p:nvCxnSpPr>
        <p:spPr>
          <a:xfrm>
            <a:off x="9181646" y="5426639"/>
            <a:ext cx="1259902" cy="512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4840F75-E456-2C08-D18F-2CBC3E02188B}"/>
              </a:ext>
            </a:extLst>
          </p:cNvPr>
          <p:cNvSpPr txBox="1"/>
          <p:nvPr/>
        </p:nvSpPr>
        <p:spPr>
          <a:xfrm>
            <a:off x="8445548" y="4754810"/>
            <a:ext cx="1472196" cy="153888"/>
          </a:xfrm>
          <a:prstGeom prst="rect">
            <a:avLst/>
          </a:prstGeom>
          <a:noFill/>
          <a:ln w="12700">
            <a:miter lim="400000"/>
          </a:ln>
        </p:spPr>
        <p:txBody>
          <a:bodyPr wrap="square" lIns="0" tIns="0" rIns="0" bIns="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lumMod val="10000"/>
                  </a:srgbClr>
                </a:solidFill>
                <a:effectLst/>
                <a:uLnTx/>
                <a:uFillTx/>
                <a:latin typeface="Avenir Book" panose="02000503020000020003" pitchFamily="2" charset="0"/>
                <a:ea typeface="Helvetica Neue"/>
                <a:cs typeface="Helvetica Neue"/>
              </a:rPr>
              <a:t>DAILY 8AM HKT</a:t>
            </a:r>
          </a:p>
        </p:txBody>
      </p:sp>
      <p:sp>
        <p:nvSpPr>
          <p:cNvPr id="48" name="TextBox 47">
            <a:extLst>
              <a:ext uri="{FF2B5EF4-FFF2-40B4-BE49-F238E27FC236}">
                <a16:creationId xmlns:a16="http://schemas.microsoft.com/office/drawing/2014/main" id="{38924D85-9CF1-0972-0945-A5336002F81F}"/>
              </a:ext>
            </a:extLst>
          </p:cNvPr>
          <p:cNvSpPr txBox="1"/>
          <p:nvPr/>
        </p:nvSpPr>
        <p:spPr>
          <a:xfrm>
            <a:off x="8308081" y="966129"/>
            <a:ext cx="1747130" cy="467813"/>
          </a:xfrm>
          <a:prstGeom prst="rect">
            <a:avLst/>
          </a:prstGeom>
          <a:noFill/>
          <a:ln w="12700">
            <a:miter lim="400000"/>
          </a:ln>
        </p:spPr>
        <p:txBody>
          <a:bodyPr wrap="square" lIns="0" tIns="0" rIns="0" bIns="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lumMod val="10000"/>
                  </a:srgbClr>
                </a:solidFill>
                <a:effectLst/>
                <a:uLnTx/>
                <a:uFillTx/>
                <a:latin typeface="Avenir Book" panose="02000503020000020003" pitchFamily="2" charset="0"/>
                <a:ea typeface="Helvetica Neue"/>
                <a:cs typeface="Helvetica Neue"/>
              </a:rPr>
              <a:t>4 DAYS BEFORE ARRIVAL</a:t>
            </a:r>
          </a:p>
        </p:txBody>
      </p:sp>
      <p:cxnSp>
        <p:nvCxnSpPr>
          <p:cNvPr id="55" name="Elbow Connector 54">
            <a:extLst>
              <a:ext uri="{FF2B5EF4-FFF2-40B4-BE49-F238E27FC236}">
                <a16:creationId xmlns:a16="http://schemas.microsoft.com/office/drawing/2014/main" id="{99E21421-B1C4-0916-D38B-9CB428781655}"/>
              </a:ext>
            </a:extLst>
          </p:cNvPr>
          <p:cNvCxnSpPr>
            <a:cxnSpLocks/>
            <a:stCxn id="28" idx="2"/>
            <a:endCxn id="20" idx="1"/>
          </p:cNvCxnSpPr>
          <p:nvPr/>
        </p:nvCxnSpPr>
        <p:spPr>
          <a:xfrm rot="16200000" flipH="1">
            <a:off x="9390990" y="1481883"/>
            <a:ext cx="454877" cy="873564"/>
          </a:xfrm>
          <a:prstGeom prst="bentConnector2">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60" name="Rounded Rectangle 59">
            <a:extLst>
              <a:ext uri="{FF2B5EF4-FFF2-40B4-BE49-F238E27FC236}">
                <a16:creationId xmlns:a16="http://schemas.microsoft.com/office/drawing/2014/main" id="{0C2F8399-8C3A-764E-792D-AD9D68C1BD81}"/>
              </a:ext>
            </a:extLst>
          </p:cNvPr>
          <p:cNvSpPr/>
          <p:nvPr/>
        </p:nvSpPr>
        <p:spPr>
          <a:xfrm>
            <a:off x="10055211" y="2270094"/>
            <a:ext cx="1589834" cy="35565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aramond" panose="02020404030301010803"/>
                <a:ea typeface="+mn-ea"/>
                <a:cs typeface="+mn-cs"/>
              </a:rPr>
              <a:t>BOOKING SOURCE: OTA, NOT A FAN</a:t>
            </a:r>
          </a:p>
        </p:txBody>
      </p:sp>
      <p:sp>
        <p:nvSpPr>
          <p:cNvPr id="61" name="Rounded Rectangle 60">
            <a:extLst>
              <a:ext uri="{FF2B5EF4-FFF2-40B4-BE49-F238E27FC236}">
                <a16:creationId xmlns:a16="http://schemas.microsoft.com/office/drawing/2014/main" id="{99EF7B99-FA2D-C028-4672-CE86CA43AFBE}"/>
              </a:ext>
            </a:extLst>
          </p:cNvPr>
          <p:cNvSpPr/>
          <p:nvPr/>
        </p:nvSpPr>
        <p:spPr>
          <a:xfrm>
            <a:off x="10055211" y="2684735"/>
            <a:ext cx="1589834" cy="35565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aramond" panose="02020404030301010803"/>
                <a:ea typeface="+mn-ea"/>
                <a:cs typeface="+mn-cs"/>
              </a:rPr>
              <a:t>GUEST ID FOUND ON EXCLUSION LIST</a:t>
            </a:r>
          </a:p>
        </p:txBody>
      </p:sp>
      <p:cxnSp>
        <p:nvCxnSpPr>
          <p:cNvPr id="66" name="Elbow Connector 65">
            <a:extLst>
              <a:ext uri="{FF2B5EF4-FFF2-40B4-BE49-F238E27FC236}">
                <a16:creationId xmlns:a16="http://schemas.microsoft.com/office/drawing/2014/main" id="{809F02C0-318F-F5C9-3F3F-D4633D3A012E}"/>
              </a:ext>
            </a:extLst>
          </p:cNvPr>
          <p:cNvCxnSpPr>
            <a:cxnSpLocks/>
            <a:stCxn id="28" idx="2"/>
            <a:endCxn id="69" idx="0"/>
          </p:cNvCxnSpPr>
          <p:nvPr/>
        </p:nvCxnSpPr>
        <p:spPr>
          <a:xfrm>
            <a:off x="9181646" y="1691227"/>
            <a:ext cx="0" cy="2180328"/>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A58B669B-AC20-9C07-B3D9-8399D10D905A}"/>
              </a:ext>
            </a:extLst>
          </p:cNvPr>
          <p:cNvSpPr txBox="1"/>
          <p:nvPr/>
        </p:nvSpPr>
        <p:spPr>
          <a:xfrm>
            <a:off x="8445548" y="3871555"/>
            <a:ext cx="1472196" cy="153888"/>
          </a:xfrm>
          <a:prstGeom prst="rect">
            <a:avLst/>
          </a:prstGeom>
          <a:noFill/>
          <a:ln w="12700">
            <a:miter lim="400000"/>
          </a:ln>
        </p:spPr>
        <p:txBody>
          <a:bodyPr wrap="square" lIns="0" tIns="0" rIns="0" bIns="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lumMod val="10000"/>
                  </a:srgbClr>
                </a:solidFill>
                <a:effectLst/>
                <a:uLnTx/>
                <a:uFillTx/>
                <a:latin typeface="Avenir Book" panose="02000503020000020003" pitchFamily="2" charset="0"/>
                <a:ea typeface="Helvetica Neue"/>
                <a:cs typeface="Helvetica Neue"/>
              </a:rPr>
              <a:t>DAILY 4AM HKT</a:t>
            </a:r>
          </a:p>
        </p:txBody>
      </p:sp>
      <p:pic>
        <p:nvPicPr>
          <p:cNvPr id="73" name="Graphic 72" descr="Envelope outline">
            <a:extLst>
              <a:ext uri="{FF2B5EF4-FFF2-40B4-BE49-F238E27FC236}">
                <a16:creationId xmlns:a16="http://schemas.microsoft.com/office/drawing/2014/main" id="{8B3EF016-2760-621F-383C-5997B033E4B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56295" y="5783248"/>
            <a:ext cx="546387" cy="546387"/>
          </a:xfrm>
          <a:prstGeom prst="rect">
            <a:avLst/>
          </a:prstGeom>
        </p:spPr>
      </p:pic>
      <p:pic>
        <p:nvPicPr>
          <p:cNvPr id="74" name="Graphic 73" descr="Envelope outline">
            <a:extLst>
              <a:ext uri="{FF2B5EF4-FFF2-40B4-BE49-F238E27FC236}">
                <a16:creationId xmlns:a16="http://schemas.microsoft.com/office/drawing/2014/main" id="{719B7D13-87BB-41C9-196E-9093D8F1733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87784" y="6122443"/>
            <a:ext cx="546387" cy="546387"/>
          </a:xfrm>
          <a:prstGeom prst="rect">
            <a:avLst/>
          </a:prstGeom>
        </p:spPr>
      </p:pic>
      <p:pic>
        <p:nvPicPr>
          <p:cNvPr id="75" name="Graphic 74" descr="Envelope outline">
            <a:extLst>
              <a:ext uri="{FF2B5EF4-FFF2-40B4-BE49-F238E27FC236}">
                <a16:creationId xmlns:a16="http://schemas.microsoft.com/office/drawing/2014/main" id="{052F41B1-0C8C-2FCC-76A9-35C6700734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90928" y="6249149"/>
            <a:ext cx="546387" cy="546387"/>
          </a:xfrm>
          <a:prstGeom prst="rect">
            <a:avLst/>
          </a:prstGeom>
        </p:spPr>
      </p:pic>
      <p:pic>
        <p:nvPicPr>
          <p:cNvPr id="76" name="Graphic 75" descr="Envelope outline">
            <a:extLst>
              <a:ext uri="{FF2B5EF4-FFF2-40B4-BE49-F238E27FC236}">
                <a16:creationId xmlns:a16="http://schemas.microsoft.com/office/drawing/2014/main" id="{3F5F8A2D-B06E-675A-92FB-B57DBFCB36A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82017" y="6125864"/>
            <a:ext cx="546387" cy="546387"/>
          </a:xfrm>
          <a:prstGeom prst="rect">
            <a:avLst/>
          </a:prstGeom>
        </p:spPr>
      </p:pic>
      <p:pic>
        <p:nvPicPr>
          <p:cNvPr id="77" name="Graphic 76" descr="Envelope outline">
            <a:extLst>
              <a:ext uri="{FF2B5EF4-FFF2-40B4-BE49-F238E27FC236}">
                <a16:creationId xmlns:a16="http://schemas.microsoft.com/office/drawing/2014/main" id="{E33BED2C-225D-64AD-7F4C-28501ACDED6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95531" y="5769934"/>
            <a:ext cx="546387" cy="546387"/>
          </a:xfrm>
          <a:prstGeom prst="rect">
            <a:avLst/>
          </a:prstGeom>
        </p:spPr>
      </p:pic>
      <p:sp>
        <p:nvSpPr>
          <p:cNvPr id="78" name="Text Placeholder 9">
            <a:extLst>
              <a:ext uri="{FF2B5EF4-FFF2-40B4-BE49-F238E27FC236}">
                <a16:creationId xmlns:a16="http://schemas.microsoft.com/office/drawing/2014/main" id="{B17923F2-5A63-24D2-9D33-A3512A52D15D}"/>
              </a:ext>
            </a:extLst>
          </p:cNvPr>
          <p:cNvSpPr txBox="1">
            <a:spLocks/>
          </p:cNvSpPr>
          <p:nvPr/>
        </p:nvSpPr>
        <p:spPr>
          <a:xfrm>
            <a:off x="724796" y="1489986"/>
            <a:ext cx="4204581" cy="177465"/>
          </a:xfrm>
          <a:prstGeom prst="rect">
            <a:avLst/>
          </a:prstGeom>
        </p:spPr>
        <p:txBody>
          <a:bodyPr vert="horz" lIns="0" tIns="0" rIns="0" bIns="0" rtlCol="0">
            <a:noAutofit/>
          </a:bodyPr>
          <a:lstStyle>
            <a:lvl1pPr marL="0" indent="0" algn="l" defTabSz="914400" rtl="0" eaLnBrk="1" latinLnBrk="0" hangingPunct="1">
              <a:lnSpc>
                <a:spcPts val="1400"/>
              </a:lnSpc>
              <a:spcBef>
                <a:spcPts val="0"/>
              </a:spcBef>
              <a:buFont typeface="Arial" panose="020B0604020202020204" pitchFamily="34" charset="0"/>
              <a:buNone/>
              <a:defRPr sz="1000" kern="1200" cap="all" spc="30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400"/>
              </a:lnSpc>
              <a:spcBef>
                <a:spcPts val="0"/>
              </a:spcBef>
              <a:spcAft>
                <a:spcPts val="0"/>
              </a:spcAft>
              <a:buClrTx/>
              <a:buSzTx/>
              <a:buFont typeface="Arial" panose="020B0604020202020204" pitchFamily="34" charset="0"/>
              <a:buNone/>
              <a:tabLst/>
              <a:defRPr/>
            </a:pPr>
            <a:r>
              <a:rPr kumimoji="0" lang="en-US" sz="1200" b="1" i="0" u="none" strike="noStrike" kern="1200" cap="all" spc="300" normalizeH="0" baseline="0" noProof="0">
                <a:ln>
                  <a:noFill/>
                </a:ln>
                <a:solidFill>
                  <a:srgbClr val="000000"/>
                </a:solidFill>
                <a:effectLst/>
                <a:uLnTx/>
                <a:uFillTx/>
                <a:latin typeface="Garamond" panose="02020404030301010803"/>
                <a:ea typeface="+mn-ea"/>
                <a:cs typeface="+mn-cs"/>
              </a:rPr>
              <a:t>1. DATA EXCLUSIONS </a:t>
            </a:r>
          </a:p>
        </p:txBody>
      </p:sp>
      <p:sp>
        <p:nvSpPr>
          <p:cNvPr id="79" name="Rounded Rectangle 78">
            <a:extLst>
              <a:ext uri="{FF2B5EF4-FFF2-40B4-BE49-F238E27FC236}">
                <a16:creationId xmlns:a16="http://schemas.microsoft.com/office/drawing/2014/main" id="{D784FBD7-0E35-7529-2E82-92863C651E14}"/>
              </a:ext>
            </a:extLst>
          </p:cNvPr>
          <p:cNvSpPr/>
          <p:nvPr/>
        </p:nvSpPr>
        <p:spPr>
          <a:xfrm>
            <a:off x="1644542" y="2223048"/>
            <a:ext cx="3048000" cy="342269"/>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amond" panose="02020404030301010803"/>
                <a:ea typeface="+mn-ea"/>
                <a:cs typeface="+mn-cs"/>
              </a:rPr>
              <a:t>OTA BOOKING, NOT A FAN</a:t>
            </a:r>
          </a:p>
        </p:txBody>
      </p:sp>
      <p:sp>
        <p:nvSpPr>
          <p:cNvPr id="80" name="TextBox 79">
            <a:extLst>
              <a:ext uri="{FF2B5EF4-FFF2-40B4-BE49-F238E27FC236}">
                <a16:creationId xmlns:a16="http://schemas.microsoft.com/office/drawing/2014/main" id="{D475FD4A-3E82-BA9E-CDDE-21AA9EF70BB6}"/>
              </a:ext>
            </a:extLst>
          </p:cNvPr>
          <p:cNvSpPr txBox="1"/>
          <p:nvPr/>
        </p:nvSpPr>
        <p:spPr>
          <a:xfrm>
            <a:off x="876555" y="1645968"/>
            <a:ext cx="4204581" cy="533797"/>
          </a:xfrm>
          <a:prstGeom prst="rect">
            <a:avLst/>
          </a:prstGeom>
        </p:spPr>
        <p:txBody>
          <a:bodyPr wrap="square" lIns="91440" tIns="91440" rIns="91440" bIns="9144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aramond"/>
                <a:ea typeface="Helvetica Neue"/>
                <a:cs typeface="Helvetica Neue"/>
              </a:rPr>
              <a:t>All bookings under OTA booking source code, except OTA bookings with Fans of M.O. member ID.</a:t>
            </a:r>
          </a:p>
        </p:txBody>
      </p:sp>
      <p:sp>
        <p:nvSpPr>
          <p:cNvPr id="20" name="TextBox 19">
            <a:extLst>
              <a:ext uri="{FF2B5EF4-FFF2-40B4-BE49-F238E27FC236}">
                <a16:creationId xmlns:a16="http://schemas.microsoft.com/office/drawing/2014/main" id="{5FECD04F-4244-EF15-067E-E982742FCEEE}"/>
              </a:ext>
            </a:extLst>
          </p:cNvPr>
          <p:cNvSpPr txBox="1"/>
          <p:nvPr/>
        </p:nvSpPr>
        <p:spPr>
          <a:xfrm>
            <a:off x="10055210" y="2069160"/>
            <a:ext cx="1472196" cy="153888"/>
          </a:xfrm>
          <a:prstGeom prst="rect">
            <a:avLst/>
          </a:prstGeom>
          <a:noFill/>
          <a:ln w="12700">
            <a:miter lim="400000"/>
          </a:ln>
        </p:spPr>
        <p:txBody>
          <a:bodyPr wrap="square" lIns="9144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lumMod val="10000"/>
                  </a:srgbClr>
                </a:solidFill>
                <a:effectLst/>
                <a:uLnTx/>
                <a:uFillTx/>
                <a:latin typeface="Avenir Book" panose="02000503020000020003" pitchFamily="2" charset="0"/>
                <a:ea typeface="Helvetica Neue"/>
                <a:cs typeface="Helvetica Neue"/>
              </a:rPr>
              <a:t>EXCLUDE IF:</a:t>
            </a:r>
          </a:p>
        </p:txBody>
      </p:sp>
      <p:sp>
        <p:nvSpPr>
          <p:cNvPr id="44" name="Rectangle 43">
            <a:extLst>
              <a:ext uri="{FF2B5EF4-FFF2-40B4-BE49-F238E27FC236}">
                <a16:creationId xmlns:a16="http://schemas.microsoft.com/office/drawing/2014/main" id="{D803D1DE-4407-12DC-304F-6FF9D6C42ED7}"/>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spTree>
    <p:extLst>
      <p:ext uri="{BB962C8B-B14F-4D97-AF65-F5344CB8AC3E}">
        <p14:creationId xmlns:p14="http://schemas.microsoft.com/office/powerpoint/2010/main" val="2808712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EB9F9-4031-8787-DBE6-8637B0C8A0D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8A2B8FA-2DBC-0C09-B2F2-40F7E84AE347}"/>
              </a:ext>
            </a:extLst>
          </p:cNvPr>
          <p:cNvSpPr>
            <a:spLocks noGrp="1"/>
          </p:cNvSpPr>
          <p:nvPr>
            <p:ph type="dt" sz="half"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 name="Footer Placeholder 4">
            <a:extLst>
              <a:ext uri="{FF2B5EF4-FFF2-40B4-BE49-F238E27FC236}">
                <a16:creationId xmlns:a16="http://schemas.microsoft.com/office/drawing/2014/main" id="{7362A8EA-46C7-36F3-3ED4-CEF7F43FA9A6}"/>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PRESENTATION TITLE [Insert Tab - Header &amp; Footer]</a:t>
            </a:r>
          </a:p>
        </p:txBody>
      </p:sp>
      <p:cxnSp>
        <p:nvCxnSpPr>
          <p:cNvPr id="8" name="Straight Arrow Connector 7">
            <a:extLst>
              <a:ext uri="{FF2B5EF4-FFF2-40B4-BE49-F238E27FC236}">
                <a16:creationId xmlns:a16="http://schemas.microsoft.com/office/drawing/2014/main" id="{642B7B49-D7A7-B069-27ED-5E591853412A}"/>
              </a:ext>
            </a:extLst>
          </p:cNvPr>
          <p:cNvCxnSpPr>
            <a:cxnSpLocks/>
          </p:cNvCxnSpPr>
          <p:nvPr/>
        </p:nvCxnSpPr>
        <p:spPr>
          <a:xfrm>
            <a:off x="659642" y="2386315"/>
            <a:ext cx="10624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218C382-FAA5-DEA0-93EB-A4F909AAABBF}"/>
              </a:ext>
            </a:extLst>
          </p:cNvPr>
          <p:cNvSpPr/>
          <p:nvPr/>
        </p:nvSpPr>
        <p:spPr>
          <a:xfrm>
            <a:off x="12561804" y="-274867"/>
            <a:ext cx="1255796"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Monitor Open Rate</a:t>
            </a:r>
          </a:p>
        </p:txBody>
      </p:sp>
      <p:sp>
        <p:nvSpPr>
          <p:cNvPr id="2" name="Text Placeholder 1">
            <a:extLst>
              <a:ext uri="{FF2B5EF4-FFF2-40B4-BE49-F238E27FC236}">
                <a16:creationId xmlns:a16="http://schemas.microsoft.com/office/drawing/2014/main" id="{83F0EC70-EC5D-E58B-9081-62546BB8B689}"/>
              </a:ext>
            </a:extLst>
          </p:cNvPr>
          <p:cNvSpPr txBox="1">
            <a:spLocks/>
          </p:cNvSpPr>
          <p:nvPr/>
        </p:nvSpPr>
        <p:spPr>
          <a:xfrm>
            <a:off x="695570" y="678337"/>
            <a:ext cx="10814539"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A CLOSER LOOK AT HOW EXCLUSIONS WILL WORK</a:t>
            </a:r>
          </a:p>
        </p:txBody>
      </p:sp>
      <p:sp>
        <p:nvSpPr>
          <p:cNvPr id="3" name="TextBox 2">
            <a:extLst>
              <a:ext uri="{FF2B5EF4-FFF2-40B4-BE49-F238E27FC236}">
                <a16:creationId xmlns:a16="http://schemas.microsoft.com/office/drawing/2014/main" id="{1EA331D2-E390-3A5B-9A5D-7BD4BB673B66}"/>
              </a:ext>
            </a:extLst>
          </p:cNvPr>
          <p:cNvSpPr txBox="1"/>
          <p:nvPr/>
        </p:nvSpPr>
        <p:spPr>
          <a:xfrm>
            <a:off x="564586" y="2020584"/>
            <a:ext cx="223523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Days to Arrival</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7" name="Rectangle 16">
            <a:extLst>
              <a:ext uri="{FF2B5EF4-FFF2-40B4-BE49-F238E27FC236}">
                <a16:creationId xmlns:a16="http://schemas.microsoft.com/office/drawing/2014/main" id="{6A9E31A9-B53E-9336-2144-BC59CA85B158}"/>
              </a:ext>
            </a:extLst>
          </p:cNvPr>
          <p:cNvSpPr/>
          <p:nvPr/>
        </p:nvSpPr>
        <p:spPr>
          <a:xfrm>
            <a:off x="12570026" y="1810682"/>
            <a:ext cx="1841997"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is a hotel meant to know what to do?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can we clean this? </a:t>
            </a:r>
          </a:p>
        </p:txBody>
      </p:sp>
      <p:sp>
        <p:nvSpPr>
          <p:cNvPr id="44" name="Rectangle 43">
            <a:extLst>
              <a:ext uri="{FF2B5EF4-FFF2-40B4-BE49-F238E27FC236}">
                <a16:creationId xmlns:a16="http://schemas.microsoft.com/office/drawing/2014/main" id="{678DFC10-9046-4D68-4751-57F0F8C3F3BD}"/>
              </a:ext>
            </a:extLst>
          </p:cNvPr>
          <p:cNvSpPr/>
          <p:nvPr/>
        </p:nvSpPr>
        <p:spPr>
          <a:xfrm>
            <a:off x="3576200"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T-5</a:t>
            </a:r>
          </a:p>
        </p:txBody>
      </p:sp>
      <p:sp>
        <p:nvSpPr>
          <p:cNvPr id="45" name="Rectangle 44">
            <a:extLst>
              <a:ext uri="{FF2B5EF4-FFF2-40B4-BE49-F238E27FC236}">
                <a16:creationId xmlns:a16="http://schemas.microsoft.com/office/drawing/2014/main" id="{FF0EE128-3E3C-DEA5-D171-EBBB9152B98F}"/>
              </a:ext>
            </a:extLst>
          </p:cNvPr>
          <p:cNvSpPr/>
          <p:nvPr/>
        </p:nvSpPr>
        <p:spPr>
          <a:xfrm>
            <a:off x="5249271"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T-4</a:t>
            </a:r>
          </a:p>
        </p:txBody>
      </p:sp>
      <p:sp>
        <p:nvSpPr>
          <p:cNvPr id="46" name="Rectangle 45">
            <a:extLst>
              <a:ext uri="{FF2B5EF4-FFF2-40B4-BE49-F238E27FC236}">
                <a16:creationId xmlns:a16="http://schemas.microsoft.com/office/drawing/2014/main" id="{BA43D5EA-AF2B-0D76-6BC9-68B61ADD9AC5}"/>
              </a:ext>
            </a:extLst>
          </p:cNvPr>
          <p:cNvSpPr/>
          <p:nvPr/>
        </p:nvSpPr>
        <p:spPr>
          <a:xfrm>
            <a:off x="6922818"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T-3</a:t>
            </a:r>
          </a:p>
        </p:txBody>
      </p:sp>
      <p:sp>
        <p:nvSpPr>
          <p:cNvPr id="47" name="Rectangle 46">
            <a:extLst>
              <a:ext uri="{FF2B5EF4-FFF2-40B4-BE49-F238E27FC236}">
                <a16:creationId xmlns:a16="http://schemas.microsoft.com/office/drawing/2014/main" id="{A57E4CD8-C3E9-BDCF-1257-86648ABAA2F3}"/>
              </a:ext>
            </a:extLst>
          </p:cNvPr>
          <p:cNvSpPr/>
          <p:nvPr/>
        </p:nvSpPr>
        <p:spPr>
          <a:xfrm>
            <a:off x="8596365"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T-2</a:t>
            </a:r>
          </a:p>
        </p:txBody>
      </p:sp>
      <p:sp>
        <p:nvSpPr>
          <p:cNvPr id="50" name="Rectangle 49">
            <a:extLst>
              <a:ext uri="{FF2B5EF4-FFF2-40B4-BE49-F238E27FC236}">
                <a16:creationId xmlns:a16="http://schemas.microsoft.com/office/drawing/2014/main" id="{EC21D83B-7811-1912-4BF8-9428F953632E}"/>
              </a:ext>
            </a:extLst>
          </p:cNvPr>
          <p:cNvSpPr/>
          <p:nvPr/>
        </p:nvSpPr>
        <p:spPr>
          <a:xfrm>
            <a:off x="10280654"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T-1</a:t>
            </a:r>
          </a:p>
        </p:txBody>
      </p:sp>
      <p:sp>
        <p:nvSpPr>
          <p:cNvPr id="53" name="Rectangle 52">
            <a:extLst>
              <a:ext uri="{FF2B5EF4-FFF2-40B4-BE49-F238E27FC236}">
                <a16:creationId xmlns:a16="http://schemas.microsoft.com/office/drawing/2014/main" id="{45630982-EF2B-6238-F778-8F267DE9BA2C}"/>
              </a:ext>
            </a:extLst>
          </p:cNvPr>
          <p:cNvSpPr/>
          <p:nvPr/>
        </p:nvSpPr>
        <p:spPr>
          <a:xfrm>
            <a:off x="659642" y="2297583"/>
            <a:ext cx="2858097"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 - … </a:t>
            </a:r>
          </a:p>
        </p:txBody>
      </p:sp>
    </p:spTree>
    <p:extLst>
      <p:ext uri="{BB962C8B-B14F-4D97-AF65-F5344CB8AC3E}">
        <p14:creationId xmlns:p14="http://schemas.microsoft.com/office/powerpoint/2010/main" val="4123540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6B2C3-F0A1-13E2-A342-3244168B9C2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5CA12FE-0C43-0A3E-1D4B-7A61062C1FB6}"/>
              </a:ext>
            </a:extLst>
          </p:cNvPr>
          <p:cNvSpPr>
            <a:spLocks noGrp="1"/>
          </p:cNvSpPr>
          <p:nvPr>
            <p:ph type="dt" sz="half"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 name="Footer Placeholder 4">
            <a:extLst>
              <a:ext uri="{FF2B5EF4-FFF2-40B4-BE49-F238E27FC236}">
                <a16:creationId xmlns:a16="http://schemas.microsoft.com/office/drawing/2014/main" id="{37165F58-1DEB-73E8-4C74-634B7064E309}"/>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PRESENTATION TITLE [Insert Tab - Header &amp; Footer]</a:t>
            </a:r>
          </a:p>
        </p:txBody>
      </p:sp>
      <p:cxnSp>
        <p:nvCxnSpPr>
          <p:cNvPr id="8" name="Straight Arrow Connector 7">
            <a:extLst>
              <a:ext uri="{FF2B5EF4-FFF2-40B4-BE49-F238E27FC236}">
                <a16:creationId xmlns:a16="http://schemas.microsoft.com/office/drawing/2014/main" id="{0382B2F6-9FA0-F042-182B-2938F1849A7C}"/>
              </a:ext>
            </a:extLst>
          </p:cNvPr>
          <p:cNvCxnSpPr>
            <a:cxnSpLocks/>
          </p:cNvCxnSpPr>
          <p:nvPr/>
        </p:nvCxnSpPr>
        <p:spPr>
          <a:xfrm>
            <a:off x="659642" y="2386315"/>
            <a:ext cx="10624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1D2041D-6872-EF21-24B7-AEFCDED819CF}"/>
              </a:ext>
            </a:extLst>
          </p:cNvPr>
          <p:cNvCxnSpPr>
            <a:cxnSpLocks/>
          </p:cNvCxnSpPr>
          <p:nvPr/>
        </p:nvCxnSpPr>
        <p:spPr>
          <a:xfrm>
            <a:off x="5412176"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DA5C5CB0-C5FE-71BE-7782-6AF850C7C78A}"/>
              </a:ext>
            </a:extLst>
          </p:cNvPr>
          <p:cNvSpPr/>
          <p:nvPr/>
        </p:nvSpPr>
        <p:spPr>
          <a:xfrm>
            <a:off x="12561804" y="-274867"/>
            <a:ext cx="1255796"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Monitor Open Rate</a:t>
            </a:r>
          </a:p>
        </p:txBody>
      </p:sp>
      <p:sp>
        <p:nvSpPr>
          <p:cNvPr id="2" name="Text Placeholder 1">
            <a:extLst>
              <a:ext uri="{FF2B5EF4-FFF2-40B4-BE49-F238E27FC236}">
                <a16:creationId xmlns:a16="http://schemas.microsoft.com/office/drawing/2014/main" id="{0498B7CC-AE25-6850-4496-C87287CB0F28}"/>
              </a:ext>
            </a:extLst>
          </p:cNvPr>
          <p:cNvSpPr txBox="1">
            <a:spLocks/>
          </p:cNvSpPr>
          <p:nvPr/>
        </p:nvSpPr>
        <p:spPr>
          <a:xfrm>
            <a:off x="695570" y="678337"/>
            <a:ext cx="10814539"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A CLOSER LOOK AT HOW EXCLUSIONS WILL WORK</a:t>
            </a:r>
          </a:p>
        </p:txBody>
      </p:sp>
      <p:sp>
        <p:nvSpPr>
          <p:cNvPr id="3" name="TextBox 2">
            <a:extLst>
              <a:ext uri="{FF2B5EF4-FFF2-40B4-BE49-F238E27FC236}">
                <a16:creationId xmlns:a16="http://schemas.microsoft.com/office/drawing/2014/main" id="{C18821D1-FECB-8BDF-3280-84AF008E38D0}"/>
              </a:ext>
            </a:extLst>
          </p:cNvPr>
          <p:cNvSpPr txBox="1"/>
          <p:nvPr/>
        </p:nvSpPr>
        <p:spPr>
          <a:xfrm>
            <a:off x="564586" y="2020584"/>
            <a:ext cx="223523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Days to Arrival</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7" name="Rectangle 16">
            <a:extLst>
              <a:ext uri="{FF2B5EF4-FFF2-40B4-BE49-F238E27FC236}">
                <a16:creationId xmlns:a16="http://schemas.microsoft.com/office/drawing/2014/main" id="{B4DE86F1-CAFC-E923-9701-965E0254E8D0}"/>
              </a:ext>
            </a:extLst>
          </p:cNvPr>
          <p:cNvSpPr/>
          <p:nvPr/>
        </p:nvSpPr>
        <p:spPr>
          <a:xfrm>
            <a:off x="12570026" y="1810682"/>
            <a:ext cx="1841997"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is a hotel meant to know what to do?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can we clean this? </a:t>
            </a:r>
          </a:p>
        </p:txBody>
      </p:sp>
      <p:sp>
        <p:nvSpPr>
          <p:cNvPr id="43" name="TextBox 42">
            <a:extLst>
              <a:ext uri="{FF2B5EF4-FFF2-40B4-BE49-F238E27FC236}">
                <a16:creationId xmlns:a16="http://schemas.microsoft.com/office/drawing/2014/main" id="{636EE3DD-3DA1-8617-98CB-C6FB83A8A436}"/>
              </a:ext>
            </a:extLst>
          </p:cNvPr>
          <p:cNvSpPr txBox="1"/>
          <p:nvPr/>
        </p:nvSpPr>
        <p:spPr>
          <a:xfrm>
            <a:off x="2427172" y="1167919"/>
            <a:ext cx="2934962"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BATCH CREATION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04:00 HKT</a:t>
            </a:r>
          </a:p>
        </p:txBody>
      </p:sp>
      <p:sp>
        <p:nvSpPr>
          <p:cNvPr id="44" name="Rectangle 43">
            <a:extLst>
              <a:ext uri="{FF2B5EF4-FFF2-40B4-BE49-F238E27FC236}">
                <a16:creationId xmlns:a16="http://schemas.microsoft.com/office/drawing/2014/main" id="{82D615C3-C7E2-1A83-5E11-995E869D3381}"/>
              </a:ext>
            </a:extLst>
          </p:cNvPr>
          <p:cNvSpPr/>
          <p:nvPr/>
        </p:nvSpPr>
        <p:spPr>
          <a:xfrm>
            <a:off x="3576200"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T-5</a:t>
            </a:r>
          </a:p>
        </p:txBody>
      </p:sp>
      <p:sp>
        <p:nvSpPr>
          <p:cNvPr id="45" name="Rectangle 44">
            <a:extLst>
              <a:ext uri="{FF2B5EF4-FFF2-40B4-BE49-F238E27FC236}">
                <a16:creationId xmlns:a16="http://schemas.microsoft.com/office/drawing/2014/main" id="{6FD07C1E-0C40-17AA-AF12-766A6A38848A}"/>
              </a:ext>
            </a:extLst>
          </p:cNvPr>
          <p:cNvSpPr/>
          <p:nvPr/>
        </p:nvSpPr>
        <p:spPr>
          <a:xfrm>
            <a:off x="5249271"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T-4</a:t>
            </a:r>
          </a:p>
        </p:txBody>
      </p:sp>
      <p:sp>
        <p:nvSpPr>
          <p:cNvPr id="46" name="Rectangle 45">
            <a:extLst>
              <a:ext uri="{FF2B5EF4-FFF2-40B4-BE49-F238E27FC236}">
                <a16:creationId xmlns:a16="http://schemas.microsoft.com/office/drawing/2014/main" id="{023B4337-15B2-DB65-9C5D-47F457FC140B}"/>
              </a:ext>
            </a:extLst>
          </p:cNvPr>
          <p:cNvSpPr/>
          <p:nvPr/>
        </p:nvSpPr>
        <p:spPr>
          <a:xfrm>
            <a:off x="6922818"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T-3</a:t>
            </a:r>
          </a:p>
        </p:txBody>
      </p:sp>
      <p:sp>
        <p:nvSpPr>
          <p:cNvPr id="47" name="Rectangle 46">
            <a:extLst>
              <a:ext uri="{FF2B5EF4-FFF2-40B4-BE49-F238E27FC236}">
                <a16:creationId xmlns:a16="http://schemas.microsoft.com/office/drawing/2014/main" id="{D2C843C5-ADE7-E311-E844-19C5A33826ED}"/>
              </a:ext>
            </a:extLst>
          </p:cNvPr>
          <p:cNvSpPr/>
          <p:nvPr/>
        </p:nvSpPr>
        <p:spPr>
          <a:xfrm>
            <a:off x="8596365"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T-2</a:t>
            </a:r>
          </a:p>
        </p:txBody>
      </p:sp>
      <p:sp>
        <p:nvSpPr>
          <p:cNvPr id="50" name="Rectangle 49">
            <a:extLst>
              <a:ext uri="{FF2B5EF4-FFF2-40B4-BE49-F238E27FC236}">
                <a16:creationId xmlns:a16="http://schemas.microsoft.com/office/drawing/2014/main" id="{C8A57603-D429-FE7C-AA90-BAB84A109067}"/>
              </a:ext>
            </a:extLst>
          </p:cNvPr>
          <p:cNvSpPr/>
          <p:nvPr/>
        </p:nvSpPr>
        <p:spPr>
          <a:xfrm>
            <a:off x="10280654"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T-1</a:t>
            </a:r>
          </a:p>
        </p:txBody>
      </p:sp>
      <p:sp>
        <p:nvSpPr>
          <p:cNvPr id="53" name="Rectangle 52">
            <a:extLst>
              <a:ext uri="{FF2B5EF4-FFF2-40B4-BE49-F238E27FC236}">
                <a16:creationId xmlns:a16="http://schemas.microsoft.com/office/drawing/2014/main" id="{0C9328AF-4D76-AEAC-45F2-6ED1882558C6}"/>
              </a:ext>
            </a:extLst>
          </p:cNvPr>
          <p:cNvSpPr/>
          <p:nvPr/>
        </p:nvSpPr>
        <p:spPr>
          <a:xfrm>
            <a:off x="659642" y="2297583"/>
            <a:ext cx="2858097"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 - … </a:t>
            </a:r>
          </a:p>
        </p:txBody>
      </p:sp>
    </p:spTree>
    <p:extLst>
      <p:ext uri="{BB962C8B-B14F-4D97-AF65-F5344CB8AC3E}">
        <p14:creationId xmlns:p14="http://schemas.microsoft.com/office/powerpoint/2010/main" val="810476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AE764-40E3-C50C-D527-42674A55BEE2}"/>
            </a:ext>
          </a:extLst>
        </p:cNvPr>
        <p:cNvGrpSpPr/>
        <p:nvPr/>
      </p:nvGrpSpPr>
      <p:grpSpPr>
        <a:xfrm>
          <a:off x="0" y="0"/>
          <a:ext cx="0" cy="0"/>
          <a:chOff x="0" y="0"/>
          <a:chExt cx="0" cy="0"/>
        </a:xfrm>
      </p:grpSpPr>
      <p:cxnSp>
        <p:nvCxnSpPr>
          <p:cNvPr id="105" name="Straight Connector 104">
            <a:extLst>
              <a:ext uri="{FF2B5EF4-FFF2-40B4-BE49-F238E27FC236}">
                <a16:creationId xmlns:a16="http://schemas.microsoft.com/office/drawing/2014/main" id="{9FFDEE55-3E78-414E-559A-C699EBF4A240}"/>
              </a:ext>
            </a:extLst>
          </p:cNvPr>
          <p:cNvCxnSpPr>
            <a:cxnSpLocks/>
          </p:cNvCxnSpPr>
          <p:nvPr/>
        </p:nvCxnSpPr>
        <p:spPr>
          <a:xfrm>
            <a:off x="5794592"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1586488A-48D3-D2B4-4C9C-EC74E9BD67B4}"/>
              </a:ext>
            </a:extLst>
          </p:cNvPr>
          <p:cNvSpPr>
            <a:spLocks noGrp="1"/>
          </p:cNvSpPr>
          <p:nvPr>
            <p:ph type="dt" sz="half"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 name="Footer Placeholder 4">
            <a:extLst>
              <a:ext uri="{FF2B5EF4-FFF2-40B4-BE49-F238E27FC236}">
                <a16:creationId xmlns:a16="http://schemas.microsoft.com/office/drawing/2014/main" id="{F934E50A-0ED1-3601-8958-7C81720E49BE}"/>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PRESENTATION TITLE [Insert Tab - Header &amp; Footer]</a:t>
            </a:r>
          </a:p>
        </p:txBody>
      </p:sp>
      <p:cxnSp>
        <p:nvCxnSpPr>
          <p:cNvPr id="8" name="Straight Arrow Connector 7">
            <a:extLst>
              <a:ext uri="{FF2B5EF4-FFF2-40B4-BE49-F238E27FC236}">
                <a16:creationId xmlns:a16="http://schemas.microsoft.com/office/drawing/2014/main" id="{8574ECFA-E6C1-C5D9-02BA-525B7DA75AD5}"/>
              </a:ext>
            </a:extLst>
          </p:cNvPr>
          <p:cNvCxnSpPr>
            <a:cxnSpLocks/>
          </p:cNvCxnSpPr>
          <p:nvPr/>
        </p:nvCxnSpPr>
        <p:spPr>
          <a:xfrm>
            <a:off x="659642" y="2386315"/>
            <a:ext cx="10624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09228FA-B041-B709-2701-105FA38E8765}"/>
              </a:ext>
            </a:extLst>
          </p:cNvPr>
          <p:cNvCxnSpPr>
            <a:cxnSpLocks/>
          </p:cNvCxnSpPr>
          <p:nvPr/>
        </p:nvCxnSpPr>
        <p:spPr>
          <a:xfrm>
            <a:off x="5412176"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109C23CB-67E2-14DE-AE89-4E13CA44AD64}"/>
              </a:ext>
            </a:extLst>
          </p:cNvPr>
          <p:cNvSpPr/>
          <p:nvPr/>
        </p:nvSpPr>
        <p:spPr>
          <a:xfrm>
            <a:off x="12561804" y="-274867"/>
            <a:ext cx="1255796"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Monitor Open Rate</a:t>
            </a:r>
          </a:p>
        </p:txBody>
      </p:sp>
      <p:sp>
        <p:nvSpPr>
          <p:cNvPr id="2" name="Text Placeholder 1">
            <a:extLst>
              <a:ext uri="{FF2B5EF4-FFF2-40B4-BE49-F238E27FC236}">
                <a16:creationId xmlns:a16="http://schemas.microsoft.com/office/drawing/2014/main" id="{75A635F8-1308-5C4C-7B89-C4F475D14201}"/>
              </a:ext>
            </a:extLst>
          </p:cNvPr>
          <p:cNvSpPr txBox="1">
            <a:spLocks/>
          </p:cNvSpPr>
          <p:nvPr/>
        </p:nvSpPr>
        <p:spPr>
          <a:xfrm>
            <a:off x="695570" y="678337"/>
            <a:ext cx="10814539"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A CLOSER LOOK AT HOW EXCLUSIONS WILL WORK</a:t>
            </a:r>
          </a:p>
        </p:txBody>
      </p:sp>
      <p:sp>
        <p:nvSpPr>
          <p:cNvPr id="3" name="TextBox 2">
            <a:extLst>
              <a:ext uri="{FF2B5EF4-FFF2-40B4-BE49-F238E27FC236}">
                <a16:creationId xmlns:a16="http://schemas.microsoft.com/office/drawing/2014/main" id="{2F626D27-BAA6-A149-E0E7-16B00ECF1C46}"/>
              </a:ext>
            </a:extLst>
          </p:cNvPr>
          <p:cNvSpPr txBox="1"/>
          <p:nvPr/>
        </p:nvSpPr>
        <p:spPr>
          <a:xfrm>
            <a:off x="564586" y="2020584"/>
            <a:ext cx="223523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Days to Arrival</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7" name="Rectangle 16">
            <a:extLst>
              <a:ext uri="{FF2B5EF4-FFF2-40B4-BE49-F238E27FC236}">
                <a16:creationId xmlns:a16="http://schemas.microsoft.com/office/drawing/2014/main" id="{3F175B7F-FFB8-E44D-86DC-1382AA4B9C75}"/>
              </a:ext>
            </a:extLst>
          </p:cNvPr>
          <p:cNvSpPr/>
          <p:nvPr/>
        </p:nvSpPr>
        <p:spPr>
          <a:xfrm>
            <a:off x="12570026" y="1810682"/>
            <a:ext cx="1841997"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is a hotel meant to know what to do?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can we clean this? </a:t>
            </a:r>
          </a:p>
        </p:txBody>
      </p:sp>
      <p:sp>
        <p:nvSpPr>
          <p:cNvPr id="42" name="TextBox 41">
            <a:extLst>
              <a:ext uri="{FF2B5EF4-FFF2-40B4-BE49-F238E27FC236}">
                <a16:creationId xmlns:a16="http://schemas.microsoft.com/office/drawing/2014/main" id="{8103A32B-3A4A-84A9-C731-D29249F97DAC}"/>
              </a:ext>
            </a:extLst>
          </p:cNvPr>
          <p:cNvSpPr txBox="1"/>
          <p:nvPr/>
        </p:nvSpPr>
        <p:spPr>
          <a:xfrm>
            <a:off x="5787989" y="1167919"/>
            <a:ext cx="221484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SENT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08:00 HKT</a:t>
            </a:r>
          </a:p>
        </p:txBody>
      </p:sp>
      <p:sp>
        <p:nvSpPr>
          <p:cNvPr id="43" name="TextBox 42">
            <a:extLst>
              <a:ext uri="{FF2B5EF4-FFF2-40B4-BE49-F238E27FC236}">
                <a16:creationId xmlns:a16="http://schemas.microsoft.com/office/drawing/2014/main" id="{1F45B031-4915-8699-35E4-74322B13DD9A}"/>
              </a:ext>
            </a:extLst>
          </p:cNvPr>
          <p:cNvSpPr txBox="1"/>
          <p:nvPr/>
        </p:nvSpPr>
        <p:spPr>
          <a:xfrm>
            <a:off x="2427172" y="1167919"/>
            <a:ext cx="2934962"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BATCH CREATION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04:00 HKT</a:t>
            </a:r>
          </a:p>
        </p:txBody>
      </p:sp>
      <p:sp>
        <p:nvSpPr>
          <p:cNvPr id="44" name="Rectangle 43">
            <a:extLst>
              <a:ext uri="{FF2B5EF4-FFF2-40B4-BE49-F238E27FC236}">
                <a16:creationId xmlns:a16="http://schemas.microsoft.com/office/drawing/2014/main" id="{0426EFE7-66F5-2A94-F7F8-4A7881D86F9A}"/>
              </a:ext>
            </a:extLst>
          </p:cNvPr>
          <p:cNvSpPr/>
          <p:nvPr/>
        </p:nvSpPr>
        <p:spPr>
          <a:xfrm>
            <a:off x="3576200"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T-5</a:t>
            </a:r>
          </a:p>
        </p:txBody>
      </p:sp>
      <p:sp>
        <p:nvSpPr>
          <p:cNvPr id="45" name="Rectangle 44">
            <a:extLst>
              <a:ext uri="{FF2B5EF4-FFF2-40B4-BE49-F238E27FC236}">
                <a16:creationId xmlns:a16="http://schemas.microsoft.com/office/drawing/2014/main" id="{7945CF42-C978-8B88-FE2A-14CCF027432C}"/>
              </a:ext>
            </a:extLst>
          </p:cNvPr>
          <p:cNvSpPr/>
          <p:nvPr/>
        </p:nvSpPr>
        <p:spPr>
          <a:xfrm>
            <a:off x="5249271"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T-4</a:t>
            </a:r>
          </a:p>
        </p:txBody>
      </p:sp>
      <p:sp>
        <p:nvSpPr>
          <p:cNvPr id="46" name="Rectangle 45">
            <a:extLst>
              <a:ext uri="{FF2B5EF4-FFF2-40B4-BE49-F238E27FC236}">
                <a16:creationId xmlns:a16="http://schemas.microsoft.com/office/drawing/2014/main" id="{FD1187BA-C1A4-01C4-714A-89636FEC8C82}"/>
              </a:ext>
            </a:extLst>
          </p:cNvPr>
          <p:cNvSpPr/>
          <p:nvPr/>
        </p:nvSpPr>
        <p:spPr>
          <a:xfrm>
            <a:off x="6922818"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T-3</a:t>
            </a:r>
          </a:p>
        </p:txBody>
      </p:sp>
      <p:sp>
        <p:nvSpPr>
          <p:cNvPr id="47" name="Rectangle 46">
            <a:extLst>
              <a:ext uri="{FF2B5EF4-FFF2-40B4-BE49-F238E27FC236}">
                <a16:creationId xmlns:a16="http://schemas.microsoft.com/office/drawing/2014/main" id="{A67671EA-1F82-55C5-5D66-F9BA1D8A9C23}"/>
              </a:ext>
            </a:extLst>
          </p:cNvPr>
          <p:cNvSpPr/>
          <p:nvPr/>
        </p:nvSpPr>
        <p:spPr>
          <a:xfrm>
            <a:off x="8596365"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T-2</a:t>
            </a:r>
          </a:p>
        </p:txBody>
      </p:sp>
      <p:sp>
        <p:nvSpPr>
          <p:cNvPr id="50" name="Rectangle 49">
            <a:extLst>
              <a:ext uri="{FF2B5EF4-FFF2-40B4-BE49-F238E27FC236}">
                <a16:creationId xmlns:a16="http://schemas.microsoft.com/office/drawing/2014/main" id="{C05DB720-D371-1B37-7407-DA8BF4AB2192}"/>
              </a:ext>
            </a:extLst>
          </p:cNvPr>
          <p:cNvSpPr/>
          <p:nvPr/>
        </p:nvSpPr>
        <p:spPr>
          <a:xfrm>
            <a:off x="10280654"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T-1</a:t>
            </a:r>
          </a:p>
        </p:txBody>
      </p:sp>
      <p:sp>
        <p:nvSpPr>
          <p:cNvPr id="53" name="Rectangle 52">
            <a:extLst>
              <a:ext uri="{FF2B5EF4-FFF2-40B4-BE49-F238E27FC236}">
                <a16:creationId xmlns:a16="http://schemas.microsoft.com/office/drawing/2014/main" id="{F806076D-9DB4-925E-A452-362E729F1096}"/>
              </a:ext>
            </a:extLst>
          </p:cNvPr>
          <p:cNvSpPr/>
          <p:nvPr/>
        </p:nvSpPr>
        <p:spPr>
          <a:xfrm>
            <a:off x="659642" y="2297583"/>
            <a:ext cx="2858097"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 - … </a:t>
            </a:r>
          </a:p>
        </p:txBody>
      </p:sp>
    </p:spTree>
    <p:extLst>
      <p:ext uri="{BB962C8B-B14F-4D97-AF65-F5344CB8AC3E}">
        <p14:creationId xmlns:p14="http://schemas.microsoft.com/office/powerpoint/2010/main" val="3802055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6047-4F83-C9C9-9F49-008833543145}"/>
            </a:ext>
          </a:extLst>
        </p:cNvPr>
        <p:cNvGrpSpPr/>
        <p:nvPr/>
      </p:nvGrpSpPr>
      <p:grpSpPr>
        <a:xfrm>
          <a:off x="0" y="0"/>
          <a:ext cx="0" cy="0"/>
          <a:chOff x="0" y="0"/>
          <a:chExt cx="0" cy="0"/>
        </a:xfrm>
      </p:grpSpPr>
      <p:cxnSp>
        <p:nvCxnSpPr>
          <p:cNvPr id="105" name="Straight Connector 104">
            <a:extLst>
              <a:ext uri="{FF2B5EF4-FFF2-40B4-BE49-F238E27FC236}">
                <a16:creationId xmlns:a16="http://schemas.microsoft.com/office/drawing/2014/main" id="{6BE5488B-49F4-3D6C-EC27-69349DE9D3A8}"/>
              </a:ext>
            </a:extLst>
          </p:cNvPr>
          <p:cNvCxnSpPr>
            <a:cxnSpLocks/>
          </p:cNvCxnSpPr>
          <p:nvPr/>
        </p:nvCxnSpPr>
        <p:spPr>
          <a:xfrm>
            <a:off x="5794592"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A1640A2F-013F-A586-13A7-5CD6E38B72F5}"/>
              </a:ext>
            </a:extLst>
          </p:cNvPr>
          <p:cNvSpPr>
            <a:spLocks noGrp="1"/>
          </p:cNvSpPr>
          <p:nvPr>
            <p:ph type="dt" sz="half"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 name="Footer Placeholder 4">
            <a:extLst>
              <a:ext uri="{FF2B5EF4-FFF2-40B4-BE49-F238E27FC236}">
                <a16:creationId xmlns:a16="http://schemas.microsoft.com/office/drawing/2014/main" id="{F7A955CB-911D-4165-F6E8-6CA8DF885147}"/>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PRESENTATION TITLE [Insert Tab - Header &amp; Footer]</a:t>
            </a:r>
          </a:p>
        </p:txBody>
      </p:sp>
      <p:cxnSp>
        <p:nvCxnSpPr>
          <p:cNvPr id="8" name="Straight Arrow Connector 7">
            <a:extLst>
              <a:ext uri="{FF2B5EF4-FFF2-40B4-BE49-F238E27FC236}">
                <a16:creationId xmlns:a16="http://schemas.microsoft.com/office/drawing/2014/main" id="{F704FC7D-591D-42E2-0111-154D25BAD2F0}"/>
              </a:ext>
            </a:extLst>
          </p:cNvPr>
          <p:cNvCxnSpPr>
            <a:cxnSpLocks/>
          </p:cNvCxnSpPr>
          <p:nvPr/>
        </p:nvCxnSpPr>
        <p:spPr>
          <a:xfrm>
            <a:off x="659642" y="2386315"/>
            <a:ext cx="10624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CB3550B-EFF5-8A47-A180-0BD4DC7D595F}"/>
              </a:ext>
            </a:extLst>
          </p:cNvPr>
          <p:cNvCxnSpPr>
            <a:cxnSpLocks/>
          </p:cNvCxnSpPr>
          <p:nvPr/>
        </p:nvCxnSpPr>
        <p:spPr>
          <a:xfrm>
            <a:off x="5412176"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0EC3918-5D40-887D-8026-6E1D954E95E4}"/>
              </a:ext>
            </a:extLst>
          </p:cNvPr>
          <p:cNvCxnSpPr>
            <a:cxnSpLocks/>
          </p:cNvCxnSpPr>
          <p:nvPr/>
        </p:nvCxnSpPr>
        <p:spPr>
          <a:xfrm>
            <a:off x="10280654"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D843E1F1-E62A-F437-25DF-374DD3838D27}"/>
              </a:ext>
            </a:extLst>
          </p:cNvPr>
          <p:cNvSpPr/>
          <p:nvPr/>
        </p:nvSpPr>
        <p:spPr>
          <a:xfrm>
            <a:off x="12561804" y="-274867"/>
            <a:ext cx="1255796"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Monitor Open Rate</a:t>
            </a:r>
          </a:p>
        </p:txBody>
      </p:sp>
      <p:sp>
        <p:nvSpPr>
          <p:cNvPr id="2" name="Text Placeholder 1">
            <a:extLst>
              <a:ext uri="{FF2B5EF4-FFF2-40B4-BE49-F238E27FC236}">
                <a16:creationId xmlns:a16="http://schemas.microsoft.com/office/drawing/2014/main" id="{A4D7A7EB-7E48-D8E5-50D4-1F3ABB6C6D95}"/>
              </a:ext>
            </a:extLst>
          </p:cNvPr>
          <p:cNvSpPr txBox="1">
            <a:spLocks/>
          </p:cNvSpPr>
          <p:nvPr/>
        </p:nvSpPr>
        <p:spPr>
          <a:xfrm>
            <a:off x="695570" y="678337"/>
            <a:ext cx="10814539"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A CLOSER LOOK AT HOW EXCLUSIONS WILL WORK</a:t>
            </a:r>
          </a:p>
        </p:txBody>
      </p:sp>
      <p:sp>
        <p:nvSpPr>
          <p:cNvPr id="3" name="TextBox 2">
            <a:extLst>
              <a:ext uri="{FF2B5EF4-FFF2-40B4-BE49-F238E27FC236}">
                <a16:creationId xmlns:a16="http://schemas.microsoft.com/office/drawing/2014/main" id="{A68EBFC0-ECFC-419B-A553-850FE7E1424D}"/>
              </a:ext>
            </a:extLst>
          </p:cNvPr>
          <p:cNvSpPr txBox="1"/>
          <p:nvPr/>
        </p:nvSpPr>
        <p:spPr>
          <a:xfrm>
            <a:off x="564586" y="2020584"/>
            <a:ext cx="223523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Days to Arrival</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7" name="Rectangle 16">
            <a:extLst>
              <a:ext uri="{FF2B5EF4-FFF2-40B4-BE49-F238E27FC236}">
                <a16:creationId xmlns:a16="http://schemas.microsoft.com/office/drawing/2014/main" id="{B47339D2-BDDC-4AE7-156B-7B5627AA67FC}"/>
              </a:ext>
            </a:extLst>
          </p:cNvPr>
          <p:cNvSpPr/>
          <p:nvPr/>
        </p:nvSpPr>
        <p:spPr>
          <a:xfrm>
            <a:off x="12570026" y="1810682"/>
            <a:ext cx="1841997"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is a hotel meant to know what to do?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can we clean this? </a:t>
            </a:r>
          </a:p>
        </p:txBody>
      </p:sp>
      <p:sp>
        <p:nvSpPr>
          <p:cNvPr id="41" name="TextBox 40">
            <a:extLst>
              <a:ext uri="{FF2B5EF4-FFF2-40B4-BE49-F238E27FC236}">
                <a16:creationId xmlns:a16="http://schemas.microsoft.com/office/drawing/2014/main" id="{4B81624E-D8D9-46EC-4939-B4D4346BC8F9}"/>
              </a:ext>
            </a:extLst>
          </p:cNvPr>
          <p:cNvSpPr txBox="1"/>
          <p:nvPr/>
        </p:nvSpPr>
        <p:spPr>
          <a:xfrm>
            <a:off x="8026637" y="1157929"/>
            <a:ext cx="2255682" cy="461665"/>
          </a:xfrm>
          <a:prstGeom prst="rect">
            <a:avLst/>
          </a:prstGeom>
          <a:noFill/>
        </p:spPr>
        <p:txBody>
          <a:bodyPr wrap="none" rtlCol="0">
            <a:spAutoFit/>
          </a:bodyPr>
          <a:lstStyle>
            <a:defPPr>
              <a:defRPr lang="en-US"/>
            </a:defPPr>
            <a:lvl1pPr>
              <a:defRPr sz="1200">
                <a:latin typeface="Aptos" panose="020B00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STAY PREFERENCES OFFLINE </a:t>
            </a:r>
            <a:b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b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24hr to arrival</a:t>
            </a:r>
          </a:p>
        </p:txBody>
      </p:sp>
      <p:sp>
        <p:nvSpPr>
          <p:cNvPr id="42" name="TextBox 41">
            <a:extLst>
              <a:ext uri="{FF2B5EF4-FFF2-40B4-BE49-F238E27FC236}">
                <a16:creationId xmlns:a16="http://schemas.microsoft.com/office/drawing/2014/main" id="{8F978A05-7CC4-AF2D-233A-764AA5707C6D}"/>
              </a:ext>
            </a:extLst>
          </p:cNvPr>
          <p:cNvSpPr txBox="1"/>
          <p:nvPr/>
        </p:nvSpPr>
        <p:spPr>
          <a:xfrm>
            <a:off x="5787989" y="1167919"/>
            <a:ext cx="221484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SENT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08:00 HKT</a:t>
            </a:r>
          </a:p>
        </p:txBody>
      </p:sp>
      <p:sp>
        <p:nvSpPr>
          <p:cNvPr id="43" name="TextBox 42">
            <a:extLst>
              <a:ext uri="{FF2B5EF4-FFF2-40B4-BE49-F238E27FC236}">
                <a16:creationId xmlns:a16="http://schemas.microsoft.com/office/drawing/2014/main" id="{8E585391-7659-343A-F970-1D8DCB7F0729}"/>
              </a:ext>
            </a:extLst>
          </p:cNvPr>
          <p:cNvSpPr txBox="1"/>
          <p:nvPr/>
        </p:nvSpPr>
        <p:spPr>
          <a:xfrm>
            <a:off x="2427172" y="1167919"/>
            <a:ext cx="2934962"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BATCH CREATION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04:00 HKT</a:t>
            </a:r>
          </a:p>
        </p:txBody>
      </p:sp>
      <p:sp>
        <p:nvSpPr>
          <p:cNvPr id="44" name="Rectangle 43">
            <a:extLst>
              <a:ext uri="{FF2B5EF4-FFF2-40B4-BE49-F238E27FC236}">
                <a16:creationId xmlns:a16="http://schemas.microsoft.com/office/drawing/2014/main" id="{9A55E0AD-C8EF-5ED7-82FF-ACB61FD8C53C}"/>
              </a:ext>
            </a:extLst>
          </p:cNvPr>
          <p:cNvSpPr/>
          <p:nvPr/>
        </p:nvSpPr>
        <p:spPr>
          <a:xfrm>
            <a:off x="3576200"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T-5</a:t>
            </a:r>
          </a:p>
        </p:txBody>
      </p:sp>
      <p:sp>
        <p:nvSpPr>
          <p:cNvPr id="45" name="Rectangle 44">
            <a:extLst>
              <a:ext uri="{FF2B5EF4-FFF2-40B4-BE49-F238E27FC236}">
                <a16:creationId xmlns:a16="http://schemas.microsoft.com/office/drawing/2014/main" id="{C32E9C98-337C-E1EB-C85B-C1670ACA5B70}"/>
              </a:ext>
            </a:extLst>
          </p:cNvPr>
          <p:cNvSpPr/>
          <p:nvPr/>
        </p:nvSpPr>
        <p:spPr>
          <a:xfrm>
            <a:off x="5249271"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T-4</a:t>
            </a:r>
          </a:p>
        </p:txBody>
      </p:sp>
      <p:sp>
        <p:nvSpPr>
          <p:cNvPr id="46" name="Rectangle 45">
            <a:extLst>
              <a:ext uri="{FF2B5EF4-FFF2-40B4-BE49-F238E27FC236}">
                <a16:creationId xmlns:a16="http://schemas.microsoft.com/office/drawing/2014/main" id="{D02A7623-FA84-7EB0-D989-D1369DFC1B5F}"/>
              </a:ext>
            </a:extLst>
          </p:cNvPr>
          <p:cNvSpPr/>
          <p:nvPr/>
        </p:nvSpPr>
        <p:spPr>
          <a:xfrm>
            <a:off x="6922818"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T-3</a:t>
            </a:r>
          </a:p>
        </p:txBody>
      </p:sp>
      <p:sp>
        <p:nvSpPr>
          <p:cNvPr id="47" name="Rectangle 46">
            <a:extLst>
              <a:ext uri="{FF2B5EF4-FFF2-40B4-BE49-F238E27FC236}">
                <a16:creationId xmlns:a16="http://schemas.microsoft.com/office/drawing/2014/main" id="{C42417A5-E733-AD46-5616-9817778B5114}"/>
              </a:ext>
            </a:extLst>
          </p:cNvPr>
          <p:cNvSpPr/>
          <p:nvPr/>
        </p:nvSpPr>
        <p:spPr>
          <a:xfrm>
            <a:off x="8596365"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T-2</a:t>
            </a:r>
          </a:p>
        </p:txBody>
      </p:sp>
      <p:sp>
        <p:nvSpPr>
          <p:cNvPr id="50" name="Rectangle 49">
            <a:extLst>
              <a:ext uri="{FF2B5EF4-FFF2-40B4-BE49-F238E27FC236}">
                <a16:creationId xmlns:a16="http://schemas.microsoft.com/office/drawing/2014/main" id="{E00EBB05-9648-5090-585F-CDD28F71138E}"/>
              </a:ext>
            </a:extLst>
          </p:cNvPr>
          <p:cNvSpPr/>
          <p:nvPr/>
        </p:nvSpPr>
        <p:spPr>
          <a:xfrm>
            <a:off x="10280654"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T-1</a:t>
            </a:r>
          </a:p>
        </p:txBody>
      </p:sp>
      <p:sp>
        <p:nvSpPr>
          <p:cNvPr id="53" name="Rectangle 52">
            <a:extLst>
              <a:ext uri="{FF2B5EF4-FFF2-40B4-BE49-F238E27FC236}">
                <a16:creationId xmlns:a16="http://schemas.microsoft.com/office/drawing/2014/main" id="{84613A98-0C0B-E5A6-D91C-C12819E8C77D}"/>
              </a:ext>
            </a:extLst>
          </p:cNvPr>
          <p:cNvSpPr/>
          <p:nvPr/>
        </p:nvSpPr>
        <p:spPr>
          <a:xfrm>
            <a:off x="659642" y="2297583"/>
            <a:ext cx="2858097"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 - … </a:t>
            </a:r>
          </a:p>
        </p:txBody>
      </p:sp>
    </p:spTree>
    <p:extLst>
      <p:ext uri="{BB962C8B-B14F-4D97-AF65-F5344CB8AC3E}">
        <p14:creationId xmlns:p14="http://schemas.microsoft.com/office/powerpoint/2010/main" val="1686266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EE0A3-397F-C90B-BC8E-8AB97A3736CF}"/>
            </a:ext>
          </a:extLst>
        </p:cNvPr>
        <p:cNvGrpSpPr/>
        <p:nvPr/>
      </p:nvGrpSpPr>
      <p:grpSpPr>
        <a:xfrm>
          <a:off x="0" y="0"/>
          <a:ext cx="0" cy="0"/>
          <a:chOff x="0" y="0"/>
          <a:chExt cx="0" cy="0"/>
        </a:xfrm>
      </p:grpSpPr>
      <p:cxnSp>
        <p:nvCxnSpPr>
          <p:cNvPr id="105" name="Straight Connector 104">
            <a:extLst>
              <a:ext uri="{FF2B5EF4-FFF2-40B4-BE49-F238E27FC236}">
                <a16:creationId xmlns:a16="http://schemas.microsoft.com/office/drawing/2014/main" id="{769C5985-FE04-DF55-0CEC-2B86E2B210C4}"/>
              </a:ext>
            </a:extLst>
          </p:cNvPr>
          <p:cNvCxnSpPr>
            <a:cxnSpLocks/>
          </p:cNvCxnSpPr>
          <p:nvPr/>
        </p:nvCxnSpPr>
        <p:spPr>
          <a:xfrm>
            <a:off x="5794592"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D25F91E2-6844-D3C5-4A77-5242FCB6FA13}"/>
              </a:ext>
            </a:extLst>
          </p:cNvPr>
          <p:cNvSpPr>
            <a:spLocks noGrp="1"/>
          </p:cNvSpPr>
          <p:nvPr>
            <p:ph type="dt" sz="half"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 name="Footer Placeholder 4">
            <a:extLst>
              <a:ext uri="{FF2B5EF4-FFF2-40B4-BE49-F238E27FC236}">
                <a16:creationId xmlns:a16="http://schemas.microsoft.com/office/drawing/2014/main" id="{B6FF845F-8C5B-E322-26EC-FFF3C12EFE28}"/>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PRESENTATION TITLE [Insert Tab - Header &amp; Footer]</a:t>
            </a:r>
          </a:p>
        </p:txBody>
      </p:sp>
      <p:cxnSp>
        <p:nvCxnSpPr>
          <p:cNvPr id="8" name="Straight Arrow Connector 7">
            <a:extLst>
              <a:ext uri="{FF2B5EF4-FFF2-40B4-BE49-F238E27FC236}">
                <a16:creationId xmlns:a16="http://schemas.microsoft.com/office/drawing/2014/main" id="{D9554C99-BD5D-9F46-F09B-C8150C38959F}"/>
              </a:ext>
            </a:extLst>
          </p:cNvPr>
          <p:cNvCxnSpPr>
            <a:cxnSpLocks/>
          </p:cNvCxnSpPr>
          <p:nvPr/>
        </p:nvCxnSpPr>
        <p:spPr>
          <a:xfrm>
            <a:off x="659642" y="2386315"/>
            <a:ext cx="10624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2576244-EE18-02F4-800C-079966E9DD44}"/>
              </a:ext>
            </a:extLst>
          </p:cNvPr>
          <p:cNvCxnSpPr>
            <a:cxnSpLocks/>
          </p:cNvCxnSpPr>
          <p:nvPr/>
        </p:nvCxnSpPr>
        <p:spPr>
          <a:xfrm>
            <a:off x="5412176"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1CA9B73-BE65-44E7-DEBD-7DCF995551B0}"/>
              </a:ext>
            </a:extLst>
          </p:cNvPr>
          <p:cNvCxnSpPr>
            <a:cxnSpLocks/>
          </p:cNvCxnSpPr>
          <p:nvPr/>
        </p:nvCxnSpPr>
        <p:spPr>
          <a:xfrm>
            <a:off x="10280654"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D112A860-BC64-817F-F664-FB6D24871B6D}"/>
              </a:ext>
            </a:extLst>
          </p:cNvPr>
          <p:cNvSpPr/>
          <p:nvPr/>
        </p:nvSpPr>
        <p:spPr>
          <a:xfrm>
            <a:off x="12561804" y="-274867"/>
            <a:ext cx="1255796"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Monitor Open Rate</a:t>
            </a:r>
          </a:p>
        </p:txBody>
      </p:sp>
      <p:sp>
        <p:nvSpPr>
          <p:cNvPr id="2" name="Text Placeholder 1">
            <a:extLst>
              <a:ext uri="{FF2B5EF4-FFF2-40B4-BE49-F238E27FC236}">
                <a16:creationId xmlns:a16="http://schemas.microsoft.com/office/drawing/2014/main" id="{E8883708-26FD-5086-7E44-175FE726080E}"/>
              </a:ext>
            </a:extLst>
          </p:cNvPr>
          <p:cNvSpPr txBox="1">
            <a:spLocks/>
          </p:cNvSpPr>
          <p:nvPr/>
        </p:nvSpPr>
        <p:spPr>
          <a:xfrm>
            <a:off x="695570" y="678337"/>
            <a:ext cx="10814539"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A CLOSER LOOK AT HOW EXCLUSIONS WILL WORK</a:t>
            </a:r>
          </a:p>
        </p:txBody>
      </p:sp>
      <p:sp>
        <p:nvSpPr>
          <p:cNvPr id="3" name="TextBox 2">
            <a:extLst>
              <a:ext uri="{FF2B5EF4-FFF2-40B4-BE49-F238E27FC236}">
                <a16:creationId xmlns:a16="http://schemas.microsoft.com/office/drawing/2014/main" id="{244F005A-06A4-3626-F2E2-60EAE0838EAF}"/>
              </a:ext>
            </a:extLst>
          </p:cNvPr>
          <p:cNvSpPr txBox="1"/>
          <p:nvPr/>
        </p:nvSpPr>
        <p:spPr>
          <a:xfrm>
            <a:off x="564586" y="2020584"/>
            <a:ext cx="223523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Days to Arrival</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7" name="Rectangle 16">
            <a:extLst>
              <a:ext uri="{FF2B5EF4-FFF2-40B4-BE49-F238E27FC236}">
                <a16:creationId xmlns:a16="http://schemas.microsoft.com/office/drawing/2014/main" id="{B3AD8F20-C3E0-3C47-9E07-EA6F9642A340}"/>
              </a:ext>
            </a:extLst>
          </p:cNvPr>
          <p:cNvSpPr/>
          <p:nvPr/>
        </p:nvSpPr>
        <p:spPr>
          <a:xfrm>
            <a:off x="12570026" y="1810682"/>
            <a:ext cx="1841997"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is a hotel meant to know what to do?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can we clean this? </a:t>
            </a:r>
          </a:p>
        </p:txBody>
      </p:sp>
      <p:sp>
        <p:nvSpPr>
          <p:cNvPr id="21" name="Rectangle 20">
            <a:extLst>
              <a:ext uri="{FF2B5EF4-FFF2-40B4-BE49-F238E27FC236}">
                <a16:creationId xmlns:a16="http://schemas.microsoft.com/office/drawing/2014/main" id="{3699B62E-6D31-74C4-D387-4843D6FFEDD2}"/>
              </a:ext>
            </a:extLst>
          </p:cNvPr>
          <p:cNvSpPr/>
          <p:nvPr/>
        </p:nvSpPr>
        <p:spPr>
          <a:xfrm>
            <a:off x="659642" y="3248224"/>
            <a:ext cx="4743674" cy="576918"/>
          </a:xfrm>
          <a:prstGeom prst="rect">
            <a:avLst/>
          </a:prstGeom>
          <a:solidFill>
            <a:srgbClr val="E97132"/>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SCENARIO A </a:t>
            </a:r>
            <a:b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b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 ‘Early’ Guest Booking Window</a:t>
            </a:r>
          </a:p>
        </p:txBody>
      </p:sp>
      <p:sp>
        <p:nvSpPr>
          <p:cNvPr id="26" name="Rectangle 25">
            <a:extLst>
              <a:ext uri="{FF2B5EF4-FFF2-40B4-BE49-F238E27FC236}">
                <a16:creationId xmlns:a16="http://schemas.microsoft.com/office/drawing/2014/main" id="{F6ABBF22-3016-37DF-2F48-D4F7C9FDAD58}"/>
              </a:ext>
            </a:extLst>
          </p:cNvPr>
          <p:cNvSpPr/>
          <p:nvPr/>
        </p:nvSpPr>
        <p:spPr>
          <a:xfrm>
            <a:off x="6456225" y="3246906"/>
            <a:ext cx="3767873" cy="576918"/>
          </a:xfrm>
          <a:prstGeom prst="rect">
            <a:avLst/>
          </a:prstGeom>
          <a:solidFill>
            <a:srgbClr val="6A807B">
              <a:alpha val="54000"/>
            </a:srgb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WEB | STAY PREFERENCES FLOW</a:t>
            </a:r>
          </a:p>
        </p:txBody>
      </p:sp>
      <p:sp>
        <p:nvSpPr>
          <p:cNvPr id="27" name="Rectangle 26">
            <a:extLst>
              <a:ext uri="{FF2B5EF4-FFF2-40B4-BE49-F238E27FC236}">
                <a16:creationId xmlns:a16="http://schemas.microsoft.com/office/drawing/2014/main" id="{B03E0561-A2FE-F3F3-89A9-1D172C53BB5C}"/>
              </a:ext>
            </a:extLst>
          </p:cNvPr>
          <p:cNvSpPr/>
          <p:nvPr/>
        </p:nvSpPr>
        <p:spPr>
          <a:xfrm>
            <a:off x="1475254" y="3904964"/>
            <a:ext cx="8748849" cy="576918"/>
          </a:xfrm>
          <a:prstGeom prst="rect">
            <a:avLst/>
          </a:prstGeom>
          <a:solidFill>
            <a:srgbClr val="6A807B">
              <a:alpha val="54000"/>
            </a:srgb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APP | STAY PREFERENCES   </a:t>
            </a:r>
          </a:p>
        </p:txBody>
      </p:sp>
      <p:cxnSp>
        <p:nvCxnSpPr>
          <p:cNvPr id="31" name="Elbow Connector 30">
            <a:extLst>
              <a:ext uri="{FF2B5EF4-FFF2-40B4-BE49-F238E27FC236}">
                <a16:creationId xmlns:a16="http://schemas.microsoft.com/office/drawing/2014/main" id="{40C7E7B4-AA5C-1571-1928-E9A96ED05946}"/>
              </a:ext>
            </a:extLst>
          </p:cNvPr>
          <p:cNvCxnSpPr>
            <a:cxnSpLocks/>
            <a:endCxn id="27" idx="1"/>
          </p:cNvCxnSpPr>
          <p:nvPr/>
        </p:nvCxnSpPr>
        <p:spPr>
          <a:xfrm rot="16200000" flipH="1">
            <a:off x="1138713" y="3856882"/>
            <a:ext cx="368282" cy="3048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FEABCCAA-5746-01E5-5A2C-148BE8D5C362}"/>
              </a:ext>
            </a:extLst>
          </p:cNvPr>
          <p:cNvSpPr txBox="1"/>
          <p:nvPr/>
        </p:nvSpPr>
        <p:spPr>
          <a:xfrm>
            <a:off x="1041708" y="3557233"/>
            <a:ext cx="284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rPr>
              <a:t>*</a:t>
            </a:r>
          </a:p>
        </p:txBody>
      </p:sp>
      <p:sp>
        <p:nvSpPr>
          <p:cNvPr id="42" name="TextBox 41">
            <a:extLst>
              <a:ext uri="{FF2B5EF4-FFF2-40B4-BE49-F238E27FC236}">
                <a16:creationId xmlns:a16="http://schemas.microsoft.com/office/drawing/2014/main" id="{96644D91-5AC5-05E9-669A-137424E838DD}"/>
              </a:ext>
            </a:extLst>
          </p:cNvPr>
          <p:cNvSpPr txBox="1"/>
          <p:nvPr/>
        </p:nvSpPr>
        <p:spPr>
          <a:xfrm>
            <a:off x="5787989" y="1167919"/>
            <a:ext cx="221484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SENT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08:00 HKT</a:t>
            </a:r>
          </a:p>
        </p:txBody>
      </p:sp>
      <p:sp>
        <p:nvSpPr>
          <p:cNvPr id="43" name="TextBox 42">
            <a:extLst>
              <a:ext uri="{FF2B5EF4-FFF2-40B4-BE49-F238E27FC236}">
                <a16:creationId xmlns:a16="http://schemas.microsoft.com/office/drawing/2014/main" id="{00589BA1-7822-03AD-4C7E-53DB44F54F41}"/>
              </a:ext>
            </a:extLst>
          </p:cNvPr>
          <p:cNvSpPr txBox="1"/>
          <p:nvPr/>
        </p:nvSpPr>
        <p:spPr>
          <a:xfrm>
            <a:off x="2427172" y="1167919"/>
            <a:ext cx="2934962"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BATCH CREATION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04:00 HKT</a:t>
            </a:r>
          </a:p>
        </p:txBody>
      </p:sp>
      <p:sp>
        <p:nvSpPr>
          <p:cNvPr id="44" name="Rectangle 43">
            <a:extLst>
              <a:ext uri="{FF2B5EF4-FFF2-40B4-BE49-F238E27FC236}">
                <a16:creationId xmlns:a16="http://schemas.microsoft.com/office/drawing/2014/main" id="{BB32657C-A219-8E30-DF55-BE81A9C0F704}"/>
              </a:ext>
            </a:extLst>
          </p:cNvPr>
          <p:cNvSpPr/>
          <p:nvPr/>
        </p:nvSpPr>
        <p:spPr>
          <a:xfrm>
            <a:off x="3576200"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T-5</a:t>
            </a:r>
          </a:p>
        </p:txBody>
      </p:sp>
      <p:sp>
        <p:nvSpPr>
          <p:cNvPr id="45" name="Rectangle 44">
            <a:extLst>
              <a:ext uri="{FF2B5EF4-FFF2-40B4-BE49-F238E27FC236}">
                <a16:creationId xmlns:a16="http://schemas.microsoft.com/office/drawing/2014/main" id="{D22D5322-D69A-3736-81E6-B8352900D5FA}"/>
              </a:ext>
            </a:extLst>
          </p:cNvPr>
          <p:cNvSpPr/>
          <p:nvPr/>
        </p:nvSpPr>
        <p:spPr>
          <a:xfrm>
            <a:off x="5249271"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T-4</a:t>
            </a:r>
          </a:p>
        </p:txBody>
      </p:sp>
      <p:sp>
        <p:nvSpPr>
          <p:cNvPr id="46" name="Rectangle 45">
            <a:extLst>
              <a:ext uri="{FF2B5EF4-FFF2-40B4-BE49-F238E27FC236}">
                <a16:creationId xmlns:a16="http://schemas.microsoft.com/office/drawing/2014/main" id="{B7298BFC-38BC-A0DC-6354-579F54903550}"/>
              </a:ext>
            </a:extLst>
          </p:cNvPr>
          <p:cNvSpPr/>
          <p:nvPr/>
        </p:nvSpPr>
        <p:spPr>
          <a:xfrm>
            <a:off x="6922818"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T-3</a:t>
            </a:r>
          </a:p>
        </p:txBody>
      </p:sp>
      <p:sp>
        <p:nvSpPr>
          <p:cNvPr id="47" name="Rectangle 46">
            <a:extLst>
              <a:ext uri="{FF2B5EF4-FFF2-40B4-BE49-F238E27FC236}">
                <a16:creationId xmlns:a16="http://schemas.microsoft.com/office/drawing/2014/main" id="{6F0C0A05-79CE-B1B7-067A-BA54C7253C54}"/>
              </a:ext>
            </a:extLst>
          </p:cNvPr>
          <p:cNvSpPr/>
          <p:nvPr/>
        </p:nvSpPr>
        <p:spPr>
          <a:xfrm>
            <a:off x="8596365"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T-2</a:t>
            </a:r>
          </a:p>
        </p:txBody>
      </p:sp>
      <p:sp>
        <p:nvSpPr>
          <p:cNvPr id="50" name="Rectangle 49">
            <a:extLst>
              <a:ext uri="{FF2B5EF4-FFF2-40B4-BE49-F238E27FC236}">
                <a16:creationId xmlns:a16="http://schemas.microsoft.com/office/drawing/2014/main" id="{9B18E3A1-5F9F-EC68-74D6-DAF6FA85E4AD}"/>
              </a:ext>
            </a:extLst>
          </p:cNvPr>
          <p:cNvSpPr/>
          <p:nvPr/>
        </p:nvSpPr>
        <p:spPr>
          <a:xfrm>
            <a:off x="10280654"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T-1</a:t>
            </a:r>
          </a:p>
        </p:txBody>
      </p:sp>
      <p:sp>
        <p:nvSpPr>
          <p:cNvPr id="53" name="Rectangle 52">
            <a:extLst>
              <a:ext uri="{FF2B5EF4-FFF2-40B4-BE49-F238E27FC236}">
                <a16:creationId xmlns:a16="http://schemas.microsoft.com/office/drawing/2014/main" id="{06D21118-1C5B-84F6-F522-6A4DDCEFB123}"/>
              </a:ext>
            </a:extLst>
          </p:cNvPr>
          <p:cNvSpPr/>
          <p:nvPr/>
        </p:nvSpPr>
        <p:spPr>
          <a:xfrm>
            <a:off x="659642" y="2297583"/>
            <a:ext cx="2858097"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 - … </a:t>
            </a:r>
          </a:p>
        </p:txBody>
      </p:sp>
      <p:sp>
        <p:nvSpPr>
          <p:cNvPr id="55" name="TextBox 54">
            <a:extLst>
              <a:ext uri="{FF2B5EF4-FFF2-40B4-BE49-F238E27FC236}">
                <a16:creationId xmlns:a16="http://schemas.microsoft.com/office/drawing/2014/main" id="{A924219B-AD2D-47DA-AC2F-430D4D244842}"/>
              </a:ext>
            </a:extLst>
          </p:cNvPr>
          <p:cNvSpPr txBox="1"/>
          <p:nvPr/>
        </p:nvSpPr>
        <p:spPr>
          <a:xfrm>
            <a:off x="301089" y="3235167"/>
            <a:ext cx="34176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A</a:t>
            </a:r>
          </a:p>
        </p:txBody>
      </p:sp>
      <p:pic>
        <p:nvPicPr>
          <p:cNvPr id="60" name="Graphic 59" descr="Envelope with solid fill">
            <a:extLst>
              <a:ext uri="{FF2B5EF4-FFF2-40B4-BE49-F238E27FC236}">
                <a16:creationId xmlns:a16="http://schemas.microsoft.com/office/drawing/2014/main" id="{23E79991-A982-D1E8-68B0-B89E35899DC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5382" y="3328780"/>
            <a:ext cx="426384" cy="426384"/>
          </a:xfrm>
          <a:prstGeom prst="rect">
            <a:avLst/>
          </a:prstGeom>
        </p:spPr>
      </p:pic>
      <p:cxnSp>
        <p:nvCxnSpPr>
          <p:cNvPr id="62" name="Straight Arrow Connector 61">
            <a:extLst>
              <a:ext uri="{FF2B5EF4-FFF2-40B4-BE49-F238E27FC236}">
                <a16:creationId xmlns:a16="http://schemas.microsoft.com/office/drawing/2014/main" id="{4BB1F5E8-60D4-7797-3EC3-1FB6CC1F5A37}"/>
              </a:ext>
            </a:extLst>
          </p:cNvPr>
          <p:cNvCxnSpPr>
            <a:cxnSpLocks/>
            <a:stCxn id="60" idx="3"/>
            <a:endCxn id="26" idx="1"/>
          </p:cNvCxnSpPr>
          <p:nvPr/>
        </p:nvCxnSpPr>
        <p:spPr>
          <a:xfrm flipV="1">
            <a:off x="6211766" y="3535365"/>
            <a:ext cx="244459" cy="66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3D78BBC-23C2-8F61-E7EB-90B1AD9F7A13}"/>
              </a:ext>
            </a:extLst>
          </p:cNvPr>
          <p:cNvSpPr txBox="1"/>
          <p:nvPr/>
        </p:nvSpPr>
        <p:spPr>
          <a:xfrm>
            <a:off x="8026637" y="1157929"/>
            <a:ext cx="2255682" cy="461665"/>
          </a:xfrm>
          <a:prstGeom prst="rect">
            <a:avLst/>
          </a:prstGeom>
          <a:noFill/>
        </p:spPr>
        <p:txBody>
          <a:bodyPr wrap="none" rtlCol="0">
            <a:spAutoFit/>
          </a:bodyPr>
          <a:lstStyle>
            <a:defPPr>
              <a:defRPr lang="en-US"/>
            </a:defPPr>
            <a:lvl1pPr>
              <a:defRPr sz="1200">
                <a:latin typeface="Aptos" panose="020B00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STAY PREFERENCES OFFLINE </a:t>
            </a:r>
            <a:b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b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24hr to arrival</a:t>
            </a:r>
          </a:p>
        </p:txBody>
      </p:sp>
    </p:spTree>
    <p:extLst>
      <p:ext uri="{BB962C8B-B14F-4D97-AF65-F5344CB8AC3E}">
        <p14:creationId xmlns:p14="http://schemas.microsoft.com/office/powerpoint/2010/main" val="1037885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C554F-DA05-6C35-E7C8-1511F2CAA7FD}"/>
            </a:ext>
          </a:extLst>
        </p:cNvPr>
        <p:cNvGrpSpPr/>
        <p:nvPr/>
      </p:nvGrpSpPr>
      <p:grpSpPr>
        <a:xfrm>
          <a:off x="0" y="0"/>
          <a:ext cx="0" cy="0"/>
          <a:chOff x="0" y="0"/>
          <a:chExt cx="0" cy="0"/>
        </a:xfrm>
      </p:grpSpPr>
      <p:cxnSp>
        <p:nvCxnSpPr>
          <p:cNvPr id="105" name="Straight Connector 104">
            <a:extLst>
              <a:ext uri="{FF2B5EF4-FFF2-40B4-BE49-F238E27FC236}">
                <a16:creationId xmlns:a16="http://schemas.microsoft.com/office/drawing/2014/main" id="{9C8D9FDE-8F08-22E3-A918-85D59B6A094E}"/>
              </a:ext>
            </a:extLst>
          </p:cNvPr>
          <p:cNvCxnSpPr>
            <a:cxnSpLocks/>
          </p:cNvCxnSpPr>
          <p:nvPr/>
        </p:nvCxnSpPr>
        <p:spPr>
          <a:xfrm>
            <a:off x="5794592"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6DC5E29-3644-108D-4D5B-66EE040F4F77}"/>
              </a:ext>
            </a:extLst>
          </p:cNvPr>
          <p:cNvSpPr>
            <a:spLocks noGrp="1"/>
          </p:cNvSpPr>
          <p:nvPr>
            <p:ph type="dt" sz="half"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 name="Footer Placeholder 4">
            <a:extLst>
              <a:ext uri="{FF2B5EF4-FFF2-40B4-BE49-F238E27FC236}">
                <a16:creationId xmlns:a16="http://schemas.microsoft.com/office/drawing/2014/main" id="{CF026D9D-233B-C640-83A2-BAAE031C14C8}"/>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PRESENTATION TITLE [Insert Tab - Header &amp; Footer]</a:t>
            </a:r>
          </a:p>
        </p:txBody>
      </p:sp>
      <p:cxnSp>
        <p:nvCxnSpPr>
          <p:cNvPr id="8" name="Straight Arrow Connector 7">
            <a:extLst>
              <a:ext uri="{FF2B5EF4-FFF2-40B4-BE49-F238E27FC236}">
                <a16:creationId xmlns:a16="http://schemas.microsoft.com/office/drawing/2014/main" id="{2371DF9E-14EE-D1B1-0F19-EDC08DFD2DAA}"/>
              </a:ext>
            </a:extLst>
          </p:cNvPr>
          <p:cNvCxnSpPr>
            <a:cxnSpLocks/>
          </p:cNvCxnSpPr>
          <p:nvPr/>
        </p:nvCxnSpPr>
        <p:spPr>
          <a:xfrm>
            <a:off x="659642" y="2386315"/>
            <a:ext cx="10624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D6E92D-9AD2-C9EF-C856-89A2F3064D28}"/>
              </a:ext>
            </a:extLst>
          </p:cNvPr>
          <p:cNvCxnSpPr>
            <a:cxnSpLocks/>
          </p:cNvCxnSpPr>
          <p:nvPr/>
        </p:nvCxnSpPr>
        <p:spPr>
          <a:xfrm>
            <a:off x="5412176"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B5F8A03-2FB3-1B70-38CC-FB502D6B291E}"/>
              </a:ext>
            </a:extLst>
          </p:cNvPr>
          <p:cNvCxnSpPr>
            <a:cxnSpLocks/>
          </p:cNvCxnSpPr>
          <p:nvPr/>
        </p:nvCxnSpPr>
        <p:spPr>
          <a:xfrm>
            <a:off x="10280654"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D992478E-0C33-E4DF-994E-663691FD4C5B}"/>
              </a:ext>
            </a:extLst>
          </p:cNvPr>
          <p:cNvSpPr/>
          <p:nvPr/>
        </p:nvSpPr>
        <p:spPr>
          <a:xfrm>
            <a:off x="12561804" y="-274867"/>
            <a:ext cx="1255796"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Monitor Open Rate</a:t>
            </a:r>
          </a:p>
        </p:txBody>
      </p:sp>
      <p:sp>
        <p:nvSpPr>
          <p:cNvPr id="2" name="Text Placeholder 1">
            <a:extLst>
              <a:ext uri="{FF2B5EF4-FFF2-40B4-BE49-F238E27FC236}">
                <a16:creationId xmlns:a16="http://schemas.microsoft.com/office/drawing/2014/main" id="{87895547-1314-DAD8-7C1F-078DB2784B1A}"/>
              </a:ext>
            </a:extLst>
          </p:cNvPr>
          <p:cNvSpPr txBox="1">
            <a:spLocks/>
          </p:cNvSpPr>
          <p:nvPr/>
        </p:nvSpPr>
        <p:spPr>
          <a:xfrm>
            <a:off x="695570" y="678337"/>
            <a:ext cx="10814539"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A CLOSER LOOK AT HOW EXCLUSIONS WILL WORK</a:t>
            </a:r>
          </a:p>
        </p:txBody>
      </p:sp>
      <p:sp>
        <p:nvSpPr>
          <p:cNvPr id="3" name="TextBox 2">
            <a:extLst>
              <a:ext uri="{FF2B5EF4-FFF2-40B4-BE49-F238E27FC236}">
                <a16:creationId xmlns:a16="http://schemas.microsoft.com/office/drawing/2014/main" id="{521442A3-888F-7D4A-27EE-5E99251DFA03}"/>
              </a:ext>
            </a:extLst>
          </p:cNvPr>
          <p:cNvSpPr txBox="1"/>
          <p:nvPr/>
        </p:nvSpPr>
        <p:spPr>
          <a:xfrm>
            <a:off x="564586" y="2020584"/>
            <a:ext cx="223523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Days to Arrival</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7" name="Rectangle 16">
            <a:extLst>
              <a:ext uri="{FF2B5EF4-FFF2-40B4-BE49-F238E27FC236}">
                <a16:creationId xmlns:a16="http://schemas.microsoft.com/office/drawing/2014/main" id="{E91E18C0-F170-DBDA-4BD6-25F1D1424C54}"/>
              </a:ext>
            </a:extLst>
          </p:cNvPr>
          <p:cNvSpPr/>
          <p:nvPr/>
        </p:nvSpPr>
        <p:spPr>
          <a:xfrm>
            <a:off x="12570026" y="1810682"/>
            <a:ext cx="1841997"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is a hotel meant to know what to do?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can we clean this? </a:t>
            </a:r>
          </a:p>
        </p:txBody>
      </p:sp>
      <p:sp>
        <p:nvSpPr>
          <p:cNvPr id="21" name="Rectangle 20">
            <a:extLst>
              <a:ext uri="{FF2B5EF4-FFF2-40B4-BE49-F238E27FC236}">
                <a16:creationId xmlns:a16="http://schemas.microsoft.com/office/drawing/2014/main" id="{5282CFC0-43BB-569C-C45F-78F92C6292CC}"/>
              </a:ext>
            </a:extLst>
          </p:cNvPr>
          <p:cNvSpPr/>
          <p:nvPr/>
        </p:nvSpPr>
        <p:spPr>
          <a:xfrm>
            <a:off x="659642" y="3248224"/>
            <a:ext cx="4743674" cy="576918"/>
          </a:xfrm>
          <a:prstGeom prst="rect">
            <a:avLst/>
          </a:prstGeom>
          <a:solidFill>
            <a:srgbClr val="E97132"/>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SCENARIO A </a:t>
            </a:r>
            <a:b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b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 ‘Early’ Guest Booking Window</a:t>
            </a:r>
          </a:p>
        </p:txBody>
      </p:sp>
      <p:sp>
        <p:nvSpPr>
          <p:cNvPr id="26" name="Rectangle 25">
            <a:extLst>
              <a:ext uri="{FF2B5EF4-FFF2-40B4-BE49-F238E27FC236}">
                <a16:creationId xmlns:a16="http://schemas.microsoft.com/office/drawing/2014/main" id="{F6E80583-7696-EB3D-DD94-4E8E3D74274B}"/>
              </a:ext>
            </a:extLst>
          </p:cNvPr>
          <p:cNvSpPr/>
          <p:nvPr/>
        </p:nvSpPr>
        <p:spPr>
          <a:xfrm>
            <a:off x="6456225" y="3246906"/>
            <a:ext cx="3767873" cy="576918"/>
          </a:xfrm>
          <a:prstGeom prst="rect">
            <a:avLst/>
          </a:prstGeom>
          <a:solidFill>
            <a:srgbClr val="6A807B">
              <a:alpha val="54000"/>
            </a:srgb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WEB | STAY PREFERENCES FLOW</a:t>
            </a:r>
          </a:p>
        </p:txBody>
      </p:sp>
      <p:sp>
        <p:nvSpPr>
          <p:cNvPr id="27" name="Rectangle 26">
            <a:extLst>
              <a:ext uri="{FF2B5EF4-FFF2-40B4-BE49-F238E27FC236}">
                <a16:creationId xmlns:a16="http://schemas.microsoft.com/office/drawing/2014/main" id="{8335ED95-4D00-55F5-23E1-F0EE8BBC0163}"/>
              </a:ext>
            </a:extLst>
          </p:cNvPr>
          <p:cNvSpPr/>
          <p:nvPr/>
        </p:nvSpPr>
        <p:spPr>
          <a:xfrm>
            <a:off x="1475254" y="3904964"/>
            <a:ext cx="8748849" cy="576918"/>
          </a:xfrm>
          <a:prstGeom prst="rect">
            <a:avLst/>
          </a:prstGeom>
          <a:solidFill>
            <a:srgbClr val="6A807B">
              <a:alpha val="54000"/>
            </a:srgb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APP | STAY PREFERENCES   </a:t>
            </a:r>
          </a:p>
        </p:txBody>
      </p:sp>
      <p:cxnSp>
        <p:nvCxnSpPr>
          <p:cNvPr id="31" name="Elbow Connector 30">
            <a:extLst>
              <a:ext uri="{FF2B5EF4-FFF2-40B4-BE49-F238E27FC236}">
                <a16:creationId xmlns:a16="http://schemas.microsoft.com/office/drawing/2014/main" id="{F455E5CF-E31D-8C1D-8CB8-C31DCF79A61A}"/>
              </a:ext>
            </a:extLst>
          </p:cNvPr>
          <p:cNvCxnSpPr>
            <a:cxnSpLocks/>
            <a:endCxn id="27" idx="1"/>
          </p:cNvCxnSpPr>
          <p:nvPr/>
        </p:nvCxnSpPr>
        <p:spPr>
          <a:xfrm rot="16200000" flipH="1">
            <a:off x="1138713" y="3856882"/>
            <a:ext cx="368282" cy="3048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8E1064CE-98E6-2BFF-EF11-5313C92A0034}"/>
              </a:ext>
            </a:extLst>
          </p:cNvPr>
          <p:cNvSpPr/>
          <p:nvPr/>
        </p:nvSpPr>
        <p:spPr>
          <a:xfrm>
            <a:off x="5410175" y="4802053"/>
            <a:ext cx="6498215" cy="576918"/>
          </a:xfrm>
          <a:prstGeom prst="rect">
            <a:avLst/>
          </a:prstGeom>
          <a:solidFill>
            <a:srgbClr val="E97132"/>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SCENARIO B</a:t>
            </a:r>
            <a:b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b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 ‘Late’ Guest Booking Window</a:t>
            </a:r>
          </a:p>
        </p:txBody>
      </p:sp>
      <p:sp>
        <p:nvSpPr>
          <p:cNvPr id="34" name="Rectangle 33">
            <a:extLst>
              <a:ext uri="{FF2B5EF4-FFF2-40B4-BE49-F238E27FC236}">
                <a16:creationId xmlns:a16="http://schemas.microsoft.com/office/drawing/2014/main" id="{14FBD623-DF74-60AD-04B1-E89C44056185}"/>
              </a:ext>
            </a:extLst>
          </p:cNvPr>
          <p:cNvSpPr/>
          <p:nvPr/>
        </p:nvSpPr>
        <p:spPr>
          <a:xfrm>
            <a:off x="6411085" y="5460111"/>
            <a:ext cx="3813014" cy="576918"/>
          </a:xfrm>
          <a:prstGeom prst="rect">
            <a:avLst/>
          </a:prstGeom>
          <a:solidFill>
            <a:srgbClr val="6A807B">
              <a:alpha val="54000"/>
            </a:srgb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APP | STAY PREFERENCES   </a:t>
            </a:r>
          </a:p>
        </p:txBody>
      </p:sp>
      <p:cxnSp>
        <p:nvCxnSpPr>
          <p:cNvPr id="35" name="Elbow Connector 34">
            <a:extLst>
              <a:ext uri="{FF2B5EF4-FFF2-40B4-BE49-F238E27FC236}">
                <a16:creationId xmlns:a16="http://schemas.microsoft.com/office/drawing/2014/main" id="{9ED9E42C-DF1F-AF12-1AE1-F769B607E447}"/>
              </a:ext>
            </a:extLst>
          </p:cNvPr>
          <p:cNvCxnSpPr>
            <a:cxnSpLocks/>
          </p:cNvCxnSpPr>
          <p:nvPr/>
        </p:nvCxnSpPr>
        <p:spPr>
          <a:xfrm rot="16200000" flipH="1">
            <a:off x="6112174" y="5429334"/>
            <a:ext cx="368282" cy="3048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62D516F-A84C-F85B-6B74-37B2D40147B5}"/>
              </a:ext>
            </a:extLst>
          </p:cNvPr>
          <p:cNvSpPr txBox="1"/>
          <p:nvPr/>
        </p:nvSpPr>
        <p:spPr>
          <a:xfrm>
            <a:off x="1041708" y="3557233"/>
            <a:ext cx="284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rPr>
              <a:t>*</a:t>
            </a:r>
          </a:p>
        </p:txBody>
      </p:sp>
      <p:sp>
        <p:nvSpPr>
          <p:cNvPr id="40" name="TextBox 39">
            <a:extLst>
              <a:ext uri="{FF2B5EF4-FFF2-40B4-BE49-F238E27FC236}">
                <a16:creationId xmlns:a16="http://schemas.microsoft.com/office/drawing/2014/main" id="{E56BED78-9B8F-224F-E104-744F6B59BA1E}"/>
              </a:ext>
            </a:extLst>
          </p:cNvPr>
          <p:cNvSpPr txBox="1"/>
          <p:nvPr/>
        </p:nvSpPr>
        <p:spPr>
          <a:xfrm>
            <a:off x="6012263" y="5053561"/>
            <a:ext cx="284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rPr>
              <a:t>*</a:t>
            </a:r>
          </a:p>
        </p:txBody>
      </p:sp>
      <p:sp>
        <p:nvSpPr>
          <p:cNvPr id="42" name="TextBox 41">
            <a:extLst>
              <a:ext uri="{FF2B5EF4-FFF2-40B4-BE49-F238E27FC236}">
                <a16:creationId xmlns:a16="http://schemas.microsoft.com/office/drawing/2014/main" id="{E74634B3-05B0-31DF-F9EF-4BD4357E3A67}"/>
              </a:ext>
            </a:extLst>
          </p:cNvPr>
          <p:cNvSpPr txBox="1"/>
          <p:nvPr/>
        </p:nvSpPr>
        <p:spPr>
          <a:xfrm>
            <a:off x="5787989" y="1167919"/>
            <a:ext cx="221484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SENT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08:00 HKT</a:t>
            </a:r>
          </a:p>
        </p:txBody>
      </p:sp>
      <p:sp>
        <p:nvSpPr>
          <p:cNvPr id="43" name="TextBox 42">
            <a:extLst>
              <a:ext uri="{FF2B5EF4-FFF2-40B4-BE49-F238E27FC236}">
                <a16:creationId xmlns:a16="http://schemas.microsoft.com/office/drawing/2014/main" id="{6902349F-01FA-42F2-CB75-DE06172A9762}"/>
              </a:ext>
            </a:extLst>
          </p:cNvPr>
          <p:cNvSpPr txBox="1"/>
          <p:nvPr/>
        </p:nvSpPr>
        <p:spPr>
          <a:xfrm>
            <a:off x="2427172" y="1167919"/>
            <a:ext cx="2934962"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BATCH CREATION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04:00 HKT</a:t>
            </a:r>
          </a:p>
        </p:txBody>
      </p:sp>
      <p:sp>
        <p:nvSpPr>
          <p:cNvPr id="44" name="Rectangle 43">
            <a:extLst>
              <a:ext uri="{FF2B5EF4-FFF2-40B4-BE49-F238E27FC236}">
                <a16:creationId xmlns:a16="http://schemas.microsoft.com/office/drawing/2014/main" id="{F30C84C4-3E15-1F7A-27F2-B67CADFCF7FB}"/>
              </a:ext>
            </a:extLst>
          </p:cNvPr>
          <p:cNvSpPr/>
          <p:nvPr/>
        </p:nvSpPr>
        <p:spPr>
          <a:xfrm>
            <a:off x="3576200"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T-5</a:t>
            </a:r>
          </a:p>
        </p:txBody>
      </p:sp>
      <p:sp>
        <p:nvSpPr>
          <p:cNvPr id="45" name="Rectangle 44">
            <a:extLst>
              <a:ext uri="{FF2B5EF4-FFF2-40B4-BE49-F238E27FC236}">
                <a16:creationId xmlns:a16="http://schemas.microsoft.com/office/drawing/2014/main" id="{53F29E23-EFA6-CB2A-87CC-C003BFE353B6}"/>
              </a:ext>
            </a:extLst>
          </p:cNvPr>
          <p:cNvSpPr/>
          <p:nvPr/>
        </p:nvSpPr>
        <p:spPr>
          <a:xfrm>
            <a:off x="5249271"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T-4</a:t>
            </a:r>
          </a:p>
        </p:txBody>
      </p:sp>
      <p:sp>
        <p:nvSpPr>
          <p:cNvPr id="46" name="Rectangle 45">
            <a:extLst>
              <a:ext uri="{FF2B5EF4-FFF2-40B4-BE49-F238E27FC236}">
                <a16:creationId xmlns:a16="http://schemas.microsoft.com/office/drawing/2014/main" id="{5067C820-097C-6918-F9CE-213686EFB536}"/>
              </a:ext>
            </a:extLst>
          </p:cNvPr>
          <p:cNvSpPr/>
          <p:nvPr/>
        </p:nvSpPr>
        <p:spPr>
          <a:xfrm>
            <a:off x="6922818"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T-3</a:t>
            </a:r>
          </a:p>
        </p:txBody>
      </p:sp>
      <p:sp>
        <p:nvSpPr>
          <p:cNvPr id="47" name="Rectangle 46">
            <a:extLst>
              <a:ext uri="{FF2B5EF4-FFF2-40B4-BE49-F238E27FC236}">
                <a16:creationId xmlns:a16="http://schemas.microsoft.com/office/drawing/2014/main" id="{56C48806-498C-9394-5E9B-A4055B6FD56F}"/>
              </a:ext>
            </a:extLst>
          </p:cNvPr>
          <p:cNvSpPr/>
          <p:nvPr/>
        </p:nvSpPr>
        <p:spPr>
          <a:xfrm>
            <a:off x="8596365"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T-2</a:t>
            </a:r>
          </a:p>
        </p:txBody>
      </p:sp>
      <p:sp>
        <p:nvSpPr>
          <p:cNvPr id="50" name="Rectangle 49">
            <a:extLst>
              <a:ext uri="{FF2B5EF4-FFF2-40B4-BE49-F238E27FC236}">
                <a16:creationId xmlns:a16="http://schemas.microsoft.com/office/drawing/2014/main" id="{86E27097-A417-498B-E6A3-BA3D438534F4}"/>
              </a:ext>
            </a:extLst>
          </p:cNvPr>
          <p:cNvSpPr/>
          <p:nvPr/>
        </p:nvSpPr>
        <p:spPr>
          <a:xfrm>
            <a:off x="10280654"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T-1</a:t>
            </a:r>
          </a:p>
        </p:txBody>
      </p:sp>
      <p:sp>
        <p:nvSpPr>
          <p:cNvPr id="53" name="Rectangle 52">
            <a:extLst>
              <a:ext uri="{FF2B5EF4-FFF2-40B4-BE49-F238E27FC236}">
                <a16:creationId xmlns:a16="http://schemas.microsoft.com/office/drawing/2014/main" id="{4C01E7A2-6C60-34FD-3BC2-B7771172B9CD}"/>
              </a:ext>
            </a:extLst>
          </p:cNvPr>
          <p:cNvSpPr/>
          <p:nvPr/>
        </p:nvSpPr>
        <p:spPr>
          <a:xfrm>
            <a:off x="659642" y="2297583"/>
            <a:ext cx="2858097"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 - … </a:t>
            </a:r>
          </a:p>
        </p:txBody>
      </p:sp>
      <p:sp>
        <p:nvSpPr>
          <p:cNvPr id="55" name="TextBox 54">
            <a:extLst>
              <a:ext uri="{FF2B5EF4-FFF2-40B4-BE49-F238E27FC236}">
                <a16:creationId xmlns:a16="http://schemas.microsoft.com/office/drawing/2014/main" id="{0290759B-F92F-D160-C434-72115633426A}"/>
              </a:ext>
            </a:extLst>
          </p:cNvPr>
          <p:cNvSpPr txBox="1"/>
          <p:nvPr/>
        </p:nvSpPr>
        <p:spPr>
          <a:xfrm>
            <a:off x="301089" y="3235167"/>
            <a:ext cx="34176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A</a:t>
            </a:r>
          </a:p>
        </p:txBody>
      </p:sp>
      <p:sp>
        <p:nvSpPr>
          <p:cNvPr id="58" name="TextBox 57">
            <a:extLst>
              <a:ext uri="{FF2B5EF4-FFF2-40B4-BE49-F238E27FC236}">
                <a16:creationId xmlns:a16="http://schemas.microsoft.com/office/drawing/2014/main" id="{1ED1C5F3-E7F7-B683-3AE4-F6EDE6B9F712}"/>
              </a:ext>
            </a:extLst>
          </p:cNvPr>
          <p:cNvSpPr txBox="1"/>
          <p:nvPr/>
        </p:nvSpPr>
        <p:spPr>
          <a:xfrm>
            <a:off x="5024035" y="4798706"/>
            <a:ext cx="34176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B</a:t>
            </a:r>
          </a:p>
        </p:txBody>
      </p:sp>
      <p:pic>
        <p:nvPicPr>
          <p:cNvPr id="60" name="Graphic 59" descr="Envelope with solid fill">
            <a:extLst>
              <a:ext uri="{FF2B5EF4-FFF2-40B4-BE49-F238E27FC236}">
                <a16:creationId xmlns:a16="http://schemas.microsoft.com/office/drawing/2014/main" id="{05197C12-33EC-15D3-971D-BBC845ECD10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5382" y="3328780"/>
            <a:ext cx="426384" cy="426384"/>
          </a:xfrm>
          <a:prstGeom prst="rect">
            <a:avLst/>
          </a:prstGeom>
        </p:spPr>
      </p:pic>
      <p:cxnSp>
        <p:nvCxnSpPr>
          <p:cNvPr id="62" name="Straight Arrow Connector 61">
            <a:extLst>
              <a:ext uri="{FF2B5EF4-FFF2-40B4-BE49-F238E27FC236}">
                <a16:creationId xmlns:a16="http://schemas.microsoft.com/office/drawing/2014/main" id="{1D0DECE4-ACD0-79DD-B56A-8FB085A8D7C8}"/>
              </a:ext>
            </a:extLst>
          </p:cNvPr>
          <p:cNvCxnSpPr>
            <a:cxnSpLocks/>
            <a:stCxn id="60" idx="3"/>
            <a:endCxn id="26" idx="1"/>
          </p:cNvCxnSpPr>
          <p:nvPr/>
        </p:nvCxnSpPr>
        <p:spPr>
          <a:xfrm flipV="1">
            <a:off x="6211766" y="3535365"/>
            <a:ext cx="244459" cy="66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16A6A55-37D8-E97F-E60B-564AC1E518F0}"/>
              </a:ext>
            </a:extLst>
          </p:cNvPr>
          <p:cNvSpPr txBox="1"/>
          <p:nvPr/>
        </p:nvSpPr>
        <p:spPr>
          <a:xfrm>
            <a:off x="8026637" y="1157929"/>
            <a:ext cx="2255682" cy="461665"/>
          </a:xfrm>
          <a:prstGeom prst="rect">
            <a:avLst/>
          </a:prstGeom>
          <a:noFill/>
        </p:spPr>
        <p:txBody>
          <a:bodyPr wrap="none" rtlCol="0">
            <a:spAutoFit/>
          </a:bodyPr>
          <a:lstStyle>
            <a:defPPr>
              <a:defRPr lang="en-US"/>
            </a:defPPr>
            <a:lvl1pPr>
              <a:defRPr sz="1200">
                <a:latin typeface="Aptos" panose="020B00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STAY PREFERENCES OFFLINE </a:t>
            </a:r>
            <a:b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b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24hr to arrival</a:t>
            </a:r>
          </a:p>
        </p:txBody>
      </p:sp>
    </p:spTree>
    <p:extLst>
      <p:ext uri="{BB962C8B-B14F-4D97-AF65-F5344CB8AC3E}">
        <p14:creationId xmlns:p14="http://schemas.microsoft.com/office/powerpoint/2010/main" val="499055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371AD-1F92-C231-DAF2-F1BD99B7A466}"/>
            </a:ext>
          </a:extLst>
        </p:cNvPr>
        <p:cNvGrpSpPr/>
        <p:nvPr/>
      </p:nvGrpSpPr>
      <p:grpSpPr>
        <a:xfrm>
          <a:off x="0" y="0"/>
          <a:ext cx="0" cy="0"/>
          <a:chOff x="0" y="0"/>
          <a:chExt cx="0" cy="0"/>
        </a:xfrm>
      </p:grpSpPr>
      <p:cxnSp>
        <p:nvCxnSpPr>
          <p:cNvPr id="105" name="Straight Connector 104">
            <a:extLst>
              <a:ext uri="{FF2B5EF4-FFF2-40B4-BE49-F238E27FC236}">
                <a16:creationId xmlns:a16="http://schemas.microsoft.com/office/drawing/2014/main" id="{A7F55469-08DE-B97D-4612-3634A8F5661D}"/>
              </a:ext>
            </a:extLst>
          </p:cNvPr>
          <p:cNvCxnSpPr>
            <a:cxnSpLocks/>
          </p:cNvCxnSpPr>
          <p:nvPr/>
        </p:nvCxnSpPr>
        <p:spPr>
          <a:xfrm>
            <a:off x="5794592"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7C1E3354-0BA8-C864-8CBA-25E9C4089ECA}"/>
              </a:ext>
            </a:extLst>
          </p:cNvPr>
          <p:cNvSpPr>
            <a:spLocks noGrp="1"/>
          </p:cNvSpPr>
          <p:nvPr>
            <p:ph type="dt" sz="half"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 name="Footer Placeholder 4">
            <a:extLst>
              <a:ext uri="{FF2B5EF4-FFF2-40B4-BE49-F238E27FC236}">
                <a16:creationId xmlns:a16="http://schemas.microsoft.com/office/drawing/2014/main" id="{1F3B3382-3931-11BC-B9B7-B7270B0665C4}"/>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PRESENTATION TITLE [Insert Tab - Header &amp; Footer]</a:t>
            </a:r>
          </a:p>
        </p:txBody>
      </p:sp>
      <p:cxnSp>
        <p:nvCxnSpPr>
          <p:cNvPr id="8" name="Straight Arrow Connector 7">
            <a:extLst>
              <a:ext uri="{FF2B5EF4-FFF2-40B4-BE49-F238E27FC236}">
                <a16:creationId xmlns:a16="http://schemas.microsoft.com/office/drawing/2014/main" id="{A7AA30E7-0674-707F-8E95-71FAFF101A91}"/>
              </a:ext>
            </a:extLst>
          </p:cNvPr>
          <p:cNvCxnSpPr>
            <a:cxnSpLocks/>
          </p:cNvCxnSpPr>
          <p:nvPr/>
        </p:nvCxnSpPr>
        <p:spPr>
          <a:xfrm>
            <a:off x="659642" y="2386315"/>
            <a:ext cx="10624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BC6FA7DB-8C1E-5947-4BB3-FFFF1A1FDAF0}"/>
              </a:ext>
            </a:extLst>
          </p:cNvPr>
          <p:cNvSpPr/>
          <p:nvPr/>
        </p:nvSpPr>
        <p:spPr>
          <a:xfrm>
            <a:off x="3576200"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T-5</a:t>
            </a:r>
          </a:p>
        </p:txBody>
      </p:sp>
      <p:cxnSp>
        <p:nvCxnSpPr>
          <p:cNvPr id="22" name="Straight Connector 21">
            <a:extLst>
              <a:ext uri="{FF2B5EF4-FFF2-40B4-BE49-F238E27FC236}">
                <a16:creationId xmlns:a16="http://schemas.microsoft.com/office/drawing/2014/main" id="{DBB18626-37F5-9804-2851-98958DC4CC1D}"/>
              </a:ext>
            </a:extLst>
          </p:cNvPr>
          <p:cNvCxnSpPr>
            <a:cxnSpLocks/>
          </p:cNvCxnSpPr>
          <p:nvPr/>
        </p:nvCxnSpPr>
        <p:spPr>
          <a:xfrm>
            <a:off x="5412176"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D3F5A390-AA58-D3F2-8328-C759B59224F3}"/>
              </a:ext>
            </a:extLst>
          </p:cNvPr>
          <p:cNvSpPr/>
          <p:nvPr/>
        </p:nvSpPr>
        <p:spPr>
          <a:xfrm>
            <a:off x="5249271"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T-4</a:t>
            </a:r>
          </a:p>
        </p:txBody>
      </p:sp>
      <p:sp>
        <p:nvSpPr>
          <p:cNvPr id="48" name="Rectangle 47">
            <a:extLst>
              <a:ext uri="{FF2B5EF4-FFF2-40B4-BE49-F238E27FC236}">
                <a16:creationId xmlns:a16="http://schemas.microsoft.com/office/drawing/2014/main" id="{ADC39D7F-9250-0827-6D58-F1787A4249C8}"/>
              </a:ext>
            </a:extLst>
          </p:cNvPr>
          <p:cNvSpPr/>
          <p:nvPr/>
        </p:nvSpPr>
        <p:spPr>
          <a:xfrm>
            <a:off x="6922818"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T-3</a:t>
            </a:r>
          </a:p>
        </p:txBody>
      </p:sp>
      <p:sp>
        <p:nvSpPr>
          <p:cNvPr id="49" name="Rectangle 48">
            <a:extLst>
              <a:ext uri="{FF2B5EF4-FFF2-40B4-BE49-F238E27FC236}">
                <a16:creationId xmlns:a16="http://schemas.microsoft.com/office/drawing/2014/main" id="{EA4544C5-BE62-F127-92CA-7BF8186A9C97}"/>
              </a:ext>
            </a:extLst>
          </p:cNvPr>
          <p:cNvSpPr/>
          <p:nvPr/>
        </p:nvSpPr>
        <p:spPr>
          <a:xfrm>
            <a:off x="8596365"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T-2</a:t>
            </a:r>
          </a:p>
        </p:txBody>
      </p:sp>
      <p:sp>
        <p:nvSpPr>
          <p:cNvPr id="56" name="Rectangle 55">
            <a:extLst>
              <a:ext uri="{FF2B5EF4-FFF2-40B4-BE49-F238E27FC236}">
                <a16:creationId xmlns:a16="http://schemas.microsoft.com/office/drawing/2014/main" id="{2BAD3F33-F1DB-AF78-8879-84ECB918EAD8}"/>
              </a:ext>
            </a:extLst>
          </p:cNvPr>
          <p:cNvSpPr/>
          <p:nvPr/>
        </p:nvSpPr>
        <p:spPr>
          <a:xfrm>
            <a:off x="10280654"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T-1</a:t>
            </a:r>
          </a:p>
        </p:txBody>
      </p:sp>
      <p:sp>
        <p:nvSpPr>
          <p:cNvPr id="57" name="Rectangle 56">
            <a:extLst>
              <a:ext uri="{FF2B5EF4-FFF2-40B4-BE49-F238E27FC236}">
                <a16:creationId xmlns:a16="http://schemas.microsoft.com/office/drawing/2014/main" id="{CBEF6667-B0B7-9E84-EB98-C79A77A75AD5}"/>
              </a:ext>
            </a:extLst>
          </p:cNvPr>
          <p:cNvSpPr/>
          <p:nvPr/>
        </p:nvSpPr>
        <p:spPr>
          <a:xfrm>
            <a:off x="659642" y="2297583"/>
            <a:ext cx="2858097"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 - … </a:t>
            </a:r>
          </a:p>
        </p:txBody>
      </p:sp>
      <p:cxnSp>
        <p:nvCxnSpPr>
          <p:cNvPr id="75" name="Straight Connector 74">
            <a:extLst>
              <a:ext uri="{FF2B5EF4-FFF2-40B4-BE49-F238E27FC236}">
                <a16:creationId xmlns:a16="http://schemas.microsoft.com/office/drawing/2014/main" id="{27A169E0-5AD0-8C3A-6822-C875F452DC70}"/>
              </a:ext>
            </a:extLst>
          </p:cNvPr>
          <p:cNvCxnSpPr>
            <a:cxnSpLocks/>
          </p:cNvCxnSpPr>
          <p:nvPr/>
        </p:nvCxnSpPr>
        <p:spPr>
          <a:xfrm>
            <a:off x="10280654"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5D965173-CF98-560D-674A-A264D981DF50}"/>
              </a:ext>
            </a:extLst>
          </p:cNvPr>
          <p:cNvSpPr/>
          <p:nvPr/>
        </p:nvSpPr>
        <p:spPr>
          <a:xfrm>
            <a:off x="12561804" y="-274867"/>
            <a:ext cx="1255796"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Monitor Open Rate</a:t>
            </a:r>
          </a:p>
        </p:txBody>
      </p:sp>
      <p:sp>
        <p:nvSpPr>
          <p:cNvPr id="106" name="TextBox 105">
            <a:extLst>
              <a:ext uri="{FF2B5EF4-FFF2-40B4-BE49-F238E27FC236}">
                <a16:creationId xmlns:a16="http://schemas.microsoft.com/office/drawing/2014/main" id="{58E126E1-2FC8-8B33-C89E-3A024AE73393}"/>
              </a:ext>
            </a:extLst>
          </p:cNvPr>
          <p:cNvSpPr txBox="1"/>
          <p:nvPr/>
        </p:nvSpPr>
        <p:spPr>
          <a:xfrm>
            <a:off x="5787989" y="1167919"/>
            <a:ext cx="221484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SENT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08:00 HKT</a:t>
            </a:r>
          </a:p>
        </p:txBody>
      </p:sp>
      <p:sp>
        <p:nvSpPr>
          <p:cNvPr id="2" name="Text Placeholder 1">
            <a:extLst>
              <a:ext uri="{FF2B5EF4-FFF2-40B4-BE49-F238E27FC236}">
                <a16:creationId xmlns:a16="http://schemas.microsoft.com/office/drawing/2014/main" id="{BFAB85C1-B5F3-369C-45D0-21A4102B493A}"/>
              </a:ext>
            </a:extLst>
          </p:cNvPr>
          <p:cNvSpPr txBox="1">
            <a:spLocks/>
          </p:cNvSpPr>
          <p:nvPr/>
        </p:nvSpPr>
        <p:spPr>
          <a:xfrm>
            <a:off x="695570" y="678337"/>
            <a:ext cx="10814539"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A CLOSER LOOK AT HOW EXCLUSIONS WILL WORK</a:t>
            </a:r>
          </a:p>
        </p:txBody>
      </p:sp>
      <p:sp>
        <p:nvSpPr>
          <p:cNvPr id="3" name="TextBox 2">
            <a:extLst>
              <a:ext uri="{FF2B5EF4-FFF2-40B4-BE49-F238E27FC236}">
                <a16:creationId xmlns:a16="http://schemas.microsoft.com/office/drawing/2014/main" id="{EF1CF588-37E2-9E65-8E1E-518F39A0B34A}"/>
              </a:ext>
            </a:extLst>
          </p:cNvPr>
          <p:cNvSpPr txBox="1"/>
          <p:nvPr/>
        </p:nvSpPr>
        <p:spPr>
          <a:xfrm>
            <a:off x="564586" y="2020584"/>
            <a:ext cx="223523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Days to Arrival</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7" name="Rectangle 16">
            <a:extLst>
              <a:ext uri="{FF2B5EF4-FFF2-40B4-BE49-F238E27FC236}">
                <a16:creationId xmlns:a16="http://schemas.microsoft.com/office/drawing/2014/main" id="{828B3877-2F9B-B1EA-05B8-FBB2DA900FA2}"/>
              </a:ext>
            </a:extLst>
          </p:cNvPr>
          <p:cNvSpPr/>
          <p:nvPr/>
        </p:nvSpPr>
        <p:spPr>
          <a:xfrm>
            <a:off x="12570026" y="1810682"/>
            <a:ext cx="1841997"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is a hotel meant to know what to do?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can we clean this? </a:t>
            </a:r>
          </a:p>
        </p:txBody>
      </p:sp>
      <p:sp>
        <p:nvSpPr>
          <p:cNvPr id="9" name="TextBox 8">
            <a:extLst>
              <a:ext uri="{FF2B5EF4-FFF2-40B4-BE49-F238E27FC236}">
                <a16:creationId xmlns:a16="http://schemas.microsoft.com/office/drawing/2014/main" id="{2C0FEBBD-270C-63B8-861E-A79B1756FDF4}"/>
              </a:ext>
            </a:extLst>
          </p:cNvPr>
          <p:cNvSpPr txBox="1"/>
          <p:nvPr/>
        </p:nvSpPr>
        <p:spPr>
          <a:xfrm>
            <a:off x="2427172" y="1167919"/>
            <a:ext cx="2934962"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BATCH CREATION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04:00 HKT</a:t>
            </a:r>
          </a:p>
        </p:txBody>
      </p:sp>
      <p:pic>
        <p:nvPicPr>
          <p:cNvPr id="16" name="Graphic 15" descr="Envelope outline">
            <a:extLst>
              <a:ext uri="{FF2B5EF4-FFF2-40B4-BE49-F238E27FC236}">
                <a16:creationId xmlns:a16="http://schemas.microsoft.com/office/drawing/2014/main" id="{759E9AFB-39AD-75CE-80E8-A17EDD0D7E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15677" y="2846991"/>
            <a:ext cx="360648" cy="360648"/>
          </a:xfrm>
          <a:prstGeom prst="rect">
            <a:avLst/>
          </a:prstGeom>
        </p:spPr>
      </p:pic>
      <p:sp>
        <p:nvSpPr>
          <p:cNvPr id="21" name="Rectangle 20">
            <a:extLst>
              <a:ext uri="{FF2B5EF4-FFF2-40B4-BE49-F238E27FC236}">
                <a16:creationId xmlns:a16="http://schemas.microsoft.com/office/drawing/2014/main" id="{9A9D51B8-EFE6-5B24-DEFD-9CD1D3D65DD3}"/>
              </a:ext>
            </a:extLst>
          </p:cNvPr>
          <p:cNvSpPr/>
          <p:nvPr/>
        </p:nvSpPr>
        <p:spPr>
          <a:xfrm>
            <a:off x="659642" y="2760089"/>
            <a:ext cx="4370119" cy="576918"/>
          </a:xfrm>
          <a:prstGeom prst="rect">
            <a:avLst/>
          </a:prstGeom>
          <a:solidFill>
            <a:srgbClr val="457B9D"/>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SCENARIO C - VIP</a:t>
            </a:r>
            <a:b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b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 ‘Early’ VIP Guest Booking Window</a:t>
            </a:r>
          </a:p>
        </p:txBody>
      </p:sp>
      <p:sp>
        <p:nvSpPr>
          <p:cNvPr id="27" name="Rectangle 26">
            <a:extLst>
              <a:ext uri="{FF2B5EF4-FFF2-40B4-BE49-F238E27FC236}">
                <a16:creationId xmlns:a16="http://schemas.microsoft.com/office/drawing/2014/main" id="{982F46DC-F184-ED28-E96D-F7A52592AFE8}"/>
              </a:ext>
            </a:extLst>
          </p:cNvPr>
          <p:cNvSpPr/>
          <p:nvPr/>
        </p:nvSpPr>
        <p:spPr>
          <a:xfrm>
            <a:off x="1463089" y="3355628"/>
            <a:ext cx="8748849" cy="256747"/>
          </a:xfrm>
          <a:prstGeom prst="rect">
            <a:avLst/>
          </a:prstGeom>
          <a:solidFill>
            <a:srgbClr val="6A807B">
              <a:alpha val="54000"/>
            </a:srgb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APP | STAY PREFERENCES   </a:t>
            </a:r>
          </a:p>
        </p:txBody>
      </p:sp>
      <p:cxnSp>
        <p:nvCxnSpPr>
          <p:cNvPr id="31" name="Elbow Connector 30">
            <a:extLst>
              <a:ext uri="{FF2B5EF4-FFF2-40B4-BE49-F238E27FC236}">
                <a16:creationId xmlns:a16="http://schemas.microsoft.com/office/drawing/2014/main" id="{F9463217-3715-FC37-2344-E9A5EC910E74}"/>
              </a:ext>
            </a:extLst>
          </p:cNvPr>
          <p:cNvCxnSpPr>
            <a:cxnSpLocks/>
            <a:stCxn id="36" idx="2"/>
            <a:endCxn id="27" idx="1"/>
          </p:cNvCxnSpPr>
          <p:nvPr/>
        </p:nvCxnSpPr>
        <p:spPr>
          <a:xfrm rot="16200000" flipH="1">
            <a:off x="1249915" y="3270827"/>
            <a:ext cx="146995" cy="27935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FCE10439-3545-67F1-6AC4-F4273FA0B84D}"/>
              </a:ext>
            </a:extLst>
          </p:cNvPr>
          <p:cNvSpPr txBox="1"/>
          <p:nvPr/>
        </p:nvSpPr>
        <p:spPr>
          <a:xfrm>
            <a:off x="1041709" y="3069098"/>
            <a:ext cx="284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rPr>
              <a:t>*</a:t>
            </a:r>
          </a:p>
        </p:txBody>
      </p:sp>
      <p:sp>
        <p:nvSpPr>
          <p:cNvPr id="6" name="Multiply 5">
            <a:extLst>
              <a:ext uri="{FF2B5EF4-FFF2-40B4-BE49-F238E27FC236}">
                <a16:creationId xmlns:a16="http://schemas.microsoft.com/office/drawing/2014/main" id="{128960A1-65CD-60DC-10E8-E41156371D2B}"/>
              </a:ext>
            </a:extLst>
          </p:cNvPr>
          <p:cNvSpPr/>
          <p:nvPr/>
        </p:nvSpPr>
        <p:spPr>
          <a:xfrm>
            <a:off x="6060320" y="2763869"/>
            <a:ext cx="330200" cy="344031"/>
          </a:xfrm>
          <a:prstGeom prst="mathMultiply">
            <a:avLst>
              <a:gd name="adj1" fmla="val 716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cxnSp>
        <p:nvCxnSpPr>
          <p:cNvPr id="7" name="Straight Connector 6">
            <a:extLst>
              <a:ext uri="{FF2B5EF4-FFF2-40B4-BE49-F238E27FC236}">
                <a16:creationId xmlns:a16="http://schemas.microsoft.com/office/drawing/2014/main" id="{8362B2DD-6554-B29C-83CE-E5E036A7C47B}"/>
              </a:ext>
            </a:extLst>
          </p:cNvPr>
          <p:cNvCxnSpPr>
            <a:cxnSpLocks/>
          </p:cNvCxnSpPr>
          <p:nvPr/>
        </p:nvCxnSpPr>
        <p:spPr>
          <a:xfrm>
            <a:off x="5053906" y="1938545"/>
            <a:ext cx="0" cy="451379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8A9C2D5-4E17-F9E8-52A1-56DAEBC52410}"/>
              </a:ext>
            </a:extLst>
          </p:cNvPr>
          <p:cNvSpPr txBox="1"/>
          <p:nvPr/>
        </p:nvSpPr>
        <p:spPr>
          <a:xfrm>
            <a:off x="1955823" y="1818842"/>
            <a:ext cx="2934962"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FINAL VIP ARRIVALS REVIEW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XX:XX</a:t>
            </a:r>
          </a:p>
        </p:txBody>
      </p:sp>
      <p:sp>
        <p:nvSpPr>
          <p:cNvPr id="13" name="Rectangle 12">
            <a:extLst>
              <a:ext uri="{FF2B5EF4-FFF2-40B4-BE49-F238E27FC236}">
                <a16:creationId xmlns:a16="http://schemas.microsoft.com/office/drawing/2014/main" id="{C8BA3BA7-5627-55F7-F412-BDF090B53E93}"/>
              </a:ext>
            </a:extLst>
          </p:cNvPr>
          <p:cNvSpPr/>
          <p:nvPr/>
        </p:nvSpPr>
        <p:spPr>
          <a:xfrm>
            <a:off x="1955823" y="3661777"/>
            <a:ext cx="3073933" cy="256747"/>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REVIEW &amp; ADD TO EXCLUSIONS LIST</a:t>
            </a:r>
          </a:p>
        </p:txBody>
      </p:sp>
      <p:sp>
        <p:nvSpPr>
          <p:cNvPr id="14" name="Rectangle 13">
            <a:extLst>
              <a:ext uri="{FF2B5EF4-FFF2-40B4-BE49-F238E27FC236}">
                <a16:creationId xmlns:a16="http://schemas.microsoft.com/office/drawing/2014/main" id="{07104C0D-C148-28CF-677D-12B0093FE85F}"/>
              </a:ext>
            </a:extLst>
          </p:cNvPr>
          <p:cNvSpPr/>
          <p:nvPr/>
        </p:nvSpPr>
        <p:spPr>
          <a:xfrm>
            <a:off x="1955823" y="3937848"/>
            <a:ext cx="3061771" cy="265535"/>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DELEGATE FOR 1:1 OUTREACH</a:t>
            </a:r>
          </a:p>
        </p:txBody>
      </p:sp>
      <p:cxnSp>
        <p:nvCxnSpPr>
          <p:cNvPr id="15" name="Elbow Connector 14">
            <a:extLst>
              <a:ext uri="{FF2B5EF4-FFF2-40B4-BE49-F238E27FC236}">
                <a16:creationId xmlns:a16="http://schemas.microsoft.com/office/drawing/2014/main" id="{28CBBA7A-4FAB-9939-C250-30BD471E5E2D}"/>
              </a:ext>
            </a:extLst>
          </p:cNvPr>
          <p:cNvCxnSpPr>
            <a:cxnSpLocks/>
            <a:stCxn id="13" idx="3"/>
            <a:endCxn id="16" idx="2"/>
          </p:cNvCxnSpPr>
          <p:nvPr/>
        </p:nvCxnSpPr>
        <p:spPr>
          <a:xfrm flipV="1">
            <a:off x="5029756" y="3207639"/>
            <a:ext cx="1066245" cy="5825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429C86E-99D4-5CC4-8D43-407F8A923BBA}"/>
              </a:ext>
            </a:extLst>
          </p:cNvPr>
          <p:cNvSpPr txBox="1"/>
          <p:nvPr/>
        </p:nvSpPr>
        <p:spPr>
          <a:xfrm>
            <a:off x="303646" y="2760089"/>
            <a:ext cx="34176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C</a:t>
            </a:r>
          </a:p>
        </p:txBody>
      </p:sp>
      <p:sp>
        <p:nvSpPr>
          <p:cNvPr id="43" name="Rectangle 42">
            <a:extLst>
              <a:ext uri="{FF2B5EF4-FFF2-40B4-BE49-F238E27FC236}">
                <a16:creationId xmlns:a16="http://schemas.microsoft.com/office/drawing/2014/main" id="{517249E9-4D4F-3B83-8FE6-4138ADA7E728}"/>
              </a:ext>
            </a:extLst>
          </p:cNvPr>
          <p:cNvSpPr/>
          <p:nvPr/>
        </p:nvSpPr>
        <p:spPr>
          <a:xfrm>
            <a:off x="1955823" y="4222707"/>
            <a:ext cx="3061771" cy="265535"/>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UPDATE HMS FOR TRACABILITY </a:t>
            </a:r>
          </a:p>
        </p:txBody>
      </p:sp>
      <p:sp>
        <p:nvSpPr>
          <p:cNvPr id="45" name="TextBox 44">
            <a:extLst>
              <a:ext uri="{FF2B5EF4-FFF2-40B4-BE49-F238E27FC236}">
                <a16:creationId xmlns:a16="http://schemas.microsoft.com/office/drawing/2014/main" id="{6B729DC4-4B43-57DA-E7EF-17A0D6524BF6}"/>
              </a:ext>
            </a:extLst>
          </p:cNvPr>
          <p:cNvSpPr txBox="1"/>
          <p:nvPr/>
        </p:nvSpPr>
        <p:spPr>
          <a:xfrm>
            <a:off x="8026637" y="1157929"/>
            <a:ext cx="2255682" cy="461665"/>
          </a:xfrm>
          <a:prstGeom prst="rect">
            <a:avLst/>
          </a:prstGeom>
          <a:noFill/>
        </p:spPr>
        <p:txBody>
          <a:bodyPr wrap="none" rtlCol="0">
            <a:spAutoFit/>
          </a:bodyPr>
          <a:lstStyle>
            <a:defPPr>
              <a:defRPr lang="en-US"/>
            </a:defPPr>
            <a:lvl1pPr>
              <a:defRPr sz="1200">
                <a:latin typeface="Aptos" panose="020B00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STAY PREFERENCES OFFLINE </a:t>
            </a:r>
            <a:b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b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24hr to arrival</a:t>
            </a:r>
          </a:p>
        </p:txBody>
      </p:sp>
    </p:spTree>
    <p:extLst>
      <p:ext uri="{BB962C8B-B14F-4D97-AF65-F5344CB8AC3E}">
        <p14:creationId xmlns:p14="http://schemas.microsoft.com/office/powerpoint/2010/main" val="1388184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6C241-EA29-E995-C393-3A93FADCBB81}"/>
            </a:ext>
          </a:extLst>
        </p:cNvPr>
        <p:cNvGrpSpPr/>
        <p:nvPr/>
      </p:nvGrpSpPr>
      <p:grpSpPr>
        <a:xfrm>
          <a:off x="0" y="0"/>
          <a:ext cx="0" cy="0"/>
          <a:chOff x="0" y="0"/>
          <a:chExt cx="0" cy="0"/>
        </a:xfrm>
      </p:grpSpPr>
      <p:cxnSp>
        <p:nvCxnSpPr>
          <p:cNvPr id="105" name="Straight Connector 104">
            <a:extLst>
              <a:ext uri="{FF2B5EF4-FFF2-40B4-BE49-F238E27FC236}">
                <a16:creationId xmlns:a16="http://schemas.microsoft.com/office/drawing/2014/main" id="{7050B51C-0258-BD1F-0E93-F60A83FF98EC}"/>
              </a:ext>
            </a:extLst>
          </p:cNvPr>
          <p:cNvCxnSpPr>
            <a:cxnSpLocks/>
          </p:cNvCxnSpPr>
          <p:nvPr/>
        </p:nvCxnSpPr>
        <p:spPr>
          <a:xfrm>
            <a:off x="5794592"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699DEE1F-40E4-9933-6673-92BE77B55A92}"/>
              </a:ext>
            </a:extLst>
          </p:cNvPr>
          <p:cNvSpPr>
            <a:spLocks noGrp="1"/>
          </p:cNvSpPr>
          <p:nvPr>
            <p:ph type="dt" sz="half"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 name="Footer Placeholder 4">
            <a:extLst>
              <a:ext uri="{FF2B5EF4-FFF2-40B4-BE49-F238E27FC236}">
                <a16:creationId xmlns:a16="http://schemas.microsoft.com/office/drawing/2014/main" id="{A2C0C294-12A9-5F6C-1CC9-615F5DA8AFAB}"/>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PRESENTATION TITLE [Insert Tab - Header &amp; Footer]</a:t>
            </a:r>
          </a:p>
        </p:txBody>
      </p:sp>
      <p:cxnSp>
        <p:nvCxnSpPr>
          <p:cNvPr id="8" name="Straight Arrow Connector 7">
            <a:extLst>
              <a:ext uri="{FF2B5EF4-FFF2-40B4-BE49-F238E27FC236}">
                <a16:creationId xmlns:a16="http://schemas.microsoft.com/office/drawing/2014/main" id="{CEB6D513-EB9B-589A-D347-C04AC9462983}"/>
              </a:ext>
            </a:extLst>
          </p:cNvPr>
          <p:cNvCxnSpPr>
            <a:cxnSpLocks/>
          </p:cNvCxnSpPr>
          <p:nvPr/>
        </p:nvCxnSpPr>
        <p:spPr>
          <a:xfrm>
            <a:off x="659642" y="2386315"/>
            <a:ext cx="10624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37B9D1C4-F3A9-2A4D-743C-96DA7299636C}"/>
              </a:ext>
            </a:extLst>
          </p:cNvPr>
          <p:cNvSpPr/>
          <p:nvPr/>
        </p:nvSpPr>
        <p:spPr>
          <a:xfrm>
            <a:off x="3576200"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T-5</a:t>
            </a:r>
          </a:p>
        </p:txBody>
      </p:sp>
      <p:cxnSp>
        <p:nvCxnSpPr>
          <p:cNvPr id="22" name="Straight Connector 21">
            <a:extLst>
              <a:ext uri="{FF2B5EF4-FFF2-40B4-BE49-F238E27FC236}">
                <a16:creationId xmlns:a16="http://schemas.microsoft.com/office/drawing/2014/main" id="{8C403D3E-9D48-C1E7-47E0-216F1CA478AE}"/>
              </a:ext>
            </a:extLst>
          </p:cNvPr>
          <p:cNvCxnSpPr>
            <a:cxnSpLocks/>
          </p:cNvCxnSpPr>
          <p:nvPr/>
        </p:nvCxnSpPr>
        <p:spPr>
          <a:xfrm>
            <a:off x="5412176"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CE56A271-FB72-5246-3508-B1AE3BBA6BD9}"/>
              </a:ext>
            </a:extLst>
          </p:cNvPr>
          <p:cNvSpPr/>
          <p:nvPr/>
        </p:nvSpPr>
        <p:spPr>
          <a:xfrm>
            <a:off x="5249271"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T-4</a:t>
            </a:r>
          </a:p>
        </p:txBody>
      </p:sp>
      <p:sp>
        <p:nvSpPr>
          <p:cNvPr id="48" name="Rectangle 47">
            <a:extLst>
              <a:ext uri="{FF2B5EF4-FFF2-40B4-BE49-F238E27FC236}">
                <a16:creationId xmlns:a16="http://schemas.microsoft.com/office/drawing/2014/main" id="{974262A8-E786-8EAB-5C45-C6FD093CC472}"/>
              </a:ext>
            </a:extLst>
          </p:cNvPr>
          <p:cNvSpPr/>
          <p:nvPr/>
        </p:nvSpPr>
        <p:spPr>
          <a:xfrm>
            <a:off x="6922818"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T-3</a:t>
            </a:r>
          </a:p>
        </p:txBody>
      </p:sp>
      <p:sp>
        <p:nvSpPr>
          <p:cNvPr id="49" name="Rectangle 48">
            <a:extLst>
              <a:ext uri="{FF2B5EF4-FFF2-40B4-BE49-F238E27FC236}">
                <a16:creationId xmlns:a16="http://schemas.microsoft.com/office/drawing/2014/main" id="{884158CC-7FF5-AE42-9411-33F7A1E36018}"/>
              </a:ext>
            </a:extLst>
          </p:cNvPr>
          <p:cNvSpPr/>
          <p:nvPr/>
        </p:nvSpPr>
        <p:spPr>
          <a:xfrm>
            <a:off x="8596365"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T-2</a:t>
            </a:r>
          </a:p>
        </p:txBody>
      </p:sp>
      <p:sp>
        <p:nvSpPr>
          <p:cNvPr id="56" name="Rectangle 55">
            <a:extLst>
              <a:ext uri="{FF2B5EF4-FFF2-40B4-BE49-F238E27FC236}">
                <a16:creationId xmlns:a16="http://schemas.microsoft.com/office/drawing/2014/main" id="{77224E25-3792-06A3-BFD3-766406DF95B0}"/>
              </a:ext>
            </a:extLst>
          </p:cNvPr>
          <p:cNvSpPr/>
          <p:nvPr/>
        </p:nvSpPr>
        <p:spPr>
          <a:xfrm>
            <a:off x="10280654" y="2297583"/>
            <a:ext cx="1627740"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T-1</a:t>
            </a:r>
          </a:p>
        </p:txBody>
      </p:sp>
      <p:sp>
        <p:nvSpPr>
          <p:cNvPr id="57" name="Rectangle 56">
            <a:extLst>
              <a:ext uri="{FF2B5EF4-FFF2-40B4-BE49-F238E27FC236}">
                <a16:creationId xmlns:a16="http://schemas.microsoft.com/office/drawing/2014/main" id="{1082E59A-8280-8154-54F8-155073C68DDB}"/>
              </a:ext>
            </a:extLst>
          </p:cNvPr>
          <p:cNvSpPr/>
          <p:nvPr/>
        </p:nvSpPr>
        <p:spPr>
          <a:xfrm>
            <a:off x="659642" y="2297583"/>
            <a:ext cx="2858097" cy="300324"/>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T - … </a:t>
            </a:r>
          </a:p>
        </p:txBody>
      </p:sp>
      <p:cxnSp>
        <p:nvCxnSpPr>
          <p:cNvPr id="75" name="Straight Connector 74">
            <a:extLst>
              <a:ext uri="{FF2B5EF4-FFF2-40B4-BE49-F238E27FC236}">
                <a16:creationId xmlns:a16="http://schemas.microsoft.com/office/drawing/2014/main" id="{B0A41BCE-B7D0-D5E8-DA78-D708ABFEC3C1}"/>
              </a:ext>
            </a:extLst>
          </p:cNvPr>
          <p:cNvCxnSpPr>
            <a:cxnSpLocks/>
          </p:cNvCxnSpPr>
          <p:nvPr/>
        </p:nvCxnSpPr>
        <p:spPr>
          <a:xfrm>
            <a:off x="10280654" y="1435674"/>
            <a:ext cx="0" cy="501666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AA42DA-0586-99AE-68AF-1D7E2C60B360}"/>
              </a:ext>
            </a:extLst>
          </p:cNvPr>
          <p:cNvSpPr/>
          <p:nvPr/>
        </p:nvSpPr>
        <p:spPr>
          <a:xfrm>
            <a:off x="12561804" y="-274867"/>
            <a:ext cx="1255796"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Monitor Open Rate</a:t>
            </a:r>
          </a:p>
        </p:txBody>
      </p:sp>
      <p:sp>
        <p:nvSpPr>
          <p:cNvPr id="106" name="TextBox 105">
            <a:extLst>
              <a:ext uri="{FF2B5EF4-FFF2-40B4-BE49-F238E27FC236}">
                <a16:creationId xmlns:a16="http://schemas.microsoft.com/office/drawing/2014/main" id="{77B5C3D6-7953-B38C-8874-E2E2C65C95FC}"/>
              </a:ext>
            </a:extLst>
          </p:cNvPr>
          <p:cNvSpPr txBox="1"/>
          <p:nvPr/>
        </p:nvSpPr>
        <p:spPr>
          <a:xfrm>
            <a:off x="5787989" y="1167919"/>
            <a:ext cx="221484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SENT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08:00 HKT</a:t>
            </a:r>
          </a:p>
        </p:txBody>
      </p:sp>
      <p:sp>
        <p:nvSpPr>
          <p:cNvPr id="2" name="Text Placeholder 1">
            <a:extLst>
              <a:ext uri="{FF2B5EF4-FFF2-40B4-BE49-F238E27FC236}">
                <a16:creationId xmlns:a16="http://schemas.microsoft.com/office/drawing/2014/main" id="{AD62C9E4-2E87-3A0A-A109-5FF8D34D9FA1}"/>
              </a:ext>
            </a:extLst>
          </p:cNvPr>
          <p:cNvSpPr txBox="1">
            <a:spLocks/>
          </p:cNvSpPr>
          <p:nvPr/>
        </p:nvSpPr>
        <p:spPr>
          <a:xfrm>
            <a:off x="695570" y="678337"/>
            <a:ext cx="10814539"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A CLOSER LOOK AT HOW EXCLUSIONS WILL WORK</a:t>
            </a:r>
          </a:p>
        </p:txBody>
      </p:sp>
      <p:sp>
        <p:nvSpPr>
          <p:cNvPr id="3" name="TextBox 2">
            <a:extLst>
              <a:ext uri="{FF2B5EF4-FFF2-40B4-BE49-F238E27FC236}">
                <a16:creationId xmlns:a16="http://schemas.microsoft.com/office/drawing/2014/main" id="{CE9A63C9-0AA6-6E63-FEDA-A894D9F12941}"/>
              </a:ext>
            </a:extLst>
          </p:cNvPr>
          <p:cNvSpPr txBox="1"/>
          <p:nvPr/>
        </p:nvSpPr>
        <p:spPr>
          <a:xfrm>
            <a:off x="564586" y="2020584"/>
            <a:ext cx="223523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Days to Arrival</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7" name="Rectangle 16">
            <a:extLst>
              <a:ext uri="{FF2B5EF4-FFF2-40B4-BE49-F238E27FC236}">
                <a16:creationId xmlns:a16="http://schemas.microsoft.com/office/drawing/2014/main" id="{9124039F-4276-047A-DFA1-E859526B8652}"/>
              </a:ext>
            </a:extLst>
          </p:cNvPr>
          <p:cNvSpPr/>
          <p:nvPr/>
        </p:nvSpPr>
        <p:spPr>
          <a:xfrm>
            <a:off x="12570026" y="1810682"/>
            <a:ext cx="1841997" cy="1827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is a hotel meant to know what to do?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How can we clean this? </a:t>
            </a:r>
          </a:p>
        </p:txBody>
      </p:sp>
      <p:sp>
        <p:nvSpPr>
          <p:cNvPr id="9" name="TextBox 8">
            <a:extLst>
              <a:ext uri="{FF2B5EF4-FFF2-40B4-BE49-F238E27FC236}">
                <a16:creationId xmlns:a16="http://schemas.microsoft.com/office/drawing/2014/main" id="{F68581BF-0E1F-AF94-57F2-AA7D6D463233}"/>
              </a:ext>
            </a:extLst>
          </p:cNvPr>
          <p:cNvSpPr txBox="1"/>
          <p:nvPr/>
        </p:nvSpPr>
        <p:spPr>
          <a:xfrm>
            <a:off x="2427172" y="1167919"/>
            <a:ext cx="2934962"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PRE-ARRIVAL EMAIL BATCH CREATION  </a:t>
            </a: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04:00 HKT</a:t>
            </a:r>
          </a:p>
        </p:txBody>
      </p:sp>
      <p:pic>
        <p:nvPicPr>
          <p:cNvPr id="16" name="Graphic 15" descr="Envelope outline">
            <a:extLst>
              <a:ext uri="{FF2B5EF4-FFF2-40B4-BE49-F238E27FC236}">
                <a16:creationId xmlns:a16="http://schemas.microsoft.com/office/drawing/2014/main" id="{4EF0560E-5E83-E843-9B17-859977C68F8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15677" y="2846991"/>
            <a:ext cx="360648" cy="360648"/>
          </a:xfrm>
          <a:prstGeom prst="rect">
            <a:avLst/>
          </a:prstGeom>
        </p:spPr>
      </p:pic>
      <p:sp>
        <p:nvSpPr>
          <p:cNvPr id="21" name="Rectangle 20">
            <a:extLst>
              <a:ext uri="{FF2B5EF4-FFF2-40B4-BE49-F238E27FC236}">
                <a16:creationId xmlns:a16="http://schemas.microsoft.com/office/drawing/2014/main" id="{A4431BB5-297E-488B-BA8D-E022A2B10DBA}"/>
              </a:ext>
            </a:extLst>
          </p:cNvPr>
          <p:cNvSpPr/>
          <p:nvPr/>
        </p:nvSpPr>
        <p:spPr>
          <a:xfrm>
            <a:off x="659642" y="2760089"/>
            <a:ext cx="4370119" cy="576918"/>
          </a:xfrm>
          <a:prstGeom prst="rect">
            <a:avLst/>
          </a:prstGeom>
          <a:solidFill>
            <a:srgbClr val="457B9D"/>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SCENARIO C - VIP</a:t>
            </a:r>
            <a:b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b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 ‘Early’ VIP Guest Booking Window</a:t>
            </a:r>
          </a:p>
        </p:txBody>
      </p:sp>
      <p:sp>
        <p:nvSpPr>
          <p:cNvPr id="27" name="Rectangle 26">
            <a:extLst>
              <a:ext uri="{FF2B5EF4-FFF2-40B4-BE49-F238E27FC236}">
                <a16:creationId xmlns:a16="http://schemas.microsoft.com/office/drawing/2014/main" id="{3D10CD6C-C721-7DA0-E373-E7A10FD7DF4D}"/>
              </a:ext>
            </a:extLst>
          </p:cNvPr>
          <p:cNvSpPr/>
          <p:nvPr/>
        </p:nvSpPr>
        <p:spPr>
          <a:xfrm>
            <a:off x="1463089" y="3355628"/>
            <a:ext cx="8748849" cy="256747"/>
          </a:xfrm>
          <a:prstGeom prst="rect">
            <a:avLst/>
          </a:prstGeom>
          <a:solidFill>
            <a:srgbClr val="6A807B">
              <a:alpha val="54000"/>
            </a:srgb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APP | STAY PREFERENCES   </a:t>
            </a:r>
          </a:p>
        </p:txBody>
      </p:sp>
      <p:cxnSp>
        <p:nvCxnSpPr>
          <p:cNvPr id="31" name="Elbow Connector 30">
            <a:extLst>
              <a:ext uri="{FF2B5EF4-FFF2-40B4-BE49-F238E27FC236}">
                <a16:creationId xmlns:a16="http://schemas.microsoft.com/office/drawing/2014/main" id="{E3B6B674-7604-B05C-4369-F93710BE9648}"/>
              </a:ext>
            </a:extLst>
          </p:cNvPr>
          <p:cNvCxnSpPr>
            <a:cxnSpLocks/>
            <a:stCxn id="36" idx="2"/>
            <a:endCxn id="27" idx="1"/>
          </p:cNvCxnSpPr>
          <p:nvPr/>
        </p:nvCxnSpPr>
        <p:spPr>
          <a:xfrm rot="16200000" flipH="1">
            <a:off x="1249915" y="3270827"/>
            <a:ext cx="146995" cy="27935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FA47FCC-9F56-5ABC-31C7-790DFBDC7FBC}"/>
              </a:ext>
            </a:extLst>
          </p:cNvPr>
          <p:cNvSpPr/>
          <p:nvPr/>
        </p:nvSpPr>
        <p:spPr>
          <a:xfrm>
            <a:off x="5068484" y="4815734"/>
            <a:ext cx="6498215" cy="576918"/>
          </a:xfrm>
          <a:prstGeom prst="rect">
            <a:avLst/>
          </a:prstGeom>
          <a:solidFill>
            <a:srgbClr val="457B9D"/>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SCENARIO D - VIP</a:t>
            </a:r>
            <a:b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b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 ‘Late’ VIP Guest Booking Window</a:t>
            </a:r>
          </a:p>
        </p:txBody>
      </p:sp>
      <p:sp>
        <p:nvSpPr>
          <p:cNvPr id="36" name="TextBox 35">
            <a:extLst>
              <a:ext uri="{FF2B5EF4-FFF2-40B4-BE49-F238E27FC236}">
                <a16:creationId xmlns:a16="http://schemas.microsoft.com/office/drawing/2014/main" id="{A3D7A027-93F1-974C-60B5-E778210F6CA0}"/>
              </a:ext>
            </a:extLst>
          </p:cNvPr>
          <p:cNvSpPr txBox="1"/>
          <p:nvPr/>
        </p:nvSpPr>
        <p:spPr>
          <a:xfrm>
            <a:off x="1041709" y="3069098"/>
            <a:ext cx="284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rPr>
              <a:t>*</a:t>
            </a:r>
          </a:p>
        </p:txBody>
      </p:sp>
      <p:sp>
        <p:nvSpPr>
          <p:cNvPr id="6" name="Multiply 5">
            <a:extLst>
              <a:ext uri="{FF2B5EF4-FFF2-40B4-BE49-F238E27FC236}">
                <a16:creationId xmlns:a16="http://schemas.microsoft.com/office/drawing/2014/main" id="{D82E85DD-8392-D479-3635-B922EFDA1C5F}"/>
              </a:ext>
            </a:extLst>
          </p:cNvPr>
          <p:cNvSpPr/>
          <p:nvPr/>
        </p:nvSpPr>
        <p:spPr>
          <a:xfrm>
            <a:off x="6060320" y="2763869"/>
            <a:ext cx="330200" cy="344031"/>
          </a:xfrm>
          <a:prstGeom prst="mathMultiply">
            <a:avLst>
              <a:gd name="adj1" fmla="val 716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cxnSp>
        <p:nvCxnSpPr>
          <p:cNvPr id="7" name="Straight Connector 6">
            <a:extLst>
              <a:ext uri="{FF2B5EF4-FFF2-40B4-BE49-F238E27FC236}">
                <a16:creationId xmlns:a16="http://schemas.microsoft.com/office/drawing/2014/main" id="{12E3D094-3651-C9F1-6F88-066CAB288C91}"/>
              </a:ext>
            </a:extLst>
          </p:cNvPr>
          <p:cNvCxnSpPr>
            <a:cxnSpLocks/>
          </p:cNvCxnSpPr>
          <p:nvPr/>
        </p:nvCxnSpPr>
        <p:spPr>
          <a:xfrm>
            <a:off x="5053906" y="1938545"/>
            <a:ext cx="0" cy="451379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BF97807-D3C9-75FF-47C8-67DEB076B141}"/>
              </a:ext>
            </a:extLst>
          </p:cNvPr>
          <p:cNvSpPr txBox="1"/>
          <p:nvPr/>
        </p:nvSpPr>
        <p:spPr>
          <a:xfrm>
            <a:off x="1955823" y="1818842"/>
            <a:ext cx="2934962"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FINAL VIP ARRIVALS REVIEW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XX:XX</a:t>
            </a:r>
          </a:p>
        </p:txBody>
      </p:sp>
      <p:sp>
        <p:nvSpPr>
          <p:cNvPr id="13" name="Rectangle 12">
            <a:extLst>
              <a:ext uri="{FF2B5EF4-FFF2-40B4-BE49-F238E27FC236}">
                <a16:creationId xmlns:a16="http://schemas.microsoft.com/office/drawing/2014/main" id="{784E68CF-62E9-717E-30BF-5F5E2BBBB121}"/>
              </a:ext>
            </a:extLst>
          </p:cNvPr>
          <p:cNvSpPr/>
          <p:nvPr/>
        </p:nvSpPr>
        <p:spPr>
          <a:xfrm>
            <a:off x="1955823" y="3661777"/>
            <a:ext cx="3073933" cy="256747"/>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REVIEW &amp; ADD TO EXCLUSIONS LIST</a:t>
            </a:r>
          </a:p>
        </p:txBody>
      </p:sp>
      <p:sp>
        <p:nvSpPr>
          <p:cNvPr id="14" name="Rectangle 13">
            <a:extLst>
              <a:ext uri="{FF2B5EF4-FFF2-40B4-BE49-F238E27FC236}">
                <a16:creationId xmlns:a16="http://schemas.microsoft.com/office/drawing/2014/main" id="{289D109E-A14B-DF9A-E5C4-52D83C6A20F8}"/>
              </a:ext>
            </a:extLst>
          </p:cNvPr>
          <p:cNvSpPr/>
          <p:nvPr/>
        </p:nvSpPr>
        <p:spPr>
          <a:xfrm>
            <a:off x="1955823" y="3937848"/>
            <a:ext cx="3061771" cy="265535"/>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DELEGATE FOR 1:1 OUTREACH</a:t>
            </a:r>
          </a:p>
        </p:txBody>
      </p:sp>
      <p:cxnSp>
        <p:nvCxnSpPr>
          <p:cNvPr id="15" name="Elbow Connector 14">
            <a:extLst>
              <a:ext uri="{FF2B5EF4-FFF2-40B4-BE49-F238E27FC236}">
                <a16:creationId xmlns:a16="http://schemas.microsoft.com/office/drawing/2014/main" id="{E7475BEE-398D-964D-D552-15DDB72E8753}"/>
              </a:ext>
            </a:extLst>
          </p:cNvPr>
          <p:cNvCxnSpPr>
            <a:cxnSpLocks/>
            <a:stCxn id="13" idx="3"/>
            <a:endCxn id="16" idx="2"/>
          </p:cNvCxnSpPr>
          <p:nvPr/>
        </p:nvCxnSpPr>
        <p:spPr>
          <a:xfrm flipV="1">
            <a:off x="5029756" y="3207639"/>
            <a:ext cx="1066245" cy="5825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2C401AA2-3080-5848-AA11-BE89D0A499F4}"/>
              </a:ext>
            </a:extLst>
          </p:cNvPr>
          <p:cNvCxnSpPr>
            <a:cxnSpLocks/>
            <a:stCxn id="30" idx="2"/>
          </p:cNvCxnSpPr>
          <p:nvPr/>
        </p:nvCxnSpPr>
        <p:spPr>
          <a:xfrm rot="16200000" flipH="1">
            <a:off x="6168256" y="5322598"/>
            <a:ext cx="146995" cy="27935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F4C8CDC-B518-DC08-02CA-B15EAF8E5C35}"/>
              </a:ext>
            </a:extLst>
          </p:cNvPr>
          <p:cNvSpPr txBox="1"/>
          <p:nvPr/>
        </p:nvSpPr>
        <p:spPr>
          <a:xfrm>
            <a:off x="5960050" y="5120869"/>
            <a:ext cx="284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rPr>
              <a:t>*</a:t>
            </a:r>
          </a:p>
        </p:txBody>
      </p:sp>
      <p:sp>
        <p:nvSpPr>
          <p:cNvPr id="32" name="Rectangle 31">
            <a:extLst>
              <a:ext uri="{FF2B5EF4-FFF2-40B4-BE49-F238E27FC236}">
                <a16:creationId xmlns:a16="http://schemas.microsoft.com/office/drawing/2014/main" id="{78F9A330-AA7C-AB55-8791-1B16A60F53FB}"/>
              </a:ext>
            </a:extLst>
          </p:cNvPr>
          <p:cNvSpPr/>
          <p:nvPr/>
        </p:nvSpPr>
        <p:spPr>
          <a:xfrm>
            <a:off x="6412229" y="5402988"/>
            <a:ext cx="3799708" cy="287093"/>
          </a:xfrm>
          <a:prstGeom prst="rect">
            <a:avLst/>
          </a:prstGeom>
          <a:solidFill>
            <a:srgbClr val="6A807B">
              <a:alpha val="54000"/>
            </a:srgb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APP | STAY PREFERENCES   </a:t>
            </a:r>
          </a:p>
        </p:txBody>
      </p:sp>
      <p:sp>
        <p:nvSpPr>
          <p:cNvPr id="37" name="Rectangle 36">
            <a:extLst>
              <a:ext uri="{FF2B5EF4-FFF2-40B4-BE49-F238E27FC236}">
                <a16:creationId xmlns:a16="http://schemas.microsoft.com/office/drawing/2014/main" id="{874ABBF4-EF3F-5490-0771-B2D33BA92397}"/>
              </a:ext>
            </a:extLst>
          </p:cNvPr>
          <p:cNvSpPr/>
          <p:nvPr/>
        </p:nvSpPr>
        <p:spPr>
          <a:xfrm>
            <a:off x="6424741" y="5733002"/>
            <a:ext cx="5085367" cy="287093"/>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DELEGATE FOR 1:1 OUTREACH &amp; UPDATE HMS </a:t>
            </a:r>
          </a:p>
        </p:txBody>
      </p:sp>
      <p:sp>
        <p:nvSpPr>
          <p:cNvPr id="39" name="TextBox 38">
            <a:extLst>
              <a:ext uri="{FF2B5EF4-FFF2-40B4-BE49-F238E27FC236}">
                <a16:creationId xmlns:a16="http://schemas.microsoft.com/office/drawing/2014/main" id="{D8A2CB3C-742E-7B75-D159-4F6AEA8B1060}"/>
              </a:ext>
            </a:extLst>
          </p:cNvPr>
          <p:cNvSpPr txBox="1"/>
          <p:nvPr/>
        </p:nvSpPr>
        <p:spPr>
          <a:xfrm>
            <a:off x="303646" y="2760089"/>
            <a:ext cx="34176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C</a:t>
            </a:r>
          </a:p>
        </p:txBody>
      </p:sp>
      <p:sp>
        <p:nvSpPr>
          <p:cNvPr id="41" name="TextBox 40">
            <a:extLst>
              <a:ext uri="{FF2B5EF4-FFF2-40B4-BE49-F238E27FC236}">
                <a16:creationId xmlns:a16="http://schemas.microsoft.com/office/drawing/2014/main" id="{366054A3-DF4A-6820-899F-827ADE00D577}"/>
              </a:ext>
            </a:extLst>
          </p:cNvPr>
          <p:cNvSpPr txBox="1"/>
          <p:nvPr/>
        </p:nvSpPr>
        <p:spPr>
          <a:xfrm>
            <a:off x="4650260" y="4785615"/>
            <a:ext cx="3658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D</a:t>
            </a:r>
          </a:p>
        </p:txBody>
      </p:sp>
      <p:sp>
        <p:nvSpPr>
          <p:cNvPr id="43" name="Rectangle 42">
            <a:extLst>
              <a:ext uri="{FF2B5EF4-FFF2-40B4-BE49-F238E27FC236}">
                <a16:creationId xmlns:a16="http://schemas.microsoft.com/office/drawing/2014/main" id="{FB4E6C7A-00D8-CA7D-AEB2-1263151529D6}"/>
              </a:ext>
            </a:extLst>
          </p:cNvPr>
          <p:cNvSpPr/>
          <p:nvPr/>
        </p:nvSpPr>
        <p:spPr>
          <a:xfrm>
            <a:off x="1955823" y="4222707"/>
            <a:ext cx="3061771" cy="265535"/>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UPDATE HMS FOR TRACABILITY </a:t>
            </a:r>
          </a:p>
        </p:txBody>
      </p:sp>
      <p:sp>
        <p:nvSpPr>
          <p:cNvPr id="44" name="Rectangle 43">
            <a:extLst>
              <a:ext uri="{FF2B5EF4-FFF2-40B4-BE49-F238E27FC236}">
                <a16:creationId xmlns:a16="http://schemas.microsoft.com/office/drawing/2014/main" id="{A48A7C73-44A4-66D5-6AC8-42F780FF49F3}"/>
              </a:ext>
            </a:extLst>
          </p:cNvPr>
          <p:cNvSpPr/>
          <p:nvPr/>
        </p:nvSpPr>
        <p:spPr>
          <a:xfrm>
            <a:off x="6424741" y="6046895"/>
            <a:ext cx="5085364" cy="256151"/>
          </a:xfrm>
          <a:prstGeom prst="rect">
            <a:avLst/>
          </a:prstGeom>
          <a:solidFill>
            <a:srgbClr val="6A807B"/>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ptos SemiBold" panose="020B0004020202020204" pitchFamily="34" charset="0"/>
                <a:ea typeface="+mn-ea"/>
                <a:cs typeface="+mn-cs"/>
              </a:rPr>
              <a:t>UPDATE HMS FOR TRACABILITY </a:t>
            </a:r>
          </a:p>
        </p:txBody>
      </p:sp>
      <p:sp>
        <p:nvSpPr>
          <p:cNvPr id="45" name="TextBox 44">
            <a:extLst>
              <a:ext uri="{FF2B5EF4-FFF2-40B4-BE49-F238E27FC236}">
                <a16:creationId xmlns:a16="http://schemas.microsoft.com/office/drawing/2014/main" id="{6759AA73-6956-AA5D-EC7A-0E39E4C6DE24}"/>
              </a:ext>
            </a:extLst>
          </p:cNvPr>
          <p:cNvSpPr txBox="1"/>
          <p:nvPr/>
        </p:nvSpPr>
        <p:spPr>
          <a:xfrm>
            <a:off x="8026637" y="1157929"/>
            <a:ext cx="2255682" cy="461665"/>
          </a:xfrm>
          <a:prstGeom prst="rect">
            <a:avLst/>
          </a:prstGeom>
          <a:noFill/>
        </p:spPr>
        <p:txBody>
          <a:bodyPr wrap="none" rtlCol="0">
            <a:spAutoFit/>
          </a:bodyPr>
          <a:lstStyle>
            <a:defPPr>
              <a:defRPr lang="en-US"/>
            </a:defPPr>
            <a:lvl1pPr>
              <a:defRPr sz="1200">
                <a:latin typeface="Aptos" panose="020B00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t>STAY PREFERENCES OFFLINE </a:t>
            </a:r>
            <a:br>
              <a:rPr kumimoji="0" lang="en-US" sz="1200" b="1" i="0" u="none" strike="noStrike" kern="1200" cap="none" spc="0" normalizeH="0" baseline="0" noProof="0">
                <a:ln>
                  <a:noFill/>
                </a:ln>
                <a:solidFill>
                  <a:srgbClr val="000000"/>
                </a:solidFill>
                <a:effectLst/>
                <a:uLnTx/>
                <a:uFillTx/>
                <a:latin typeface="Aptos" panose="020B0004020202020204" pitchFamily="34" charset="0"/>
                <a:ea typeface="+mn-ea"/>
                <a:cs typeface="+mn-cs"/>
              </a:rPr>
            </a:br>
            <a:r>
              <a:rPr kumimoji="0" lang="en-US"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24hr to arrival</a:t>
            </a:r>
          </a:p>
        </p:txBody>
      </p:sp>
    </p:spTree>
    <p:extLst>
      <p:ext uri="{BB962C8B-B14F-4D97-AF65-F5344CB8AC3E}">
        <p14:creationId xmlns:p14="http://schemas.microsoft.com/office/powerpoint/2010/main" val="1029040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DA1A07-22BC-C326-9D24-29FD9A74F1B4}"/>
              </a:ext>
            </a:extLst>
          </p:cNvPr>
          <p:cNvSpPr>
            <a:spLocks noGrp="1"/>
          </p:cNvSpPr>
          <p:nvPr>
            <p:ph type="body" sz="quarter" idx="12"/>
          </p:nvPr>
        </p:nvSpPr>
        <p:spPr/>
        <p:txBody>
          <a:bodyPr/>
          <a:lstStyle/>
          <a:p>
            <a:r>
              <a:rPr lang="en-US"/>
              <a:t>QUICK </a:t>
            </a:r>
            <a:br>
              <a:rPr lang="en-US"/>
            </a:br>
            <a:r>
              <a:rPr lang="en-US"/>
              <a:t>RECAP WHAT CHANGES</a:t>
            </a:r>
          </a:p>
        </p:txBody>
      </p:sp>
      <p:sp>
        <p:nvSpPr>
          <p:cNvPr id="3" name="Date Placeholder 2">
            <a:extLst>
              <a:ext uri="{FF2B5EF4-FFF2-40B4-BE49-F238E27FC236}">
                <a16:creationId xmlns:a16="http://schemas.microsoft.com/office/drawing/2014/main" id="{10B8A315-CB73-D232-987A-1411E5D079A7}"/>
              </a:ext>
            </a:extLst>
          </p:cNvPr>
          <p:cNvSpPr>
            <a:spLocks noGrp="1"/>
          </p:cNvSpPr>
          <p:nvPr>
            <p:ph type="dt" sz="half"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 name="Footer Placeholder 3">
            <a:extLst>
              <a:ext uri="{FF2B5EF4-FFF2-40B4-BE49-F238E27FC236}">
                <a16:creationId xmlns:a16="http://schemas.microsoft.com/office/drawing/2014/main" id="{2C31F55C-551B-8B2A-80E8-EBCE91B3E1EC}"/>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PRESENTATION TITLE [Insert Tab - Header &amp; Footer]</a:t>
            </a:r>
          </a:p>
        </p:txBody>
      </p:sp>
      <p:sp>
        <p:nvSpPr>
          <p:cNvPr id="25" name="TextBox 24">
            <a:extLst>
              <a:ext uri="{FF2B5EF4-FFF2-40B4-BE49-F238E27FC236}">
                <a16:creationId xmlns:a16="http://schemas.microsoft.com/office/drawing/2014/main" id="{28C40926-CCCD-39E2-B252-039896848311}"/>
              </a:ext>
            </a:extLst>
          </p:cNvPr>
          <p:cNvSpPr txBox="1"/>
          <p:nvPr/>
        </p:nvSpPr>
        <p:spPr>
          <a:xfrm>
            <a:off x="1045412" y="2678678"/>
            <a:ext cx="2742817" cy="347787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Work with existing processes to identify changes and define clear ownership of exclusions and delegation process. </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When reviewing a booking, confirm guest tier and IF guest is already on the exclusions list to ensure </a:t>
            </a:r>
            <a:r>
              <a:rPr kumimoji="0" lang="en-US" sz="1400" b="0" i="1" u="none" strike="noStrike" kern="1200" cap="none" spc="0" normalizeH="0" baseline="0" noProof="0">
                <a:ln>
                  <a:noFill/>
                </a:ln>
                <a:solidFill>
                  <a:srgbClr val="404040"/>
                </a:solidFill>
                <a:effectLst/>
                <a:uLnTx/>
                <a:uFillTx/>
                <a:latin typeface="Garamond" panose="02020404030301010803"/>
                <a:ea typeface="+mn-ea"/>
                <a:cs typeface="+mn-cs"/>
              </a:rPr>
              <a:t>all</a:t>
            </a: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 VIP guest bookings are reviewed for 1:1 outreach. </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Closely monitor the 4-day booking window and double check for short, VIP bookings and act quickly to reach out</a:t>
            </a:r>
          </a:p>
        </p:txBody>
      </p:sp>
      <p:sp>
        <p:nvSpPr>
          <p:cNvPr id="30" name="Oval 29">
            <a:extLst>
              <a:ext uri="{FF2B5EF4-FFF2-40B4-BE49-F238E27FC236}">
                <a16:creationId xmlns:a16="http://schemas.microsoft.com/office/drawing/2014/main" id="{6C5EF12D-9318-479E-7A99-DA340475FD60}"/>
              </a:ext>
            </a:extLst>
          </p:cNvPr>
          <p:cNvSpPr/>
          <p:nvPr/>
        </p:nvSpPr>
        <p:spPr>
          <a:xfrm>
            <a:off x="653910" y="2703528"/>
            <a:ext cx="274320" cy="274320"/>
          </a:xfrm>
          <a:prstGeom prst="ellipse">
            <a:avLst/>
          </a:prstGeom>
          <a:solidFill>
            <a:srgbClr val="B59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1</a:t>
            </a:r>
          </a:p>
        </p:txBody>
      </p:sp>
      <p:sp>
        <p:nvSpPr>
          <p:cNvPr id="31" name="Oval 30">
            <a:extLst>
              <a:ext uri="{FF2B5EF4-FFF2-40B4-BE49-F238E27FC236}">
                <a16:creationId xmlns:a16="http://schemas.microsoft.com/office/drawing/2014/main" id="{A8DF2602-1C81-9977-32B5-F7604AD892EA}"/>
              </a:ext>
            </a:extLst>
          </p:cNvPr>
          <p:cNvSpPr/>
          <p:nvPr/>
        </p:nvSpPr>
        <p:spPr>
          <a:xfrm>
            <a:off x="653910" y="3789353"/>
            <a:ext cx="274320" cy="274320"/>
          </a:xfrm>
          <a:prstGeom prst="ellipse">
            <a:avLst/>
          </a:prstGeom>
          <a:solidFill>
            <a:srgbClr val="B59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2</a:t>
            </a:r>
          </a:p>
        </p:txBody>
      </p:sp>
      <p:sp>
        <p:nvSpPr>
          <p:cNvPr id="33" name="TextBox 32">
            <a:extLst>
              <a:ext uri="{FF2B5EF4-FFF2-40B4-BE49-F238E27FC236}">
                <a16:creationId xmlns:a16="http://schemas.microsoft.com/office/drawing/2014/main" id="{A104154F-050D-B9AC-7AC9-56ED18EC8E56}"/>
              </a:ext>
            </a:extLst>
          </p:cNvPr>
          <p:cNvSpPr txBox="1"/>
          <p:nvPr/>
        </p:nvSpPr>
        <p:spPr>
          <a:xfrm>
            <a:off x="653910" y="1997779"/>
            <a:ext cx="3526204" cy="64633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800" b="1" i="0" u="none" strike="noStrike" kern="1200" cap="none" spc="0" normalizeH="0" baseline="0" noProof="0">
                <a:ln>
                  <a:noFill/>
                </a:ln>
                <a:solidFill>
                  <a:srgbClr val="404040"/>
                </a:solidFill>
                <a:effectLst/>
                <a:uLnTx/>
                <a:uFillTx/>
                <a:latin typeface="Garamond" panose="02020404030301010803"/>
                <a:ea typeface="+mn-ea"/>
                <a:cs typeface="+mn-cs"/>
              </a:rPr>
              <a:t>NEW BOOKING HANDLING &amp; EXCLUSIONS </a:t>
            </a:r>
          </a:p>
        </p:txBody>
      </p:sp>
      <p:sp>
        <p:nvSpPr>
          <p:cNvPr id="34" name="TextBox 33">
            <a:extLst>
              <a:ext uri="{FF2B5EF4-FFF2-40B4-BE49-F238E27FC236}">
                <a16:creationId xmlns:a16="http://schemas.microsoft.com/office/drawing/2014/main" id="{F2EF634A-D817-078D-137B-BEE8798048BD}"/>
              </a:ext>
            </a:extLst>
          </p:cNvPr>
          <p:cNvSpPr txBox="1"/>
          <p:nvPr/>
        </p:nvSpPr>
        <p:spPr>
          <a:xfrm>
            <a:off x="4834425" y="2678678"/>
            <a:ext cx="2742817" cy="1600438"/>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Be aware and on the lookout for</a:t>
            </a:r>
            <a:b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b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the new stay-based preference submissions that will be flowing into HMS and Guest Lens (from guest completion in-App or online prompted by the  automated T-4 pre-arrival email)</a:t>
            </a:r>
            <a:endParaRPr kumimoji="0" lang="en-US" sz="1400" b="0" i="1" u="none" strike="noStrike" kern="1200" cap="none" spc="0" normalizeH="0" baseline="0" noProof="0">
              <a:ln>
                <a:noFill/>
              </a:ln>
              <a:solidFill>
                <a:srgbClr val="404040"/>
              </a:solidFill>
              <a:effectLst/>
              <a:uLnTx/>
              <a:uFillTx/>
              <a:latin typeface="Garamond" panose="02020404030301010803"/>
              <a:ea typeface="+mn-ea"/>
              <a:cs typeface="+mn-cs"/>
            </a:endParaRPr>
          </a:p>
        </p:txBody>
      </p:sp>
      <p:sp>
        <p:nvSpPr>
          <p:cNvPr id="35" name="Oval 34">
            <a:extLst>
              <a:ext uri="{FF2B5EF4-FFF2-40B4-BE49-F238E27FC236}">
                <a16:creationId xmlns:a16="http://schemas.microsoft.com/office/drawing/2014/main" id="{14DD0C79-8DE4-7362-F338-1416BEE3DB8E}"/>
              </a:ext>
            </a:extLst>
          </p:cNvPr>
          <p:cNvSpPr/>
          <p:nvPr/>
        </p:nvSpPr>
        <p:spPr>
          <a:xfrm>
            <a:off x="4442923" y="2703528"/>
            <a:ext cx="274320" cy="274320"/>
          </a:xfrm>
          <a:prstGeom prst="ellipse">
            <a:avLst/>
          </a:prstGeom>
          <a:solidFill>
            <a:srgbClr val="B59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3</a:t>
            </a:r>
          </a:p>
        </p:txBody>
      </p:sp>
      <p:sp>
        <p:nvSpPr>
          <p:cNvPr id="36" name="TextBox 35">
            <a:extLst>
              <a:ext uri="{FF2B5EF4-FFF2-40B4-BE49-F238E27FC236}">
                <a16:creationId xmlns:a16="http://schemas.microsoft.com/office/drawing/2014/main" id="{9985A9BA-B533-6299-F7E9-D09CA4CC7D94}"/>
              </a:ext>
            </a:extLst>
          </p:cNvPr>
          <p:cNvSpPr txBox="1"/>
          <p:nvPr/>
        </p:nvSpPr>
        <p:spPr>
          <a:xfrm>
            <a:off x="4442923" y="2237643"/>
            <a:ext cx="3881270"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800" b="1" i="0" u="none" strike="noStrike" kern="1200" cap="none" spc="0" normalizeH="0" baseline="0" noProof="0">
                <a:ln>
                  <a:noFill/>
                </a:ln>
                <a:solidFill>
                  <a:srgbClr val="404040"/>
                </a:solidFill>
                <a:effectLst/>
                <a:uLnTx/>
                <a:uFillTx/>
                <a:latin typeface="Garamond" panose="02020404030301010803"/>
                <a:ea typeface="+mn-ea"/>
                <a:cs typeface="+mn-cs"/>
              </a:rPr>
              <a:t>PRE-ARRIVAL ENGAGEMENT  </a:t>
            </a:r>
          </a:p>
        </p:txBody>
      </p:sp>
      <p:sp>
        <p:nvSpPr>
          <p:cNvPr id="39" name="TextBox 38">
            <a:extLst>
              <a:ext uri="{FF2B5EF4-FFF2-40B4-BE49-F238E27FC236}">
                <a16:creationId xmlns:a16="http://schemas.microsoft.com/office/drawing/2014/main" id="{935E7BB0-8253-86FF-B43E-6F7F147889E8}"/>
              </a:ext>
            </a:extLst>
          </p:cNvPr>
          <p:cNvSpPr txBox="1"/>
          <p:nvPr/>
        </p:nvSpPr>
        <p:spPr>
          <a:xfrm>
            <a:off x="8623438" y="2678678"/>
            <a:ext cx="2742817" cy="138499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Review and </a:t>
            </a:r>
            <a:r>
              <a:rPr kumimoji="0" lang="en-US" sz="1400" b="0" i="0" u="none" strike="noStrike" kern="1200" cap="none" spc="0" normalizeH="0" baseline="0" noProof="0" err="1">
                <a:ln>
                  <a:noFill/>
                </a:ln>
                <a:solidFill>
                  <a:srgbClr val="404040"/>
                </a:solidFill>
                <a:effectLst/>
                <a:uLnTx/>
                <a:uFillTx/>
                <a:latin typeface="Garamond" panose="02020404030301010803"/>
                <a:ea typeface="+mn-ea"/>
                <a:cs typeface="+mn-cs"/>
              </a:rPr>
              <a:t>prioritise</a:t>
            </a: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 Guest Declared Profile &amp; Stay Preferences in planning  and preparation to make sure we capture what matters most to guests and deliver the 'preferences in action' framework</a:t>
            </a:r>
            <a:endParaRPr kumimoji="0" lang="en-US" sz="1400" b="0" i="1" u="none" strike="noStrike" kern="1200" cap="none" spc="0" normalizeH="0" baseline="0" noProof="0">
              <a:ln>
                <a:noFill/>
              </a:ln>
              <a:solidFill>
                <a:srgbClr val="404040"/>
              </a:solidFill>
              <a:effectLst/>
              <a:uLnTx/>
              <a:uFillTx/>
              <a:latin typeface="Garamond" panose="02020404030301010803"/>
              <a:ea typeface="+mn-ea"/>
              <a:cs typeface="+mn-cs"/>
            </a:endParaRPr>
          </a:p>
        </p:txBody>
      </p:sp>
      <p:sp>
        <p:nvSpPr>
          <p:cNvPr id="40" name="Oval 39">
            <a:extLst>
              <a:ext uri="{FF2B5EF4-FFF2-40B4-BE49-F238E27FC236}">
                <a16:creationId xmlns:a16="http://schemas.microsoft.com/office/drawing/2014/main" id="{578B353F-527F-C2EE-3A44-4FE1E10F79D8}"/>
              </a:ext>
            </a:extLst>
          </p:cNvPr>
          <p:cNvSpPr/>
          <p:nvPr/>
        </p:nvSpPr>
        <p:spPr>
          <a:xfrm>
            <a:off x="8231936" y="2703528"/>
            <a:ext cx="274320" cy="274320"/>
          </a:xfrm>
          <a:prstGeom prst="ellipse">
            <a:avLst/>
          </a:prstGeom>
          <a:solidFill>
            <a:srgbClr val="B59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4</a:t>
            </a:r>
          </a:p>
        </p:txBody>
      </p:sp>
      <p:sp>
        <p:nvSpPr>
          <p:cNvPr id="41" name="TextBox 40">
            <a:extLst>
              <a:ext uri="{FF2B5EF4-FFF2-40B4-BE49-F238E27FC236}">
                <a16:creationId xmlns:a16="http://schemas.microsoft.com/office/drawing/2014/main" id="{4D90C260-1CF8-0858-C188-622F06A30635}"/>
              </a:ext>
            </a:extLst>
          </p:cNvPr>
          <p:cNvSpPr txBox="1"/>
          <p:nvPr/>
        </p:nvSpPr>
        <p:spPr>
          <a:xfrm>
            <a:off x="8231936" y="2237643"/>
            <a:ext cx="35262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800" b="1" i="0" u="none" strike="noStrike" kern="1200" cap="none" spc="0" normalizeH="0" baseline="0" noProof="0">
                <a:ln>
                  <a:noFill/>
                </a:ln>
                <a:solidFill>
                  <a:srgbClr val="404040"/>
                </a:solidFill>
                <a:effectLst/>
                <a:uLnTx/>
                <a:uFillTx/>
                <a:latin typeface="Garamond" panose="02020404030301010803"/>
                <a:ea typeface="+mn-ea"/>
                <a:cs typeface="+mn-cs"/>
              </a:rPr>
              <a:t>ARRIVAL PLANNING </a:t>
            </a:r>
          </a:p>
        </p:txBody>
      </p:sp>
      <p:sp>
        <p:nvSpPr>
          <p:cNvPr id="7" name="Oval 6">
            <a:extLst>
              <a:ext uri="{FF2B5EF4-FFF2-40B4-BE49-F238E27FC236}">
                <a16:creationId xmlns:a16="http://schemas.microsoft.com/office/drawing/2014/main" id="{90CEDFFE-5450-A54E-A2A5-EC78E6725EB2}"/>
              </a:ext>
            </a:extLst>
          </p:cNvPr>
          <p:cNvSpPr/>
          <p:nvPr/>
        </p:nvSpPr>
        <p:spPr>
          <a:xfrm>
            <a:off x="653910" y="5183386"/>
            <a:ext cx="274320" cy="274320"/>
          </a:xfrm>
          <a:prstGeom prst="ellipse">
            <a:avLst/>
          </a:prstGeom>
          <a:solidFill>
            <a:srgbClr val="B59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3</a:t>
            </a:r>
          </a:p>
        </p:txBody>
      </p:sp>
    </p:spTree>
    <p:extLst>
      <p:ext uri="{BB962C8B-B14F-4D97-AF65-F5344CB8AC3E}">
        <p14:creationId xmlns:p14="http://schemas.microsoft.com/office/powerpoint/2010/main" val="744710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F6382-75BE-D7B8-DB33-76F3D9EBF79B}"/>
            </a:ext>
          </a:extLst>
        </p:cNvPr>
        <p:cNvGrpSpPr/>
        <p:nvPr/>
      </p:nvGrpSpPr>
      <p:grpSpPr>
        <a:xfrm>
          <a:off x="0" y="0"/>
          <a:ext cx="0" cy="0"/>
          <a:chOff x="0" y="0"/>
          <a:chExt cx="0" cy="0"/>
        </a:xfrm>
      </p:grpSpPr>
      <p:sp>
        <p:nvSpPr>
          <p:cNvPr id="15" name="Date Placeholder 3">
            <a:extLst>
              <a:ext uri="{FF2B5EF4-FFF2-40B4-BE49-F238E27FC236}">
                <a16:creationId xmlns:a16="http://schemas.microsoft.com/office/drawing/2014/main" id="{8967297F-AE7C-DD72-1925-582ACAB1BF7C}"/>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6" name="Footer Placeholder 4">
            <a:extLst>
              <a:ext uri="{FF2B5EF4-FFF2-40B4-BE49-F238E27FC236}">
                <a16:creationId xmlns:a16="http://schemas.microsoft.com/office/drawing/2014/main" id="{B0E635B5-9615-F8FE-C1FD-C836EBA6BCA2}"/>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grpSp>
        <p:nvGrpSpPr>
          <p:cNvPr id="17" name="Group 16">
            <a:extLst>
              <a:ext uri="{FF2B5EF4-FFF2-40B4-BE49-F238E27FC236}">
                <a16:creationId xmlns:a16="http://schemas.microsoft.com/office/drawing/2014/main" id="{D3C8750D-D298-E8C0-FF83-C2CC77BCBE3A}"/>
              </a:ext>
            </a:extLst>
          </p:cNvPr>
          <p:cNvGrpSpPr/>
          <p:nvPr/>
        </p:nvGrpSpPr>
        <p:grpSpPr>
          <a:xfrm>
            <a:off x="122233" y="87077"/>
            <a:ext cx="1365885" cy="562831"/>
            <a:chOff x="70782" y="87077"/>
            <a:chExt cx="1365885" cy="562831"/>
          </a:xfrm>
        </p:grpSpPr>
        <p:grpSp>
          <p:nvGrpSpPr>
            <p:cNvPr id="18" name="Group 17">
              <a:extLst>
                <a:ext uri="{FF2B5EF4-FFF2-40B4-BE49-F238E27FC236}">
                  <a16:creationId xmlns:a16="http://schemas.microsoft.com/office/drawing/2014/main" id="{F48B72D1-3B2B-1C05-31E8-0AAC58360D97}"/>
                </a:ext>
              </a:extLst>
            </p:cNvPr>
            <p:cNvGrpSpPr/>
            <p:nvPr/>
          </p:nvGrpSpPr>
          <p:grpSpPr>
            <a:xfrm>
              <a:off x="139167" y="124387"/>
              <a:ext cx="1297500" cy="486747"/>
              <a:chOff x="10643159" y="239241"/>
              <a:chExt cx="1297500" cy="486747"/>
            </a:xfrm>
          </p:grpSpPr>
          <p:pic>
            <p:nvPicPr>
              <p:cNvPr id="20" name="Graphic 19" descr="Stopwatch with solid fill">
                <a:extLst>
                  <a:ext uri="{FF2B5EF4-FFF2-40B4-BE49-F238E27FC236}">
                    <a16:creationId xmlns:a16="http://schemas.microsoft.com/office/drawing/2014/main" id="{A7136CD4-6FCD-8D25-2E13-C6DD585F1B4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43159" y="239241"/>
                <a:ext cx="486747" cy="486747"/>
              </a:xfrm>
              <a:prstGeom prst="rect">
                <a:avLst/>
              </a:prstGeom>
            </p:spPr>
          </p:pic>
          <p:sp>
            <p:nvSpPr>
              <p:cNvPr id="21" name="TextBox 20">
                <a:extLst>
                  <a:ext uri="{FF2B5EF4-FFF2-40B4-BE49-F238E27FC236}">
                    <a16:creationId xmlns:a16="http://schemas.microsoft.com/office/drawing/2014/main" id="{69E84D4C-168E-3513-8523-2D7B34862532}"/>
                  </a:ext>
                </a:extLst>
              </p:cNvPr>
              <p:cNvSpPr txBox="1"/>
              <p:nvPr/>
            </p:nvSpPr>
            <p:spPr>
              <a:xfrm>
                <a:off x="10965699" y="297948"/>
                <a:ext cx="9749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20min</a:t>
                </a:r>
              </a:p>
            </p:txBody>
          </p:sp>
        </p:grpSp>
        <p:sp>
          <p:nvSpPr>
            <p:cNvPr id="19" name="Rectangle 18">
              <a:extLst>
                <a:ext uri="{FF2B5EF4-FFF2-40B4-BE49-F238E27FC236}">
                  <a16:creationId xmlns:a16="http://schemas.microsoft.com/office/drawing/2014/main" id="{809E1635-7317-5FDE-A6FF-0609251E9ABB}"/>
                </a:ext>
              </a:extLst>
            </p:cNvPr>
            <p:cNvSpPr/>
            <p:nvPr/>
          </p:nvSpPr>
          <p:spPr>
            <a:xfrm>
              <a:off x="70782" y="87077"/>
              <a:ext cx="1365885" cy="562831"/>
            </a:xfrm>
            <a:prstGeom prst="rect">
              <a:avLst/>
            </a:prstGeom>
            <a:noFill/>
            <a:ln w="19050">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grpSp>
      <p:sp>
        <p:nvSpPr>
          <p:cNvPr id="22" name="Text Placeholder 1">
            <a:extLst>
              <a:ext uri="{FF2B5EF4-FFF2-40B4-BE49-F238E27FC236}">
                <a16:creationId xmlns:a16="http://schemas.microsoft.com/office/drawing/2014/main" id="{5BABAF84-5AAC-F3F3-A670-B34D577D56CE}"/>
              </a:ext>
            </a:extLst>
          </p:cNvPr>
          <p:cNvSpPr txBox="1">
            <a:spLocks/>
          </p:cNvSpPr>
          <p:nvPr/>
        </p:nvSpPr>
        <p:spPr>
          <a:xfrm>
            <a:off x="1078397" y="826882"/>
            <a:ext cx="10018034" cy="446105"/>
          </a:xfrm>
          <a:prstGeom prst="rect">
            <a:avLst/>
          </a:prstGeom>
        </p:spPr>
        <p:txBody>
          <a:bodyPr vert="horz" lIns="91440" tIns="45720" rIns="91440" bIns="45720" rtlCol="0">
            <a:noAutofit/>
          </a:bodyPr>
          <a:lstStyle>
            <a:lvl1pPr marL="0" indent="0" algn="ctr" defTabSz="914400" rtl="0" eaLnBrk="1" latinLnBrk="0" hangingPunct="1">
              <a:lnSpc>
                <a:spcPts val="2200"/>
              </a:lnSpc>
              <a:spcBef>
                <a:spcPts val="0"/>
              </a:spcBef>
              <a:buFont typeface="Arial" panose="020B0604020202020204" pitchFamily="34" charset="0"/>
              <a:buNone/>
              <a:defRPr sz="2500" kern="1200" cap="all" spc="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500" b="1" i="0" u="none" strike="noStrike" kern="1200" cap="all" spc="0" normalizeH="0" baseline="0" noProof="0">
                <a:ln>
                  <a:noFill/>
                </a:ln>
                <a:solidFill>
                  <a:srgbClr val="7030A0"/>
                </a:solidFill>
                <a:effectLst/>
                <a:uLnTx/>
                <a:uFillTx/>
                <a:latin typeface="Garamond" panose="02020404030301010803"/>
                <a:ea typeface="+mn-ea"/>
                <a:cs typeface="+mn-cs"/>
              </a:rPr>
              <a:t>insight</a:t>
            </a:r>
            <a:r>
              <a:rPr kumimoji="0" lang="en-US" sz="2500" b="1" i="0" u="none" strike="noStrike" kern="1200" cap="all" spc="0" normalizeH="0" baseline="0" noProof="0">
                <a:ln>
                  <a:noFill/>
                </a:ln>
                <a:solidFill>
                  <a:srgbClr val="008000"/>
                </a:solidFill>
                <a:effectLst/>
                <a:uLnTx/>
                <a:uFillTx/>
                <a:latin typeface="Garamond" panose="02020404030301010803"/>
                <a:ea typeface="+mn-ea"/>
                <a:cs typeface="+mn-cs"/>
              </a:rPr>
              <a:t> </a:t>
            </a:r>
            <a:r>
              <a:rPr kumimoji="0" lang="en-US" sz="2500" b="1" i="0" u="none" strike="noStrike" kern="1200" cap="all" spc="0" normalizeH="0" baseline="0" noProof="0">
                <a:ln>
                  <a:noFill/>
                </a:ln>
                <a:solidFill>
                  <a:srgbClr val="7030A0"/>
                </a:solidFill>
                <a:effectLst/>
                <a:uLnTx/>
                <a:uFillTx/>
                <a:latin typeface="Garamond" panose="02020404030301010803"/>
                <a:ea typeface="+mn-ea"/>
                <a:cs typeface="+mn-cs"/>
              </a:rPr>
              <a:t>&amp;</a:t>
            </a:r>
            <a:r>
              <a:rPr kumimoji="0" lang="en-US" sz="2500" b="1" i="0" u="none" strike="noStrike" kern="1200" cap="all" spc="0" normalizeH="0" baseline="0" noProof="0">
                <a:ln>
                  <a:noFill/>
                </a:ln>
                <a:solidFill>
                  <a:srgbClr val="008000"/>
                </a:solidFill>
                <a:effectLst/>
                <a:uLnTx/>
                <a:uFillTx/>
                <a:latin typeface="Garamond" panose="02020404030301010803"/>
                <a:ea typeface="+mn-ea"/>
                <a:cs typeface="+mn-cs"/>
              </a:rPr>
              <a:t> Action </a:t>
            </a:r>
            <a:r>
              <a:rPr kumimoji="0" lang="en-US" sz="2500" b="0" i="0" u="none" strike="noStrike" kern="1200" cap="all" spc="0" normalizeH="0" baseline="0" noProof="0">
                <a:ln>
                  <a:noFill/>
                </a:ln>
                <a:solidFill>
                  <a:srgbClr val="000000"/>
                </a:solidFill>
                <a:effectLst/>
                <a:uLnTx/>
                <a:uFillTx/>
                <a:latin typeface="Garamond" panose="02020404030301010803"/>
                <a:ea typeface="+mn-ea"/>
                <a:cs typeface="+mn-cs"/>
              </a:rPr>
              <a:t>anticipate my needs</a:t>
            </a:r>
          </a:p>
        </p:txBody>
      </p:sp>
      <p:sp>
        <p:nvSpPr>
          <p:cNvPr id="24" name="TextBox 23">
            <a:extLst>
              <a:ext uri="{FF2B5EF4-FFF2-40B4-BE49-F238E27FC236}">
                <a16:creationId xmlns:a16="http://schemas.microsoft.com/office/drawing/2014/main" id="{7F4F582F-CA81-FB86-CA09-F0499DD57A4C}"/>
              </a:ext>
            </a:extLst>
          </p:cNvPr>
          <p:cNvSpPr txBox="1"/>
          <p:nvPr/>
        </p:nvSpPr>
        <p:spPr>
          <a:xfrm>
            <a:off x="3047114" y="1238495"/>
            <a:ext cx="60977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rPr>
              <a:t>How will we capture preferences with GXP? </a:t>
            </a:r>
          </a:p>
        </p:txBody>
      </p:sp>
      <p:sp>
        <p:nvSpPr>
          <p:cNvPr id="28" name="TextBox 27">
            <a:extLst>
              <a:ext uri="{FF2B5EF4-FFF2-40B4-BE49-F238E27FC236}">
                <a16:creationId xmlns:a16="http://schemas.microsoft.com/office/drawing/2014/main" id="{0803304F-9711-2E08-FCD0-BFE6C15B812E}"/>
              </a:ext>
            </a:extLst>
          </p:cNvPr>
          <p:cNvSpPr txBox="1"/>
          <p:nvPr/>
        </p:nvSpPr>
        <p:spPr>
          <a:xfrm>
            <a:off x="1078397" y="2090172"/>
            <a:ext cx="10496007" cy="3416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96B24"/>
                </a:solidFill>
                <a:effectLst/>
                <a:uLnTx/>
                <a:uFillTx/>
                <a:latin typeface="Aptos Narrow" panose="020B0004020202020204" pitchFamily="34" charset="0"/>
                <a:ea typeface="+mn-ea"/>
                <a:cs typeface="+mn-cs"/>
              </a:rPr>
              <a:t>Take 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196B24"/>
              </a:solidFill>
              <a:effectLst/>
              <a:uLnTx/>
              <a:uFillTx/>
              <a:latin typeface="Aptos Narrow"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196B24"/>
                </a:solidFill>
                <a:effectLst/>
                <a:uLnTx/>
                <a:uFillTx/>
                <a:latin typeface="Aptos Narrow" panose="020B0004020202020204" pitchFamily="34" charset="0"/>
                <a:ea typeface="+mn-ea"/>
                <a:cs typeface="+mn-cs"/>
              </a:rPr>
              <a:t>Step 1: Get your group or partner and huddle up!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196B24"/>
                </a:solidFill>
                <a:effectLst/>
                <a:uLnTx/>
                <a:uFillTx/>
                <a:latin typeface="Aptos Narrow" panose="020B0004020202020204" pitchFamily="34" charset="0"/>
                <a:ea typeface="+mn-ea"/>
                <a:cs typeface="+mn-cs"/>
              </a:rPr>
              <a:t>Step 2: Review how you work today to discuss &amp; answer the Big Questions!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196B24"/>
              </a:solidFill>
              <a:effectLst/>
              <a:uLnTx/>
              <a:uFillTx/>
              <a:latin typeface="Aptos Narrow" panose="020B0004020202020204" pitchFamily="34"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400" b="0" i="0" u="none" strike="noStrike" kern="1200" cap="none" spc="0" normalizeH="0" baseline="0" noProof="0">
                <a:ln>
                  <a:noFill/>
                </a:ln>
                <a:solidFill>
                  <a:srgbClr val="196B24"/>
                </a:solidFill>
                <a:effectLst/>
                <a:uLnTx/>
                <a:uFillTx/>
                <a:latin typeface="Aptos Narrow" panose="020B0004020202020204" pitchFamily="34" charset="0"/>
                <a:ea typeface="+mn-ea"/>
                <a:cs typeface="+mn-cs"/>
              </a:rPr>
              <a:t>Which guests will we exclude?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400" b="0" i="0" u="none" strike="noStrike" kern="1200" cap="none" spc="0" normalizeH="0" baseline="0" noProof="0">
                <a:ln>
                  <a:noFill/>
                </a:ln>
                <a:solidFill>
                  <a:srgbClr val="196B24"/>
                </a:solidFill>
                <a:effectLst/>
                <a:uLnTx/>
                <a:uFillTx/>
                <a:latin typeface="Aptos Narrow" panose="020B0004020202020204" pitchFamily="34" charset="0"/>
                <a:ea typeface="+mn-ea"/>
                <a:cs typeface="+mn-cs"/>
              </a:rPr>
              <a:t>How do we track Collective Guests and excluded guests to ensure pre-arrival outreach (where relevant)?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400" b="0" i="0" u="none" strike="noStrike" kern="1200" cap="none" spc="0" normalizeH="0" baseline="0" noProof="0">
                <a:ln>
                  <a:noFill/>
                </a:ln>
                <a:solidFill>
                  <a:srgbClr val="196B24"/>
                </a:solidFill>
                <a:effectLst/>
                <a:uLnTx/>
                <a:uFillTx/>
                <a:latin typeface="Aptos Narrow" panose="020B0004020202020204" pitchFamily="34" charset="0"/>
                <a:ea typeface="+mn-ea"/>
                <a:cs typeface="+mn-cs"/>
              </a:rPr>
              <a:t>Who will coordinate the outreach and follow-up?</a:t>
            </a:r>
          </a:p>
        </p:txBody>
      </p:sp>
      <p:pic>
        <p:nvPicPr>
          <p:cNvPr id="2" name="Picture 1">
            <a:extLst>
              <a:ext uri="{FF2B5EF4-FFF2-40B4-BE49-F238E27FC236}">
                <a16:creationId xmlns:a16="http://schemas.microsoft.com/office/drawing/2014/main" id="{73516A88-F3EC-11C4-FA19-B29E67F36995}"/>
              </a:ext>
            </a:extLst>
          </p:cNvPr>
          <p:cNvPicPr>
            <a:picLocks noChangeAspect="1"/>
          </p:cNvPicPr>
          <p:nvPr/>
        </p:nvPicPr>
        <p:blipFill>
          <a:blip r:embed="rId3"/>
          <a:stretch>
            <a:fillRect/>
          </a:stretch>
        </p:blipFill>
        <p:spPr>
          <a:xfrm>
            <a:off x="11389514" y="28369"/>
            <a:ext cx="731704" cy="411148"/>
          </a:xfrm>
          <a:prstGeom prst="rect">
            <a:avLst/>
          </a:prstGeom>
        </p:spPr>
      </p:pic>
      <p:sp>
        <p:nvSpPr>
          <p:cNvPr id="4" name="Rectangle 3">
            <a:extLst>
              <a:ext uri="{FF2B5EF4-FFF2-40B4-BE49-F238E27FC236}">
                <a16:creationId xmlns:a16="http://schemas.microsoft.com/office/drawing/2014/main" id="{1C1609BB-FC88-E9C8-012E-FF956B232BA1}"/>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spTree>
    <p:extLst>
      <p:ext uri="{BB962C8B-B14F-4D97-AF65-F5344CB8AC3E}">
        <p14:creationId xmlns:p14="http://schemas.microsoft.com/office/powerpoint/2010/main" val="1357067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2FC07-3DD1-85C7-0461-0CAC14B76EF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BDA4339-836E-BC8C-20F7-89ABC60498C1}"/>
              </a:ext>
            </a:extLst>
          </p:cNvPr>
          <p:cNvPicPr>
            <a:picLocks noChangeAspect="1"/>
          </p:cNvPicPr>
          <p:nvPr/>
        </p:nvPicPr>
        <p:blipFill>
          <a:blip r:embed="rId2"/>
          <a:stretch>
            <a:fillRect/>
          </a:stretch>
        </p:blipFill>
        <p:spPr>
          <a:xfrm>
            <a:off x="7089127" y="1075454"/>
            <a:ext cx="4300387" cy="2601850"/>
          </a:xfrm>
          <a:prstGeom prst="rect">
            <a:avLst/>
          </a:prstGeom>
        </p:spPr>
      </p:pic>
      <p:sp>
        <p:nvSpPr>
          <p:cNvPr id="10" name="Footer Placeholder 4">
            <a:extLst>
              <a:ext uri="{FF2B5EF4-FFF2-40B4-BE49-F238E27FC236}">
                <a16:creationId xmlns:a16="http://schemas.microsoft.com/office/drawing/2014/main" id="{9ECDAD7D-F470-271B-1743-F9492AA71A2C}"/>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11" name="TextBox 10">
            <a:extLst>
              <a:ext uri="{FF2B5EF4-FFF2-40B4-BE49-F238E27FC236}">
                <a16:creationId xmlns:a16="http://schemas.microsoft.com/office/drawing/2014/main" id="{DBB6AC5E-44C5-A71E-6C7E-5E3B97EFCAF9}"/>
              </a:ext>
            </a:extLst>
          </p:cNvPr>
          <p:cNvSpPr txBox="1"/>
          <p:nvPr/>
        </p:nvSpPr>
        <p:spPr>
          <a:xfrm>
            <a:off x="590755" y="4174592"/>
            <a:ext cx="1032869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Let’s be inspired by everyone’s plans. </a:t>
            </a:r>
          </a:p>
        </p:txBody>
      </p:sp>
      <p:pic>
        <p:nvPicPr>
          <p:cNvPr id="12" name="Picture 11">
            <a:extLst>
              <a:ext uri="{FF2B5EF4-FFF2-40B4-BE49-F238E27FC236}">
                <a16:creationId xmlns:a16="http://schemas.microsoft.com/office/drawing/2014/main" id="{71753822-2091-143B-1E55-DDA555A8AB7A}"/>
              </a:ext>
            </a:extLst>
          </p:cNvPr>
          <p:cNvPicPr>
            <a:picLocks noChangeAspect="1"/>
          </p:cNvPicPr>
          <p:nvPr/>
        </p:nvPicPr>
        <p:blipFill>
          <a:blip r:embed="rId3"/>
          <a:stretch>
            <a:fillRect/>
          </a:stretch>
        </p:blipFill>
        <p:spPr>
          <a:xfrm>
            <a:off x="11389514" y="28369"/>
            <a:ext cx="731704" cy="411148"/>
          </a:xfrm>
          <a:prstGeom prst="rect">
            <a:avLst/>
          </a:prstGeom>
        </p:spPr>
      </p:pic>
      <p:sp>
        <p:nvSpPr>
          <p:cNvPr id="13" name="Date Placeholder 3">
            <a:extLst>
              <a:ext uri="{FF2B5EF4-FFF2-40B4-BE49-F238E27FC236}">
                <a16:creationId xmlns:a16="http://schemas.microsoft.com/office/drawing/2014/main" id="{F567AD18-FAD0-FFF1-C623-502A7AD113B6}"/>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 name="Rectangle 1">
            <a:extLst>
              <a:ext uri="{FF2B5EF4-FFF2-40B4-BE49-F238E27FC236}">
                <a16:creationId xmlns:a16="http://schemas.microsoft.com/office/drawing/2014/main" id="{FC3CEFEB-A122-A948-751E-77F856207E21}"/>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grpSp>
        <p:nvGrpSpPr>
          <p:cNvPr id="3" name="Group 2">
            <a:extLst>
              <a:ext uri="{FF2B5EF4-FFF2-40B4-BE49-F238E27FC236}">
                <a16:creationId xmlns:a16="http://schemas.microsoft.com/office/drawing/2014/main" id="{D5574DA4-6711-21AD-4FAB-4B3132B962B2}"/>
              </a:ext>
            </a:extLst>
          </p:cNvPr>
          <p:cNvGrpSpPr/>
          <p:nvPr/>
        </p:nvGrpSpPr>
        <p:grpSpPr>
          <a:xfrm>
            <a:off x="70782" y="87077"/>
            <a:ext cx="1365885" cy="562831"/>
            <a:chOff x="70782" y="87077"/>
            <a:chExt cx="1365885" cy="562831"/>
          </a:xfrm>
        </p:grpSpPr>
        <p:grpSp>
          <p:nvGrpSpPr>
            <p:cNvPr id="4" name="Group 3">
              <a:extLst>
                <a:ext uri="{FF2B5EF4-FFF2-40B4-BE49-F238E27FC236}">
                  <a16:creationId xmlns:a16="http://schemas.microsoft.com/office/drawing/2014/main" id="{4BCA190D-16D1-AA2E-78C2-4EAB703DDFB1}"/>
                </a:ext>
              </a:extLst>
            </p:cNvPr>
            <p:cNvGrpSpPr/>
            <p:nvPr/>
          </p:nvGrpSpPr>
          <p:grpSpPr>
            <a:xfrm>
              <a:off x="139167" y="124387"/>
              <a:ext cx="1297500" cy="486747"/>
              <a:chOff x="10643159" y="239241"/>
              <a:chExt cx="1297500" cy="486747"/>
            </a:xfrm>
          </p:grpSpPr>
          <p:pic>
            <p:nvPicPr>
              <p:cNvPr id="6" name="Graphic 5" descr="Stopwatch with solid fill">
                <a:extLst>
                  <a:ext uri="{FF2B5EF4-FFF2-40B4-BE49-F238E27FC236}">
                    <a16:creationId xmlns:a16="http://schemas.microsoft.com/office/drawing/2014/main" id="{94FE3A45-EC05-D201-4BDD-6B66ED510F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43159" y="239241"/>
                <a:ext cx="486747" cy="486747"/>
              </a:xfrm>
              <a:prstGeom prst="rect">
                <a:avLst/>
              </a:prstGeom>
            </p:spPr>
          </p:pic>
          <p:sp>
            <p:nvSpPr>
              <p:cNvPr id="7" name="TextBox 6">
                <a:extLst>
                  <a:ext uri="{FF2B5EF4-FFF2-40B4-BE49-F238E27FC236}">
                    <a16:creationId xmlns:a16="http://schemas.microsoft.com/office/drawing/2014/main" id="{0AAEF687-EE66-43FF-C4E1-01FED2EB023E}"/>
                  </a:ext>
                </a:extLst>
              </p:cNvPr>
              <p:cNvSpPr txBox="1"/>
              <p:nvPr/>
            </p:nvSpPr>
            <p:spPr>
              <a:xfrm>
                <a:off x="10965699" y="297948"/>
                <a:ext cx="9749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10 min</a:t>
                </a:r>
              </a:p>
            </p:txBody>
          </p:sp>
        </p:grpSp>
        <p:sp>
          <p:nvSpPr>
            <p:cNvPr id="5" name="Rectangle 4">
              <a:extLst>
                <a:ext uri="{FF2B5EF4-FFF2-40B4-BE49-F238E27FC236}">
                  <a16:creationId xmlns:a16="http://schemas.microsoft.com/office/drawing/2014/main" id="{BA618D47-F904-C879-5463-CBF9A745C4AB}"/>
                </a:ext>
              </a:extLst>
            </p:cNvPr>
            <p:cNvSpPr/>
            <p:nvPr/>
          </p:nvSpPr>
          <p:spPr>
            <a:xfrm>
              <a:off x="70782" y="87077"/>
              <a:ext cx="1365885" cy="562831"/>
            </a:xfrm>
            <a:prstGeom prst="rect">
              <a:avLst/>
            </a:prstGeom>
            <a:noFill/>
            <a:ln w="19050">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grpSp>
    </p:spTree>
    <p:extLst>
      <p:ext uri="{BB962C8B-B14F-4D97-AF65-F5344CB8AC3E}">
        <p14:creationId xmlns:p14="http://schemas.microsoft.com/office/powerpoint/2010/main" val="133788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DC9BF-625D-25BC-7FE4-62BAE081ECDB}"/>
            </a:ext>
          </a:extLst>
        </p:cNvPr>
        <p:cNvGrpSpPr/>
        <p:nvPr/>
      </p:nvGrpSpPr>
      <p:grpSpPr>
        <a:xfrm>
          <a:off x="0" y="0"/>
          <a:ext cx="0" cy="0"/>
          <a:chOff x="0" y="0"/>
          <a:chExt cx="0" cy="0"/>
        </a:xfrm>
      </p:grpSpPr>
      <p:sp>
        <p:nvSpPr>
          <p:cNvPr id="15" name="Date Placeholder 3">
            <a:extLst>
              <a:ext uri="{FF2B5EF4-FFF2-40B4-BE49-F238E27FC236}">
                <a16:creationId xmlns:a16="http://schemas.microsoft.com/office/drawing/2014/main" id="{56BDE1BC-8DD2-36CE-3B25-3A8E0908B093}"/>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6" name="Footer Placeholder 4">
            <a:extLst>
              <a:ext uri="{FF2B5EF4-FFF2-40B4-BE49-F238E27FC236}">
                <a16:creationId xmlns:a16="http://schemas.microsoft.com/office/drawing/2014/main" id="{21AB19E7-D858-EF13-E1A3-0F042480C54A}"/>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grpSp>
        <p:nvGrpSpPr>
          <p:cNvPr id="17" name="Group 16">
            <a:extLst>
              <a:ext uri="{FF2B5EF4-FFF2-40B4-BE49-F238E27FC236}">
                <a16:creationId xmlns:a16="http://schemas.microsoft.com/office/drawing/2014/main" id="{18EB466B-0787-B864-E592-E573FFFDF464}"/>
              </a:ext>
            </a:extLst>
          </p:cNvPr>
          <p:cNvGrpSpPr/>
          <p:nvPr/>
        </p:nvGrpSpPr>
        <p:grpSpPr>
          <a:xfrm>
            <a:off x="70782" y="87077"/>
            <a:ext cx="1365885" cy="562831"/>
            <a:chOff x="70782" y="87077"/>
            <a:chExt cx="1365885" cy="562831"/>
          </a:xfrm>
        </p:grpSpPr>
        <p:grpSp>
          <p:nvGrpSpPr>
            <p:cNvPr id="18" name="Group 17">
              <a:extLst>
                <a:ext uri="{FF2B5EF4-FFF2-40B4-BE49-F238E27FC236}">
                  <a16:creationId xmlns:a16="http://schemas.microsoft.com/office/drawing/2014/main" id="{71787DF1-4407-C255-2BA0-DB07AB4B6AC1}"/>
                </a:ext>
              </a:extLst>
            </p:cNvPr>
            <p:cNvGrpSpPr/>
            <p:nvPr/>
          </p:nvGrpSpPr>
          <p:grpSpPr>
            <a:xfrm>
              <a:off x="139167" y="124387"/>
              <a:ext cx="1297500" cy="486747"/>
              <a:chOff x="10643159" y="239241"/>
              <a:chExt cx="1297500" cy="486747"/>
            </a:xfrm>
          </p:grpSpPr>
          <p:pic>
            <p:nvPicPr>
              <p:cNvPr id="20" name="Graphic 19" descr="Stopwatch with solid fill">
                <a:extLst>
                  <a:ext uri="{FF2B5EF4-FFF2-40B4-BE49-F238E27FC236}">
                    <a16:creationId xmlns:a16="http://schemas.microsoft.com/office/drawing/2014/main" id="{8846B1D0-78CD-8CF3-8095-42B7B73B4D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43159" y="239241"/>
                <a:ext cx="486747" cy="486747"/>
              </a:xfrm>
              <a:prstGeom prst="rect">
                <a:avLst/>
              </a:prstGeom>
            </p:spPr>
          </p:pic>
          <p:sp>
            <p:nvSpPr>
              <p:cNvPr id="21" name="TextBox 20">
                <a:extLst>
                  <a:ext uri="{FF2B5EF4-FFF2-40B4-BE49-F238E27FC236}">
                    <a16:creationId xmlns:a16="http://schemas.microsoft.com/office/drawing/2014/main" id="{CA57E5E1-ECD1-C0D1-5BD4-43964AC8B86D}"/>
                  </a:ext>
                </a:extLst>
              </p:cNvPr>
              <p:cNvSpPr txBox="1"/>
              <p:nvPr/>
            </p:nvSpPr>
            <p:spPr>
              <a:xfrm>
                <a:off x="10965699" y="297948"/>
                <a:ext cx="9749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60min</a:t>
                </a:r>
              </a:p>
            </p:txBody>
          </p:sp>
        </p:grpSp>
        <p:sp>
          <p:nvSpPr>
            <p:cNvPr id="19" name="Rectangle 18">
              <a:extLst>
                <a:ext uri="{FF2B5EF4-FFF2-40B4-BE49-F238E27FC236}">
                  <a16:creationId xmlns:a16="http://schemas.microsoft.com/office/drawing/2014/main" id="{D03EADFE-22F2-E0D9-BA87-D199989719F3}"/>
                </a:ext>
              </a:extLst>
            </p:cNvPr>
            <p:cNvSpPr/>
            <p:nvPr/>
          </p:nvSpPr>
          <p:spPr>
            <a:xfrm>
              <a:off x="70782" y="87077"/>
              <a:ext cx="1365885" cy="562831"/>
            </a:xfrm>
            <a:prstGeom prst="rect">
              <a:avLst/>
            </a:prstGeom>
            <a:noFill/>
            <a:ln w="19050">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grpSp>
      <p:pic>
        <p:nvPicPr>
          <p:cNvPr id="2" name="Picture 1">
            <a:extLst>
              <a:ext uri="{FF2B5EF4-FFF2-40B4-BE49-F238E27FC236}">
                <a16:creationId xmlns:a16="http://schemas.microsoft.com/office/drawing/2014/main" id="{3E4CEF2F-818A-FE1D-C14B-89E53FA405E1}"/>
              </a:ext>
            </a:extLst>
          </p:cNvPr>
          <p:cNvPicPr>
            <a:picLocks noChangeAspect="1"/>
          </p:cNvPicPr>
          <p:nvPr/>
        </p:nvPicPr>
        <p:blipFill>
          <a:blip r:embed="rId4"/>
          <a:stretch>
            <a:fillRect/>
          </a:stretch>
        </p:blipFill>
        <p:spPr>
          <a:xfrm>
            <a:off x="11389514" y="28369"/>
            <a:ext cx="731704" cy="411148"/>
          </a:xfrm>
          <a:prstGeom prst="rect">
            <a:avLst/>
          </a:prstGeom>
        </p:spPr>
      </p:pic>
      <p:sp>
        <p:nvSpPr>
          <p:cNvPr id="6" name="Text Placeholder 1">
            <a:extLst>
              <a:ext uri="{FF2B5EF4-FFF2-40B4-BE49-F238E27FC236}">
                <a16:creationId xmlns:a16="http://schemas.microsoft.com/office/drawing/2014/main" id="{584C4B46-2706-13D8-59EE-C8E0A9F748FA}"/>
              </a:ext>
            </a:extLst>
          </p:cNvPr>
          <p:cNvSpPr txBox="1">
            <a:spLocks/>
          </p:cNvSpPr>
          <p:nvPr/>
        </p:nvSpPr>
        <p:spPr>
          <a:xfrm>
            <a:off x="1086983" y="745925"/>
            <a:ext cx="10018034" cy="1067833"/>
          </a:xfrm>
          <a:prstGeom prst="rect">
            <a:avLst/>
          </a:prstGeom>
        </p:spPr>
        <p:txBody>
          <a:bodyPr vert="horz" lIns="91440" tIns="45720" rIns="91440" bIns="45720" rtlCol="0">
            <a:noAutofit/>
          </a:bodyPr>
          <a:lstStyle>
            <a:lvl1pPr marL="0" indent="0" algn="ctr" defTabSz="914400" rtl="0" eaLnBrk="1" latinLnBrk="0" hangingPunct="1">
              <a:lnSpc>
                <a:spcPts val="2200"/>
              </a:lnSpc>
              <a:spcBef>
                <a:spcPts val="0"/>
              </a:spcBef>
              <a:buFont typeface="Arial" panose="020B0604020202020204" pitchFamily="34" charset="0"/>
              <a:buNone/>
              <a:defRPr sz="2500" kern="1200" cap="all" spc="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500" b="1" i="0" u="none" strike="noStrike" kern="1200" cap="all" spc="0" normalizeH="0" baseline="0" noProof="0">
                <a:ln>
                  <a:noFill/>
                </a:ln>
                <a:solidFill>
                  <a:srgbClr val="7030A0"/>
                </a:solidFill>
                <a:effectLst/>
                <a:uLnTx/>
                <a:uFillTx/>
                <a:latin typeface="Garamond" panose="02020404030301010803"/>
                <a:ea typeface="+mn-ea"/>
                <a:cs typeface="+mn-cs"/>
              </a:rPr>
              <a:t>Insight &amp; </a:t>
            </a:r>
            <a:r>
              <a:rPr kumimoji="0" lang="en-US" sz="2500" b="1" i="0" u="none" strike="noStrike" kern="1200" cap="all" spc="0" normalizeH="0" baseline="0" noProof="0">
                <a:ln>
                  <a:noFill/>
                </a:ln>
                <a:solidFill>
                  <a:srgbClr val="008000"/>
                </a:solidFill>
                <a:effectLst/>
                <a:uLnTx/>
                <a:uFillTx/>
                <a:latin typeface="Garamond" panose="02020404030301010803"/>
                <a:ea typeface="+mn-ea"/>
                <a:cs typeface="+mn-cs"/>
              </a:rPr>
              <a:t>Action </a:t>
            </a:r>
            <a:r>
              <a:rPr kumimoji="0" lang="en-US" sz="2500" b="0" i="0" u="none" strike="noStrike" kern="1200" cap="all" spc="0" normalizeH="0" baseline="0" noProof="0">
                <a:ln>
                  <a:noFill/>
                </a:ln>
                <a:solidFill>
                  <a:srgbClr val="000000"/>
                </a:solidFill>
                <a:effectLst/>
                <a:uLnTx/>
                <a:uFillTx/>
                <a:latin typeface="Garamond" panose="02020404030301010803"/>
                <a:ea typeface="+mn-ea"/>
                <a:cs typeface="+mn-cs"/>
              </a:rPr>
              <a:t>Make me Feel Relaxed &amp; at home </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500" b="0" i="0" u="none" strike="noStrike" kern="1200" cap="all" spc="0" normalizeH="0" baseline="0" noProof="0">
                <a:ln>
                  <a:noFill/>
                </a:ln>
                <a:solidFill>
                  <a:srgbClr val="000000"/>
                </a:solidFill>
                <a:effectLst/>
                <a:uLnTx/>
                <a:uFillTx/>
                <a:latin typeface="Garamond" panose="02020404030301010803"/>
                <a:ea typeface="+mn-ea"/>
                <a:cs typeface="+mn-cs"/>
              </a:rPr>
              <a:t> excite me &amp; make me feel special</a:t>
            </a:r>
          </a:p>
        </p:txBody>
      </p:sp>
      <p:sp>
        <p:nvSpPr>
          <p:cNvPr id="26" name="Rectangle 25">
            <a:extLst>
              <a:ext uri="{FF2B5EF4-FFF2-40B4-BE49-F238E27FC236}">
                <a16:creationId xmlns:a16="http://schemas.microsoft.com/office/drawing/2014/main" id="{48C2D9E0-2A44-07AC-849A-F8225CE121AF}"/>
              </a:ext>
            </a:extLst>
          </p:cNvPr>
          <p:cNvSpPr/>
          <p:nvPr/>
        </p:nvSpPr>
        <p:spPr>
          <a:xfrm>
            <a:off x="-300567" y="2602230"/>
            <a:ext cx="12793133" cy="2741310"/>
          </a:xfrm>
          <a:prstGeom prst="rect">
            <a:avLst/>
          </a:prstGeom>
          <a:solidFill>
            <a:schemeClr val="accent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29" name="TextBox 28">
            <a:extLst>
              <a:ext uri="{FF2B5EF4-FFF2-40B4-BE49-F238E27FC236}">
                <a16:creationId xmlns:a16="http://schemas.microsoft.com/office/drawing/2014/main" id="{B7B97E9B-EE03-856D-0454-54D8393B398B}"/>
              </a:ext>
            </a:extLst>
          </p:cNvPr>
          <p:cNvSpPr txBox="1"/>
          <p:nvPr/>
        </p:nvSpPr>
        <p:spPr>
          <a:xfrm>
            <a:off x="1484249" y="3174202"/>
            <a:ext cx="9223499" cy="1754326"/>
          </a:xfrm>
          <a:prstGeom prst="rect">
            <a:avLst/>
          </a:prstGeom>
          <a:noFill/>
          <a:effectLst>
            <a:outerShdw blurRad="50800" dist="38100" dir="5400000" algn="t" rotWithShape="0">
              <a:prstClr val="black">
                <a:alpha val="40000"/>
              </a:prstClr>
            </a:outerShdw>
          </a:effectLst>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Garamond" panose="02020404030301010803"/>
                <a:ea typeface="+mn-ea"/>
                <a:cs typeface="+mn-cs"/>
              </a:rPr>
              <a:t>PREFERENCES IN ACTION: WHERE CAN WE SHOW OUR GUESTS </a:t>
            </a:r>
            <a:br>
              <a:rPr kumimoji="0" lang="en-US" sz="3600" b="1" i="0" u="none" strike="noStrike" kern="1200" cap="none" spc="0" normalizeH="0" baseline="0" noProof="0">
                <a:ln>
                  <a:noFill/>
                </a:ln>
                <a:solidFill>
                  <a:srgbClr val="000000"/>
                </a:solidFill>
                <a:effectLst/>
                <a:uLnTx/>
                <a:uFillTx/>
                <a:latin typeface="Garamond" panose="02020404030301010803"/>
                <a:ea typeface="+mn-ea"/>
                <a:cs typeface="+mn-cs"/>
              </a:rPr>
            </a:br>
            <a:r>
              <a:rPr kumimoji="0" lang="en-US" sz="3600" b="1" i="0" u="none" strike="noStrike" kern="1200" cap="none" spc="0" normalizeH="0" baseline="0" noProof="0">
                <a:ln>
                  <a:noFill/>
                </a:ln>
                <a:solidFill>
                  <a:srgbClr val="FFFFFF"/>
                </a:solidFill>
                <a:effectLst/>
                <a:uLnTx/>
                <a:uFillTx/>
                <a:latin typeface="Garamond" panose="02020404030301010803"/>
                <a:ea typeface="+mn-ea"/>
                <a:cs typeface="+mn-cs"/>
              </a:rPr>
              <a:t>WE UNDERSTAND THEIR NEEDS?</a:t>
            </a:r>
          </a:p>
        </p:txBody>
      </p:sp>
    </p:spTree>
    <p:extLst>
      <p:ext uri="{BB962C8B-B14F-4D97-AF65-F5344CB8AC3E}">
        <p14:creationId xmlns:p14="http://schemas.microsoft.com/office/powerpoint/2010/main" val="2832594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9EDB2-8808-A812-AFF6-075707004D58}"/>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C2423DF-6F1E-AB78-DD47-BACC49B2203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6" imgH="486" progId="TCLayout.ActiveDocument.1">
                  <p:embed/>
                </p:oleObj>
              </mc:Choice>
              <mc:Fallback>
                <p:oleObj name="think-cell Slide" r:id="rId4" imgW="486" imgH="486" progId="TCLayout.ActiveDocument.1">
                  <p:embed/>
                  <p:pic>
                    <p:nvPicPr>
                      <p:cNvPr id="7" name="think-cell data - do not delete" hidden="1">
                        <a:extLst>
                          <a:ext uri="{FF2B5EF4-FFF2-40B4-BE49-F238E27FC236}">
                            <a16:creationId xmlns:a16="http://schemas.microsoft.com/office/drawing/2014/main" id="{6C2423DF-6F1E-AB78-DD47-BACC49B2203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B4A2796-AD78-E0F7-9B48-CAA7B18288F4}"/>
              </a:ext>
            </a:extLst>
          </p:cNvPr>
          <p:cNvSpPr>
            <a:spLocks noGrp="1"/>
          </p:cNvSpPr>
          <p:nvPr>
            <p:ph type="ctrTitle"/>
          </p:nvPr>
        </p:nvSpPr>
        <p:spPr>
          <a:xfrm>
            <a:off x="1854199" y="3910679"/>
            <a:ext cx="9782633" cy="1306666"/>
          </a:xfrm>
        </p:spPr>
        <p:txBody>
          <a:bodyPr vert="horz" anchor="ctr" anchorCtr="0"/>
          <a:lstStyle/>
          <a:p>
            <a:pPr algn="r"/>
            <a:r>
              <a:rPr lang="en-US" sz="3200" dirty="0"/>
              <a:t>We will now work together to agree the global minimum guideline for service delivery and inspire each other with how we might elevate with +1 Service. </a:t>
            </a:r>
            <a:endParaRPr lang="en-US" sz="3200" i="1" dirty="0"/>
          </a:p>
        </p:txBody>
      </p:sp>
      <p:pic>
        <p:nvPicPr>
          <p:cNvPr id="9" name="Picture 8">
            <a:extLst>
              <a:ext uri="{FF2B5EF4-FFF2-40B4-BE49-F238E27FC236}">
                <a16:creationId xmlns:a16="http://schemas.microsoft.com/office/drawing/2014/main" id="{56F6411C-1BCF-E0D6-7D0A-154120EE3D3C}"/>
              </a:ext>
            </a:extLst>
          </p:cNvPr>
          <p:cNvPicPr>
            <a:picLocks noChangeAspect="1"/>
          </p:cNvPicPr>
          <p:nvPr/>
        </p:nvPicPr>
        <p:blipFill>
          <a:blip r:embed="rId6"/>
          <a:stretch>
            <a:fillRect/>
          </a:stretch>
        </p:blipFill>
        <p:spPr>
          <a:xfrm>
            <a:off x="11389514" y="28369"/>
            <a:ext cx="731704" cy="411148"/>
          </a:xfrm>
          <a:prstGeom prst="rect">
            <a:avLst/>
          </a:prstGeom>
        </p:spPr>
      </p:pic>
      <p:sp>
        <p:nvSpPr>
          <p:cNvPr id="10" name="Date Placeholder 3">
            <a:extLst>
              <a:ext uri="{FF2B5EF4-FFF2-40B4-BE49-F238E27FC236}">
                <a16:creationId xmlns:a16="http://schemas.microsoft.com/office/drawing/2014/main" id="{8D9A37D7-27BB-33C5-21CE-CCC5958FFE52}"/>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1" name="Footer Placeholder 4">
            <a:extLst>
              <a:ext uri="{FF2B5EF4-FFF2-40B4-BE49-F238E27FC236}">
                <a16:creationId xmlns:a16="http://schemas.microsoft.com/office/drawing/2014/main" id="{B7012F40-2C71-696F-A174-4E38B1663CCB}"/>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6" name="Title 2">
            <a:extLst>
              <a:ext uri="{FF2B5EF4-FFF2-40B4-BE49-F238E27FC236}">
                <a16:creationId xmlns:a16="http://schemas.microsoft.com/office/drawing/2014/main" id="{D736DC1C-673C-DABD-BD0B-D7AF36968A15}"/>
              </a:ext>
            </a:extLst>
          </p:cNvPr>
          <p:cNvSpPr txBox="1">
            <a:spLocks/>
          </p:cNvSpPr>
          <p:nvPr/>
        </p:nvSpPr>
        <p:spPr>
          <a:xfrm>
            <a:off x="521181" y="1481990"/>
            <a:ext cx="10650829" cy="1465332"/>
          </a:xfrm>
          <a:prstGeom prst="rect">
            <a:avLst/>
          </a:prstGeom>
        </p:spPr>
        <p:txBody>
          <a:bodyPr vert="horz" lIns="0" tIns="0" rIns="0" bIns="0" rtlCol="0" anchor="ctr" anchorCtr="0">
            <a:noAutofit/>
          </a:bodyPr>
          <a:lstStyle>
            <a:lvl1pPr algn="ctr" defTabSz="914400" rtl="0" eaLnBrk="1" latinLnBrk="0" hangingPunct="1">
              <a:lnSpc>
                <a:spcPts val="4700"/>
              </a:lnSpc>
              <a:spcBef>
                <a:spcPct val="0"/>
              </a:spcBef>
              <a:buNone/>
              <a:defRPr sz="4000" kern="1200" cap="none" baseline="0">
                <a:solidFill>
                  <a:schemeClr val="tx1"/>
                </a:solidFill>
                <a:latin typeface="+mn-lt"/>
                <a:ea typeface="+mj-ea"/>
                <a:cs typeface="+mj-cs"/>
              </a:defRPr>
            </a:lvl1pPr>
          </a:lstStyle>
          <a:p>
            <a:pPr marL="0" marR="0" lvl="0" indent="0" algn="l" defTabSz="914400" rtl="0" eaLnBrk="1" fontAlgn="auto" latinLnBrk="0" hangingPunct="1">
              <a:lnSpc>
                <a:spcPts val="4700"/>
              </a:lnSpc>
              <a:spcBef>
                <a:spcPct val="0"/>
              </a:spcBef>
              <a:spcAft>
                <a:spcPts val="0"/>
              </a:spcAft>
              <a:buClrTx/>
              <a:buSzTx/>
              <a:buFontTx/>
              <a:buNone/>
              <a:tabLst/>
              <a:defRPr/>
            </a:pPr>
            <a:r>
              <a:rPr kumimoji="0" lang="en-US" sz="5400" b="0" i="1" u="none" strike="noStrike" kern="1200" cap="none" spc="0" normalizeH="0" baseline="0" noProof="0">
                <a:ln>
                  <a:noFill/>
                </a:ln>
                <a:solidFill>
                  <a:srgbClr val="000000"/>
                </a:solidFill>
                <a:effectLst/>
                <a:uLnTx/>
                <a:uFillTx/>
                <a:latin typeface="Garamond" panose="02020404030301010803"/>
                <a:ea typeface="+mj-ea"/>
                <a:cs typeface="+mj-cs"/>
              </a:rPr>
              <a:t>By asking guests pre-arrival questions </a:t>
            </a:r>
            <a:br>
              <a:rPr kumimoji="0" lang="en-US" sz="5400" b="0" i="1" u="none" strike="noStrike" kern="1200" cap="none" spc="0" normalizeH="0" baseline="0" noProof="0">
                <a:ln>
                  <a:noFill/>
                </a:ln>
                <a:solidFill>
                  <a:srgbClr val="000000"/>
                </a:solidFill>
                <a:effectLst/>
                <a:uLnTx/>
                <a:uFillTx/>
                <a:latin typeface="Garamond" panose="02020404030301010803"/>
                <a:ea typeface="+mj-ea"/>
                <a:cs typeface="+mj-cs"/>
              </a:rPr>
            </a:br>
            <a:r>
              <a:rPr kumimoji="0" lang="en-US" sz="5400" b="0" i="1" u="none" strike="noStrike" kern="1200" cap="none" spc="0" normalizeH="0" baseline="0" noProof="0">
                <a:ln>
                  <a:noFill/>
                </a:ln>
                <a:solidFill>
                  <a:srgbClr val="000000"/>
                </a:solidFill>
                <a:effectLst/>
                <a:uLnTx/>
                <a:uFillTx/>
                <a:latin typeface="Garamond" panose="02020404030301010803"/>
                <a:ea typeface="+mj-ea"/>
                <a:cs typeface="+mj-cs"/>
              </a:rPr>
              <a:t>we are setting their expectations for our service.</a:t>
            </a:r>
          </a:p>
        </p:txBody>
      </p:sp>
      <p:sp>
        <p:nvSpPr>
          <p:cNvPr id="2" name="Rectangle 1">
            <a:extLst>
              <a:ext uri="{FF2B5EF4-FFF2-40B4-BE49-F238E27FC236}">
                <a16:creationId xmlns:a16="http://schemas.microsoft.com/office/drawing/2014/main" id="{3B49ED5A-620A-8A16-04CC-328666B61605}"/>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spTree>
    <p:extLst>
      <p:ext uri="{BB962C8B-B14F-4D97-AF65-F5344CB8AC3E}">
        <p14:creationId xmlns:p14="http://schemas.microsoft.com/office/powerpoint/2010/main" val="451593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Placeholder 20">
            <a:extLst>
              <a:ext uri="{FF2B5EF4-FFF2-40B4-BE49-F238E27FC236}">
                <a16:creationId xmlns:a16="http://schemas.microsoft.com/office/drawing/2014/main" id="{042B6EF0-390D-BDD9-30E1-6D6DEC80EA7C}"/>
              </a:ext>
            </a:extLst>
          </p:cNvPr>
          <p:cNvSpPr>
            <a:spLocks noGrp="1"/>
          </p:cNvSpPr>
          <p:nvPr>
            <p:ph type="body" sz="quarter" idx="23"/>
          </p:nvPr>
        </p:nvSpPr>
        <p:spPr>
          <a:xfrm>
            <a:off x="915599" y="4137835"/>
            <a:ext cx="4526850" cy="436204"/>
          </a:xfrm>
        </p:spPr>
        <p:txBody>
          <a:bodyPr lIns="91440" tIns="91440" rIns="91440" bIns="91440"/>
          <a:lstStyle/>
          <a:p>
            <a:pPr algn="l">
              <a:lnSpc>
                <a:spcPct val="100000"/>
              </a:lnSpc>
            </a:pPr>
            <a:r>
              <a:rPr lang="en-GB" sz="1500">
                <a:solidFill>
                  <a:schemeClr val="bg2">
                    <a:lumMod val="10000"/>
                  </a:schemeClr>
                </a:solidFill>
                <a:latin typeface="Garamond" panose="02020404030301010803" pitchFamily="18" charset="0"/>
              </a:rPr>
              <a:t>Aligned with our LQA/LQE standards and Service Pillars, this is the minimum experience a guest can expect to receive across all properties based on their declared profile &amp; stay-specific preferences. </a:t>
            </a:r>
            <a:endParaRPr lang="en-GB" sz="1500" b="1">
              <a:solidFill>
                <a:schemeClr val="bg2">
                  <a:lumMod val="10000"/>
                </a:schemeClr>
              </a:solidFill>
              <a:latin typeface="Garamond" panose="02020404030301010803" pitchFamily="18" charset="0"/>
            </a:endParaRPr>
          </a:p>
          <a:p>
            <a:pPr algn="l"/>
            <a:r>
              <a:rPr lang="en-US"/>
              <a:t> </a:t>
            </a:r>
          </a:p>
        </p:txBody>
      </p:sp>
      <p:sp>
        <p:nvSpPr>
          <p:cNvPr id="18" name="Title 17">
            <a:extLst>
              <a:ext uri="{FF2B5EF4-FFF2-40B4-BE49-F238E27FC236}">
                <a16:creationId xmlns:a16="http://schemas.microsoft.com/office/drawing/2014/main" id="{3D3CEBD2-D1DF-4F1F-6FAB-809AE5C04CF8}"/>
              </a:ext>
            </a:extLst>
          </p:cNvPr>
          <p:cNvSpPr>
            <a:spLocks noGrp="1"/>
          </p:cNvSpPr>
          <p:nvPr>
            <p:ph type="ctrTitle"/>
          </p:nvPr>
        </p:nvSpPr>
        <p:spPr>
          <a:xfrm>
            <a:off x="894976" y="3024590"/>
            <a:ext cx="4547473" cy="732772"/>
          </a:xfrm>
        </p:spPr>
        <p:txBody>
          <a:bodyPr lIns="91440" tIns="91440" rIns="91440" bIns="91440"/>
          <a:lstStyle/>
          <a:p>
            <a:pPr algn="l"/>
            <a:r>
              <a:rPr lang="en-US"/>
              <a:t>GLOBAL Minimum service GUIDELINE </a:t>
            </a:r>
          </a:p>
        </p:txBody>
      </p:sp>
      <p:sp>
        <p:nvSpPr>
          <p:cNvPr id="27" name="Text Placeholder 26">
            <a:extLst>
              <a:ext uri="{FF2B5EF4-FFF2-40B4-BE49-F238E27FC236}">
                <a16:creationId xmlns:a16="http://schemas.microsoft.com/office/drawing/2014/main" id="{A9BAF189-7215-F77E-8097-5E954A1AE3D0}"/>
              </a:ext>
            </a:extLst>
          </p:cNvPr>
          <p:cNvSpPr>
            <a:spLocks noGrp="1"/>
          </p:cNvSpPr>
          <p:nvPr>
            <p:ph type="body" sz="quarter" idx="29"/>
          </p:nvPr>
        </p:nvSpPr>
        <p:spPr>
          <a:xfrm>
            <a:off x="6749551" y="3062614"/>
            <a:ext cx="4582218" cy="732772"/>
          </a:xfrm>
        </p:spPr>
        <p:txBody>
          <a:bodyPr lIns="91440" tIns="91440" rIns="91440" bIns="91440"/>
          <a:lstStyle/>
          <a:p>
            <a:pPr algn="l"/>
            <a:r>
              <a:rPr lang="en-US"/>
              <a:t>+1 SERVICE OPPORTUNITY </a:t>
            </a:r>
          </a:p>
        </p:txBody>
      </p:sp>
      <p:sp>
        <p:nvSpPr>
          <p:cNvPr id="29" name="Text Placeholder 20">
            <a:extLst>
              <a:ext uri="{FF2B5EF4-FFF2-40B4-BE49-F238E27FC236}">
                <a16:creationId xmlns:a16="http://schemas.microsoft.com/office/drawing/2014/main" id="{F73C1141-3CCA-8CD1-1CE6-5D27AD4DBA74}"/>
              </a:ext>
            </a:extLst>
          </p:cNvPr>
          <p:cNvSpPr txBox="1">
            <a:spLocks/>
          </p:cNvSpPr>
          <p:nvPr/>
        </p:nvSpPr>
        <p:spPr>
          <a:xfrm>
            <a:off x="6749550" y="4137835"/>
            <a:ext cx="4639963" cy="436204"/>
          </a:xfrm>
          <a:prstGeom prst="rect">
            <a:avLst/>
          </a:prstGeom>
        </p:spPr>
        <p:txBody>
          <a:bodyPr vert="horz" lIns="91440" tIns="91440" rIns="91440" bIns="91440" rtlCol="0">
            <a:noAutofit/>
          </a:bodyPr>
          <a:lstStyle>
            <a:lvl1pPr marL="0" indent="0" algn="ctr" defTabSz="914400" rtl="0" eaLnBrk="1" latinLnBrk="0" hangingPunct="1">
              <a:lnSpc>
                <a:spcPts val="1500"/>
              </a:lnSpc>
              <a:spcBef>
                <a:spcPts val="10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1pPr>
            <a:lvl2pPr marL="457200" indent="0" algn="l" defTabSz="914400" rtl="0" eaLnBrk="1" latinLnBrk="0" hangingPunct="1">
              <a:lnSpc>
                <a:spcPts val="1500"/>
              </a:lnSpc>
              <a:spcBef>
                <a:spcPts val="5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2pPr>
            <a:lvl3pPr marL="914400" indent="0" algn="l" defTabSz="914400" rtl="0" eaLnBrk="1" latinLnBrk="0" hangingPunct="1">
              <a:lnSpc>
                <a:spcPts val="1500"/>
              </a:lnSpc>
              <a:spcBef>
                <a:spcPts val="5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3pPr>
            <a:lvl4pPr marL="1371600" indent="0" algn="l" defTabSz="914400" rtl="0" eaLnBrk="1" latinLnBrk="0" hangingPunct="1">
              <a:lnSpc>
                <a:spcPts val="1500"/>
              </a:lnSpc>
              <a:spcBef>
                <a:spcPts val="5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4pPr>
            <a:lvl5pPr marL="1828800" indent="0" algn="l" defTabSz="914400" rtl="0" eaLnBrk="1" latinLnBrk="0" hangingPunct="1">
              <a:lnSpc>
                <a:spcPts val="1500"/>
              </a:lnSpc>
              <a:spcBef>
                <a:spcPts val="5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500" b="0" i="0" u="none" strike="noStrike" kern="1200" cap="none" spc="0" normalizeH="0" baseline="0" noProof="0">
                <a:ln>
                  <a:noFill/>
                </a:ln>
                <a:solidFill>
                  <a:srgbClr val="FFFFFF">
                    <a:lumMod val="10000"/>
                  </a:srgbClr>
                </a:solidFill>
                <a:effectLst/>
                <a:uLnTx/>
                <a:uFillTx/>
                <a:latin typeface="Garamond" panose="02020404030301010803" pitchFamily="18" charset="0"/>
                <a:ea typeface="Helvetica Neue Light" panose="02000403000000020004" pitchFamily="2" charset="0"/>
                <a:cs typeface="+mn-cs"/>
              </a:rPr>
              <a:t>The opportunity </a:t>
            </a:r>
            <a:r>
              <a:rPr kumimoji="0" lang="en-US" sz="1500" b="0" i="0" u="none" strike="noStrike" kern="1200" cap="none" spc="0" normalizeH="0" baseline="0" noProof="0">
                <a:ln>
                  <a:noFill/>
                </a:ln>
                <a:solidFill>
                  <a:srgbClr val="FFFFFF">
                    <a:lumMod val="10000"/>
                  </a:srgbClr>
                </a:solidFill>
                <a:effectLst/>
                <a:uLnTx/>
                <a:uFillTx/>
                <a:latin typeface="Garamond" panose="02020404030301010803" pitchFamily="18" charset="0"/>
                <a:ea typeface="Helvetica Neue Light" panose="02000403000000020004" pitchFamily="2" charset="0"/>
                <a:cs typeface="+mn-cs"/>
              </a:rPr>
              <a:t>to go above and beyond the minimum service standard based on the guest declared profile and stay-specific preferences. </a:t>
            </a:r>
            <a:endParaRPr kumimoji="0" lang="en-US" sz="120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mn-cs"/>
            </a:endParaRPr>
          </a:p>
        </p:txBody>
      </p:sp>
      <p:pic>
        <p:nvPicPr>
          <p:cNvPr id="36" name="Picture Placeholder 8">
            <a:extLst>
              <a:ext uri="{FF2B5EF4-FFF2-40B4-BE49-F238E27FC236}">
                <a16:creationId xmlns:a16="http://schemas.microsoft.com/office/drawing/2014/main" id="{5D89721E-1050-7EC1-39CA-973F476C6FAD}"/>
              </a:ext>
            </a:extLst>
          </p:cNvPr>
          <p:cNvPicPr>
            <a:picLocks noGrp="1" noChangeAspect="1"/>
          </p:cNvPicPr>
          <p:nvPr>
            <p:ph type="pic" sz="quarter" idx="13"/>
          </p:nvPr>
        </p:nvPicPr>
        <p:blipFill>
          <a:blip r:embed="rId2"/>
          <a:srcRect l="7330" t="32237" r="55237" b="57093"/>
          <a:stretch/>
        </p:blipFill>
        <p:spPr>
          <a:xfrm>
            <a:off x="872756" y="2204336"/>
            <a:ext cx="4582219" cy="732773"/>
          </a:xfrm>
        </p:spPr>
      </p:pic>
      <p:pic>
        <p:nvPicPr>
          <p:cNvPr id="38" name="Picture Placeholder 8">
            <a:extLst>
              <a:ext uri="{FF2B5EF4-FFF2-40B4-BE49-F238E27FC236}">
                <a16:creationId xmlns:a16="http://schemas.microsoft.com/office/drawing/2014/main" id="{5685799E-2399-845B-2841-08E9FFEF2E91}"/>
              </a:ext>
            </a:extLst>
          </p:cNvPr>
          <p:cNvPicPr>
            <a:picLocks noChangeAspect="1"/>
          </p:cNvPicPr>
          <p:nvPr/>
        </p:nvPicPr>
        <p:blipFill>
          <a:blip r:embed="rId2"/>
          <a:srcRect l="55138" t="32721" r="7429" b="56609"/>
          <a:stretch/>
        </p:blipFill>
        <p:spPr>
          <a:xfrm>
            <a:off x="6749551" y="2204336"/>
            <a:ext cx="4582219" cy="732773"/>
          </a:xfrm>
          <a:prstGeom prst="rect">
            <a:avLst/>
          </a:prstGeom>
          <a:solidFill>
            <a:schemeClr val="accent5"/>
          </a:solidFill>
        </p:spPr>
      </p:pic>
      <p:pic>
        <p:nvPicPr>
          <p:cNvPr id="2" name="Picture 1">
            <a:extLst>
              <a:ext uri="{FF2B5EF4-FFF2-40B4-BE49-F238E27FC236}">
                <a16:creationId xmlns:a16="http://schemas.microsoft.com/office/drawing/2014/main" id="{04BCA757-0A2F-8C98-B5D7-2317664D0870}"/>
              </a:ext>
            </a:extLst>
          </p:cNvPr>
          <p:cNvPicPr>
            <a:picLocks noChangeAspect="1"/>
          </p:cNvPicPr>
          <p:nvPr/>
        </p:nvPicPr>
        <p:blipFill>
          <a:blip r:embed="rId3"/>
          <a:stretch>
            <a:fillRect/>
          </a:stretch>
        </p:blipFill>
        <p:spPr>
          <a:xfrm>
            <a:off x="11389514" y="28369"/>
            <a:ext cx="731704" cy="411148"/>
          </a:xfrm>
          <a:prstGeom prst="rect">
            <a:avLst/>
          </a:prstGeom>
        </p:spPr>
      </p:pic>
      <p:sp>
        <p:nvSpPr>
          <p:cNvPr id="5" name="Date Placeholder 3">
            <a:extLst>
              <a:ext uri="{FF2B5EF4-FFF2-40B4-BE49-F238E27FC236}">
                <a16:creationId xmlns:a16="http://schemas.microsoft.com/office/drawing/2014/main" id="{D2176A47-0253-5A95-8FDB-7BB6A081CC11}"/>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6" name="Footer Placeholder 4">
            <a:extLst>
              <a:ext uri="{FF2B5EF4-FFF2-40B4-BE49-F238E27FC236}">
                <a16:creationId xmlns:a16="http://schemas.microsoft.com/office/drawing/2014/main" id="{E8DB4067-9982-5BFA-8CAD-0F13174C41FF}"/>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7" name="Text Placeholder 1">
            <a:extLst>
              <a:ext uri="{FF2B5EF4-FFF2-40B4-BE49-F238E27FC236}">
                <a16:creationId xmlns:a16="http://schemas.microsoft.com/office/drawing/2014/main" id="{33340B49-ECD7-7D3D-EBE4-3FDB43F6E7BE}"/>
              </a:ext>
            </a:extLst>
          </p:cNvPr>
          <p:cNvSpPr txBox="1">
            <a:spLocks/>
          </p:cNvSpPr>
          <p:nvPr/>
        </p:nvSpPr>
        <p:spPr>
          <a:xfrm>
            <a:off x="1518139" y="678337"/>
            <a:ext cx="9155723"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GUEST Profile &amp; preferences in action</a:t>
            </a:r>
          </a:p>
        </p:txBody>
      </p:sp>
      <p:sp>
        <p:nvSpPr>
          <p:cNvPr id="9" name="Text Placeholder 20">
            <a:extLst>
              <a:ext uri="{FF2B5EF4-FFF2-40B4-BE49-F238E27FC236}">
                <a16:creationId xmlns:a16="http://schemas.microsoft.com/office/drawing/2014/main" id="{CA83B8BF-2BD3-05D0-4F1F-2D066F0FA303}"/>
              </a:ext>
            </a:extLst>
          </p:cNvPr>
          <p:cNvSpPr txBox="1">
            <a:spLocks/>
          </p:cNvSpPr>
          <p:nvPr/>
        </p:nvSpPr>
        <p:spPr>
          <a:xfrm>
            <a:off x="928125" y="2487489"/>
            <a:ext cx="4526850" cy="436204"/>
          </a:xfrm>
          <a:prstGeom prst="rect">
            <a:avLst/>
          </a:prstGeom>
        </p:spPr>
        <p:txBody>
          <a:bodyPr vert="horz" lIns="91440" tIns="91440" rIns="91440" bIns="91440" rtlCol="0">
            <a:noAutofit/>
          </a:bodyPr>
          <a:lstStyle>
            <a:lvl1pPr marL="0" indent="0" algn="ctr" defTabSz="914400" rtl="0" eaLnBrk="1" latinLnBrk="0" hangingPunct="1">
              <a:lnSpc>
                <a:spcPts val="1500"/>
              </a:lnSpc>
              <a:spcBef>
                <a:spcPts val="10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1pPr>
            <a:lvl2pPr marL="457200" indent="0" algn="l" defTabSz="914400" rtl="0" eaLnBrk="1" latinLnBrk="0" hangingPunct="1">
              <a:lnSpc>
                <a:spcPts val="1500"/>
              </a:lnSpc>
              <a:spcBef>
                <a:spcPts val="5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2pPr>
            <a:lvl3pPr marL="914400" indent="0" algn="l" defTabSz="914400" rtl="0" eaLnBrk="1" latinLnBrk="0" hangingPunct="1">
              <a:lnSpc>
                <a:spcPts val="1500"/>
              </a:lnSpc>
              <a:spcBef>
                <a:spcPts val="5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3pPr>
            <a:lvl4pPr marL="1371600" indent="0" algn="l" defTabSz="914400" rtl="0" eaLnBrk="1" latinLnBrk="0" hangingPunct="1">
              <a:lnSpc>
                <a:spcPts val="1500"/>
              </a:lnSpc>
              <a:spcBef>
                <a:spcPts val="5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4pPr>
            <a:lvl5pPr marL="1828800" indent="0" algn="l" defTabSz="914400" rtl="0" eaLnBrk="1" latinLnBrk="0" hangingPunct="1">
              <a:lnSpc>
                <a:spcPts val="1500"/>
              </a:lnSpc>
              <a:spcBef>
                <a:spcPts val="5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400" b="1" i="1" u="none" strike="noStrike" kern="1200" cap="none" spc="0" normalizeH="0" baseline="0" noProof="0">
                <a:ln>
                  <a:noFill/>
                </a:ln>
                <a:solidFill>
                  <a:srgbClr val="FFFFFF"/>
                </a:solidFill>
                <a:effectLst/>
                <a:uLnTx/>
                <a:uFillTx/>
                <a:latin typeface="Garamond" panose="02020404030301010803"/>
                <a:ea typeface="Helvetica Neue Light" panose="02000403000000020004" pitchFamily="2" charset="0"/>
                <a:cs typeface="+mn-cs"/>
              </a:rPr>
              <a:t>GLOBAL CONSISTENCY</a:t>
            </a:r>
          </a:p>
        </p:txBody>
      </p:sp>
      <p:sp>
        <p:nvSpPr>
          <p:cNvPr id="11" name="Text Placeholder 20">
            <a:extLst>
              <a:ext uri="{FF2B5EF4-FFF2-40B4-BE49-F238E27FC236}">
                <a16:creationId xmlns:a16="http://schemas.microsoft.com/office/drawing/2014/main" id="{46929E87-BD09-9AC0-A556-BF6A6F6621E1}"/>
              </a:ext>
            </a:extLst>
          </p:cNvPr>
          <p:cNvSpPr txBox="1">
            <a:spLocks/>
          </p:cNvSpPr>
          <p:nvPr/>
        </p:nvSpPr>
        <p:spPr>
          <a:xfrm>
            <a:off x="6806106" y="2454028"/>
            <a:ext cx="4526850" cy="436204"/>
          </a:xfrm>
          <a:prstGeom prst="rect">
            <a:avLst/>
          </a:prstGeom>
        </p:spPr>
        <p:txBody>
          <a:bodyPr vert="horz" lIns="91440" tIns="91440" rIns="91440" bIns="91440" rtlCol="0">
            <a:noAutofit/>
          </a:bodyPr>
          <a:lstStyle>
            <a:lvl1pPr marL="0" indent="0" algn="ctr" defTabSz="914400" rtl="0" eaLnBrk="1" latinLnBrk="0" hangingPunct="1">
              <a:lnSpc>
                <a:spcPts val="1500"/>
              </a:lnSpc>
              <a:spcBef>
                <a:spcPts val="10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1pPr>
            <a:lvl2pPr marL="457200" indent="0" algn="l" defTabSz="914400" rtl="0" eaLnBrk="1" latinLnBrk="0" hangingPunct="1">
              <a:lnSpc>
                <a:spcPts val="1500"/>
              </a:lnSpc>
              <a:spcBef>
                <a:spcPts val="5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2pPr>
            <a:lvl3pPr marL="914400" indent="0" algn="l" defTabSz="914400" rtl="0" eaLnBrk="1" latinLnBrk="0" hangingPunct="1">
              <a:lnSpc>
                <a:spcPts val="1500"/>
              </a:lnSpc>
              <a:spcBef>
                <a:spcPts val="5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3pPr>
            <a:lvl4pPr marL="1371600" indent="0" algn="l" defTabSz="914400" rtl="0" eaLnBrk="1" latinLnBrk="0" hangingPunct="1">
              <a:lnSpc>
                <a:spcPts val="1500"/>
              </a:lnSpc>
              <a:spcBef>
                <a:spcPts val="5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4pPr>
            <a:lvl5pPr marL="1828800" indent="0" algn="l" defTabSz="914400" rtl="0" eaLnBrk="1" latinLnBrk="0" hangingPunct="1">
              <a:lnSpc>
                <a:spcPts val="1500"/>
              </a:lnSpc>
              <a:spcBef>
                <a:spcPts val="500"/>
              </a:spcBef>
              <a:buFont typeface="Arial" panose="020B0604020202020204" pitchFamily="34" charset="0"/>
              <a:buNone/>
              <a:defRPr sz="1200" b="0" i="0" kern="1200">
                <a:solidFill>
                  <a:schemeClr val="tx1"/>
                </a:solidFill>
                <a:latin typeface="Helvetica Neue Light" panose="02000403000000020004" pitchFamily="2" charset="0"/>
                <a:ea typeface="Helvetica Neue Light" panose="020004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400" b="1" i="1" u="none" strike="noStrike" kern="1200" cap="none" spc="0" normalizeH="0" baseline="0" noProof="0">
                <a:ln>
                  <a:noFill/>
                </a:ln>
                <a:solidFill>
                  <a:srgbClr val="FFFFFF"/>
                </a:solidFill>
                <a:effectLst/>
                <a:uLnTx/>
                <a:uFillTx/>
                <a:latin typeface="Garamond" panose="02020404030301010803"/>
                <a:ea typeface="Helvetica Neue Light" panose="02000403000000020004" pitchFamily="2" charset="0"/>
                <a:cs typeface="+mn-cs"/>
              </a:rPr>
              <a:t>LOCAL MAGIC</a:t>
            </a:r>
          </a:p>
        </p:txBody>
      </p:sp>
      <p:sp>
        <p:nvSpPr>
          <p:cNvPr id="3" name="Rectangle 2">
            <a:extLst>
              <a:ext uri="{FF2B5EF4-FFF2-40B4-BE49-F238E27FC236}">
                <a16:creationId xmlns:a16="http://schemas.microsoft.com/office/drawing/2014/main" id="{FA0E37DF-CEC5-9235-131D-CB963EBC1874}"/>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spTree>
    <p:extLst>
      <p:ext uri="{BB962C8B-B14F-4D97-AF65-F5344CB8AC3E}">
        <p14:creationId xmlns:p14="http://schemas.microsoft.com/office/powerpoint/2010/main" val="16243559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A295B248-3819-9419-071A-0908519FCDF7}"/>
              </a:ext>
            </a:extLst>
          </p:cNvPr>
          <p:cNvPicPr>
            <a:picLocks noChangeAspect="1"/>
          </p:cNvPicPr>
          <p:nvPr/>
        </p:nvPicPr>
        <p:blipFill>
          <a:blip r:embed="rId3"/>
          <a:stretch>
            <a:fillRect/>
          </a:stretch>
        </p:blipFill>
        <p:spPr>
          <a:xfrm>
            <a:off x="11389514" y="28369"/>
            <a:ext cx="731704" cy="411148"/>
          </a:xfrm>
          <a:prstGeom prst="rect">
            <a:avLst/>
          </a:prstGeom>
        </p:spPr>
      </p:pic>
      <p:sp>
        <p:nvSpPr>
          <p:cNvPr id="21" name="Date Placeholder 3">
            <a:extLst>
              <a:ext uri="{FF2B5EF4-FFF2-40B4-BE49-F238E27FC236}">
                <a16:creationId xmlns:a16="http://schemas.microsoft.com/office/drawing/2014/main" id="{F79EAFC7-2922-925A-8B2F-E1B30438F7F0}"/>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3" name="Footer Placeholder 4">
            <a:extLst>
              <a:ext uri="{FF2B5EF4-FFF2-40B4-BE49-F238E27FC236}">
                <a16:creationId xmlns:a16="http://schemas.microsoft.com/office/drawing/2014/main" id="{911F0C86-1E16-F67A-C709-E75D806010E9}"/>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33" name="Rectangle 32">
            <a:extLst>
              <a:ext uri="{FF2B5EF4-FFF2-40B4-BE49-F238E27FC236}">
                <a16:creationId xmlns:a16="http://schemas.microsoft.com/office/drawing/2014/main" id="{5277F478-696A-E79F-74BB-FDEDC1E3B6CE}"/>
              </a:ext>
            </a:extLst>
          </p:cNvPr>
          <p:cNvSpPr/>
          <p:nvPr/>
        </p:nvSpPr>
        <p:spPr>
          <a:xfrm>
            <a:off x="623697" y="2565202"/>
            <a:ext cx="2560538" cy="742324"/>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PROACTIVE OUTREACH </a:t>
            </a:r>
          </a:p>
        </p:txBody>
      </p:sp>
      <p:sp>
        <p:nvSpPr>
          <p:cNvPr id="34" name="Rectangle 33">
            <a:extLst>
              <a:ext uri="{FF2B5EF4-FFF2-40B4-BE49-F238E27FC236}">
                <a16:creationId xmlns:a16="http://schemas.microsoft.com/office/drawing/2014/main" id="{3D3F8C75-2FBF-521E-CFC0-AC6C60F050CD}"/>
              </a:ext>
            </a:extLst>
          </p:cNvPr>
          <p:cNvSpPr/>
          <p:nvPr/>
        </p:nvSpPr>
        <p:spPr>
          <a:xfrm>
            <a:off x="3473019" y="2565202"/>
            <a:ext cx="2560538" cy="742324"/>
          </a:xfrm>
          <a:prstGeom prst="rect">
            <a:avLst/>
          </a:prstGeom>
          <a:solidFill>
            <a:srgbClr val="C4B7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ROOM ALLOCATION </a:t>
            </a:r>
            <a:br>
              <a:rPr kumimoji="0" lang="en-GB" sz="18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br>
            <a:r>
              <a:rPr kumimoji="0" lang="en-GB" sz="18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&amp; SET UP</a:t>
            </a:r>
          </a:p>
        </p:txBody>
      </p:sp>
      <p:sp>
        <p:nvSpPr>
          <p:cNvPr id="35" name="Rectangle 34">
            <a:extLst>
              <a:ext uri="{FF2B5EF4-FFF2-40B4-BE49-F238E27FC236}">
                <a16:creationId xmlns:a16="http://schemas.microsoft.com/office/drawing/2014/main" id="{BE524D52-8D02-29E2-2A55-5387EA15086F}"/>
              </a:ext>
            </a:extLst>
          </p:cNvPr>
          <p:cNvSpPr/>
          <p:nvPr/>
        </p:nvSpPr>
        <p:spPr>
          <a:xfrm>
            <a:off x="6322341" y="2565202"/>
            <a:ext cx="2560538" cy="742324"/>
          </a:xfrm>
          <a:prstGeom prst="rect">
            <a:avLst/>
          </a:prstGeom>
          <a:solidFill>
            <a:srgbClr val="949A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SURPRISE </a:t>
            </a:r>
            <a:br>
              <a:rPr kumimoji="0" lang="en-GB" sz="18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br>
            <a:r>
              <a:rPr kumimoji="0" lang="en-GB" sz="18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&amp; DELIGHT </a:t>
            </a:r>
          </a:p>
        </p:txBody>
      </p:sp>
      <p:sp>
        <p:nvSpPr>
          <p:cNvPr id="36" name="Rectangle 35">
            <a:extLst>
              <a:ext uri="{FF2B5EF4-FFF2-40B4-BE49-F238E27FC236}">
                <a16:creationId xmlns:a16="http://schemas.microsoft.com/office/drawing/2014/main" id="{11E6F01F-4217-E6C2-E054-D2CE0F7CB5D9}"/>
              </a:ext>
            </a:extLst>
          </p:cNvPr>
          <p:cNvSpPr/>
          <p:nvPr/>
        </p:nvSpPr>
        <p:spPr>
          <a:xfrm>
            <a:off x="9171664" y="2565202"/>
            <a:ext cx="2560538" cy="742324"/>
          </a:xfrm>
          <a:prstGeom prst="rect">
            <a:avLst/>
          </a:prstGeom>
          <a:solidFill>
            <a:srgbClr val="949A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SERVICE TEMPO</a:t>
            </a:r>
          </a:p>
        </p:txBody>
      </p:sp>
      <p:sp>
        <p:nvSpPr>
          <p:cNvPr id="37" name="Rectangle 36">
            <a:extLst>
              <a:ext uri="{FF2B5EF4-FFF2-40B4-BE49-F238E27FC236}">
                <a16:creationId xmlns:a16="http://schemas.microsoft.com/office/drawing/2014/main" id="{FB908345-180E-4C89-B8BE-917FBB7774F4}"/>
              </a:ext>
            </a:extLst>
          </p:cNvPr>
          <p:cNvSpPr/>
          <p:nvPr/>
        </p:nvSpPr>
        <p:spPr>
          <a:xfrm>
            <a:off x="623697" y="3417556"/>
            <a:ext cx="2560538" cy="31267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lumMod val="25000"/>
                  </a:srgbClr>
                </a:solidFill>
                <a:effectLst/>
                <a:uLnTx/>
                <a:uFillTx/>
                <a:latin typeface="Garamond"/>
                <a:ea typeface="+mn-ea"/>
                <a:cs typeface="+mn-cs"/>
              </a:rPr>
              <a:t>How we engage pre-stay to ensure our guests feel REASSURED their needs are understood and to help them get the most out of their stay.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This includes: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Relevant and contextual service offerings based on why they are staying with us, who they are with and what they want to explore.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Important! </a:t>
            </a:r>
            <a:b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br>
            <a:r>
              <a:rPr kumimoji="0" lang="en-GB" sz="1200" b="0" i="1" u="none" strike="noStrike" kern="1200" cap="none" spc="0" normalizeH="0" baseline="0" noProof="0">
                <a:ln>
                  <a:noFill/>
                </a:ln>
                <a:solidFill>
                  <a:srgbClr val="FFFFFF">
                    <a:lumMod val="25000"/>
                  </a:srgbClr>
                </a:solidFill>
                <a:effectLst/>
                <a:uLnTx/>
                <a:uFillTx/>
                <a:latin typeface="Garamond"/>
                <a:ea typeface="+mn-ea"/>
                <a:cs typeface="+mn-cs"/>
              </a:rPr>
              <a:t>Marketing Consent is required. </a:t>
            </a:r>
          </a:p>
        </p:txBody>
      </p:sp>
      <p:sp>
        <p:nvSpPr>
          <p:cNvPr id="38" name="Rectangle 37">
            <a:extLst>
              <a:ext uri="{FF2B5EF4-FFF2-40B4-BE49-F238E27FC236}">
                <a16:creationId xmlns:a16="http://schemas.microsoft.com/office/drawing/2014/main" id="{DAEB30A3-FCCF-1B99-3C6C-79259986BB4A}"/>
              </a:ext>
            </a:extLst>
          </p:cNvPr>
          <p:cNvSpPr/>
          <p:nvPr/>
        </p:nvSpPr>
        <p:spPr>
          <a:xfrm>
            <a:off x="3473019" y="3417556"/>
            <a:ext cx="2560538" cy="31267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lumMod val="25000"/>
                  </a:srgbClr>
                </a:solidFill>
                <a:effectLst/>
                <a:uLnTx/>
                <a:uFillTx/>
                <a:latin typeface="Garamond"/>
                <a:ea typeface="+mn-ea"/>
                <a:cs typeface="+mn-cs"/>
              </a:rPr>
              <a:t>How we assign the room, prepare the space and amenities to ensure guests feel AT HOME in our home.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This includes: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Room set up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Type of amenities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Amenities placement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Robe &amp; slipper size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In the future, we aim to cover;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Mini-bar set up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Placement of flyers &amp; information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p:txBody>
      </p:sp>
      <p:sp>
        <p:nvSpPr>
          <p:cNvPr id="39" name="Rectangle 38">
            <a:extLst>
              <a:ext uri="{FF2B5EF4-FFF2-40B4-BE49-F238E27FC236}">
                <a16:creationId xmlns:a16="http://schemas.microsoft.com/office/drawing/2014/main" id="{ACE1B4A4-70E0-F555-F784-A3EA55A96CE2}"/>
              </a:ext>
            </a:extLst>
          </p:cNvPr>
          <p:cNvSpPr/>
          <p:nvPr/>
        </p:nvSpPr>
        <p:spPr>
          <a:xfrm>
            <a:off x="6322341" y="3417556"/>
            <a:ext cx="2560538" cy="31267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lumMod val="25000"/>
                  </a:srgbClr>
                </a:solidFill>
                <a:effectLst/>
                <a:uLnTx/>
                <a:uFillTx/>
                <a:latin typeface="Garamond"/>
                <a:ea typeface="+mn-ea"/>
                <a:cs typeface="+mn-cs"/>
              </a:rPr>
              <a:t>The soft touches that demonstrate </a:t>
            </a:r>
            <a:br>
              <a:rPr kumimoji="0" lang="en-GB" sz="1200" b="1" i="0" u="none" strike="noStrike" kern="1200" cap="none" spc="0" normalizeH="0" baseline="0" noProof="0">
                <a:ln>
                  <a:noFill/>
                </a:ln>
                <a:solidFill>
                  <a:srgbClr val="FFFFFF">
                    <a:lumMod val="25000"/>
                  </a:srgbClr>
                </a:solidFill>
                <a:effectLst/>
                <a:uLnTx/>
                <a:uFillTx/>
                <a:latin typeface="Garamond"/>
                <a:ea typeface="+mn-ea"/>
                <a:cs typeface="+mn-cs"/>
              </a:rPr>
            </a:br>
            <a:r>
              <a:rPr kumimoji="0" lang="en-GB" sz="1200" b="1" i="0" u="none" strike="noStrike" kern="1200" cap="none" spc="0" normalizeH="0" baseline="0" noProof="0">
                <a:ln>
                  <a:noFill/>
                </a:ln>
                <a:solidFill>
                  <a:srgbClr val="FFFFFF">
                    <a:lumMod val="25000"/>
                  </a:srgbClr>
                </a:solidFill>
                <a:effectLst/>
                <a:uLnTx/>
                <a:uFillTx/>
                <a:latin typeface="Garamond"/>
                <a:ea typeface="+mn-ea"/>
                <a:cs typeface="+mn-cs"/>
              </a:rPr>
              <a:t>a deep sense of connection and care and make guests and their companion feel SPECIAL.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This includes: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Welcome amenity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MO WOW moments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FMO milestones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Glitch recovery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FMO chef’s exclusive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Gifting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p:txBody>
      </p:sp>
      <p:sp>
        <p:nvSpPr>
          <p:cNvPr id="40" name="Rectangle 39">
            <a:extLst>
              <a:ext uri="{FF2B5EF4-FFF2-40B4-BE49-F238E27FC236}">
                <a16:creationId xmlns:a16="http://schemas.microsoft.com/office/drawing/2014/main" id="{A38DA7C9-9E51-2942-A92C-AC02514AF5BB}"/>
              </a:ext>
            </a:extLst>
          </p:cNvPr>
          <p:cNvSpPr/>
          <p:nvPr/>
        </p:nvSpPr>
        <p:spPr>
          <a:xfrm>
            <a:off x="9171664" y="3417556"/>
            <a:ext cx="2560538" cy="31267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lumMod val="25000"/>
                  </a:srgbClr>
                </a:solidFill>
                <a:effectLst/>
                <a:uLnTx/>
                <a:uFillTx/>
                <a:latin typeface="Garamond"/>
                <a:ea typeface="+mn-ea"/>
                <a:cs typeface="+mn-cs"/>
              </a:rPr>
              <a:t>The pace, timing and attentiveness that makes a guest feel their CONTEXT is understood and that needs are effortlessly met.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This includes: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Check-in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Check-out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Room introduction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Referrals &amp; recommendations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lumMod val="25000"/>
                  </a:srgbClr>
                </a:solidFill>
                <a:effectLst/>
                <a:uLnTx/>
                <a:uFillTx/>
                <a:latin typeface="Garamond"/>
                <a:ea typeface="+mn-ea"/>
                <a:cs typeface="+mn-cs"/>
              </a:rPr>
              <a:t> </a:t>
            </a:r>
          </a:p>
        </p:txBody>
      </p:sp>
      <p:sp>
        <p:nvSpPr>
          <p:cNvPr id="5" name="Text Placeholder 1">
            <a:extLst>
              <a:ext uri="{FF2B5EF4-FFF2-40B4-BE49-F238E27FC236}">
                <a16:creationId xmlns:a16="http://schemas.microsoft.com/office/drawing/2014/main" id="{F3B63CBF-14B3-1725-E482-8B4FEAA163D5}"/>
              </a:ext>
            </a:extLst>
          </p:cNvPr>
          <p:cNvSpPr txBox="1">
            <a:spLocks/>
          </p:cNvSpPr>
          <p:nvPr/>
        </p:nvSpPr>
        <p:spPr>
          <a:xfrm>
            <a:off x="2008055" y="672047"/>
            <a:ext cx="8181891"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WE HAVE IDENTIFIED FOUR Categories OF ACTION</a:t>
            </a:r>
          </a:p>
        </p:txBody>
      </p:sp>
      <p:sp>
        <p:nvSpPr>
          <p:cNvPr id="2" name="Chevron 7">
            <a:extLst>
              <a:ext uri="{FF2B5EF4-FFF2-40B4-BE49-F238E27FC236}">
                <a16:creationId xmlns:a16="http://schemas.microsoft.com/office/drawing/2014/main" id="{C60AD412-E5D7-8429-5BAF-E5A0E1C29816}"/>
              </a:ext>
            </a:extLst>
          </p:cNvPr>
          <p:cNvSpPr/>
          <p:nvPr/>
        </p:nvSpPr>
        <p:spPr>
          <a:xfrm>
            <a:off x="719451" y="1452502"/>
            <a:ext cx="2030988" cy="513138"/>
          </a:xfrm>
          <a:prstGeom prst="chevron">
            <a:avLst/>
          </a:prstGeom>
          <a:solidFill>
            <a:srgbClr val="E971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4" name="TextBox 3">
            <a:extLst>
              <a:ext uri="{FF2B5EF4-FFF2-40B4-BE49-F238E27FC236}">
                <a16:creationId xmlns:a16="http://schemas.microsoft.com/office/drawing/2014/main" id="{81E26527-BF12-174E-EF28-DDB8DA6AA71F}"/>
              </a:ext>
            </a:extLst>
          </p:cNvPr>
          <p:cNvSpPr txBox="1"/>
          <p:nvPr/>
        </p:nvSpPr>
        <p:spPr>
          <a:xfrm>
            <a:off x="784619" y="1504651"/>
            <a:ext cx="161745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AWARENESS </a:t>
            </a:r>
            <a:b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b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&amp; CONVERSION</a:t>
            </a:r>
          </a:p>
        </p:txBody>
      </p:sp>
      <p:sp>
        <p:nvSpPr>
          <p:cNvPr id="6" name="Chevron 65">
            <a:extLst>
              <a:ext uri="{FF2B5EF4-FFF2-40B4-BE49-F238E27FC236}">
                <a16:creationId xmlns:a16="http://schemas.microsoft.com/office/drawing/2014/main" id="{FADEC6E1-37E9-FD1E-6226-7DE4FED1883C}"/>
              </a:ext>
            </a:extLst>
          </p:cNvPr>
          <p:cNvSpPr/>
          <p:nvPr/>
        </p:nvSpPr>
        <p:spPr>
          <a:xfrm>
            <a:off x="2520928" y="1456648"/>
            <a:ext cx="1413935" cy="513138"/>
          </a:xfrm>
          <a:prstGeom prst="chevron">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7" name="TextBox 6">
            <a:extLst>
              <a:ext uri="{FF2B5EF4-FFF2-40B4-BE49-F238E27FC236}">
                <a16:creationId xmlns:a16="http://schemas.microsoft.com/office/drawing/2014/main" id="{F42509AC-1729-19E1-89E7-5E11C99576EA}"/>
              </a:ext>
            </a:extLst>
          </p:cNvPr>
          <p:cNvSpPr txBox="1"/>
          <p:nvPr/>
        </p:nvSpPr>
        <p:spPr>
          <a:xfrm>
            <a:off x="2656077" y="1482384"/>
            <a:ext cx="11914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PRE-ARRIVAL PLANNING</a:t>
            </a:r>
          </a:p>
        </p:txBody>
      </p:sp>
      <p:sp>
        <p:nvSpPr>
          <p:cNvPr id="8" name="Chevron 67">
            <a:extLst>
              <a:ext uri="{FF2B5EF4-FFF2-40B4-BE49-F238E27FC236}">
                <a16:creationId xmlns:a16="http://schemas.microsoft.com/office/drawing/2014/main" id="{A25445B0-FC15-AE8B-9BC4-716D9546623E}"/>
              </a:ext>
            </a:extLst>
          </p:cNvPr>
          <p:cNvSpPr/>
          <p:nvPr/>
        </p:nvSpPr>
        <p:spPr>
          <a:xfrm>
            <a:off x="3720058" y="1452502"/>
            <a:ext cx="1913283" cy="513138"/>
          </a:xfrm>
          <a:prstGeom prst="chevron">
            <a:avLst/>
          </a:prstGeom>
          <a:solidFill>
            <a:srgbClr val="C4B7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9" name="TextBox 8">
            <a:extLst>
              <a:ext uri="{FF2B5EF4-FFF2-40B4-BE49-F238E27FC236}">
                <a16:creationId xmlns:a16="http://schemas.microsoft.com/office/drawing/2014/main" id="{2E7EEB76-3A17-D3A2-585F-8B8971460936}"/>
              </a:ext>
            </a:extLst>
          </p:cNvPr>
          <p:cNvSpPr txBox="1"/>
          <p:nvPr/>
        </p:nvSpPr>
        <p:spPr>
          <a:xfrm>
            <a:off x="3826475" y="1576265"/>
            <a:ext cx="1617452"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WELCOME</a:t>
            </a:r>
          </a:p>
        </p:txBody>
      </p:sp>
      <p:sp>
        <p:nvSpPr>
          <p:cNvPr id="10" name="Chevron 69">
            <a:extLst>
              <a:ext uri="{FF2B5EF4-FFF2-40B4-BE49-F238E27FC236}">
                <a16:creationId xmlns:a16="http://schemas.microsoft.com/office/drawing/2014/main" id="{AFAC6EDC-CB7F-1709-EB08-2F0858C49435}"/>
              </a:ext>
            </a:extLst>
          </p:cNvPr>
          <p:cNvSpPr/>
          <p:nvPr/>
        </p:nvSpPr>
        <p:spPr>
          <a:xfrm>
            <a:off x="5411260" y="1452502"/>
            <a:ext cx="4099694" cy="513138"/>
          </a:xfrm>
          <a:prstGeom prst="chevron">
            <a:avLst/>
          </a:prstGeom>
          <a:solidFill>
            <a:srgbClr val="949A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1" name="TextBox 10">
            <a:extLst>
              <a:ext uri="{FF2B5EF4-FFF2-40B4-BE49-F238E27FC236}">
                <a16:creationId xmlns:a16="http://schemas.microsoft.com/office/drawing/2014/main" id="{AEF5B410-B8A9-19D1-3286-A6E04D38CFB9}"/>
              </a:ext>
            </a:extLst>
          </p:cNvPr>
          <p:cNvSpPr txBox="1"/>
          <p:nvPr/>
        </p:nvSpPr>
        <p:spPr>
          <a:xfrm>
            <a:off x="6602960" y="1468695"/>
            <a:ext cx="1617452"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IN-STAY / VISIT</a:t>
            </a:r>
          </a:p>
        </p:txBody>
      </p:sp>
      <p:sp>
        <p:nvSpPr>
          <p:cNvPr id="12" name="TextBox 11">
            <a:extLst>
              <a:ext uri="{FF2B5EF4-FFF2-40B4-BE49-F238E27FC236}">
                <a16:creationId xmlns:a16="http://schemas.microsoft.com/office/drawing/2014/main" id="{97D1B7D7-B823-3166-6312-E78C4F504C68}"/>
              </a:ext>
            </a:extLst>
          </p:cNvPr>
          <p:cNvSpPr txBox="1"/>
          <p:nvPr/>
        </p:nvSpPr>
        <p:spPr>
          <a:xfrm>
            <a:off x="5487916" y="1720300"/>
            <a:ext cx="1199920"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In-room experience</a:t>
            </a:r>
          </a:p>
        </p:txBody>
      </p:sp>
      <p:sp>
        <p:nvSpPr>
          <p:cNvPr id="13" name="TextBox 12">
            <a:extLst>
              <a:ext uri="{FF2B5EF4-FFF2-40B4-BE49-F238E27FC236}">
                <a16:creationId xmlns:a16="http://schemas.microsoft.com/office/drawing/2014/main" id="{6F070886-CA47-4A04-E1EA-81FCA84C663E}"/>
              </a:ext>
            </a:extLst>
          </p:cNvPr>
          <p:cNvSpPr txBox="1"/>
          <p:nvPr/>
        </p:nvSpPr>
        <p:spPr>
          <a:xfrm>
            <a:off x="6311261" y="1720300"/>
            <a:ext cx="1371265"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Dining / Bar </a:t>
            </a:r>
          </a:p>
        </p:txBody>
      </p:sp>
      <p:sp>
        <p:nvSpPr>
          <p:cNvPr id="14" name="TextBox 13">
            <a:extLst>
              <a:ext uri="{FF2B5EF4-FFF2-40B4-BE49-F238E27FC236}">
                <a16:creationId xmlns:a16="http://schemas.microsoft.com/office/drawing/2014/main" id="{E588D5D1-1D39-834D-B19A-ED85AD71074C}"/>
              </a:ext>
            </a:extLst>
          </p:cNvPr>
          <p:cNvSpPr txBox="1"/>
          <p:nvPr/>
        </p:nvSpPr>
        <p:spPr>
          <a:xfrm>
            <a:off x="7343960" y="1720300"/>
            <a:ext cx="1300814"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Spa / Gym Visit</a:t>
            </a:r>
          </a:p>
        </p:txBody>
      </p:sp>
      <p:sp>
        <p:nvSpPr>
          <p:cNvPr id="15" name="TextBox 14">
            <a:extLst>
              <a:ext uri="{FF2B5EF4-FFF2-40B4-BE49-F238E27FC236}">
                <a16:creationId xmlns:a16="http://schemas.microsoft.com/office/drawing/2014/main" id="{2FFBF1F1-6E77-3473-E235-40966E345EE2}"/>
              </a:ext>
            </a:extLst>
          </p:cNvPr>
          <p:cNvSpPr txBox="1"/>
          <p:nvPr/>
        </p:nvSpPr>
        <p:spPr>
          <a:xfrm>
            <a:off x="8427733" y="1720300"/>
            <a:ext cx="940855"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Leisure and Lifestyle</a:t>
            </a:r>
          </a:p>
        </p:txBody>
      </p:sp>
      <p:sp>
        <p:nvSpPr>
          <p:cNvPr id="16" name="Chevron 75">
            <a:extLst>
              <a:ext uri="{FF2B5EF4-FFF2-40B4-BE49-F238E27FC236}">
                <a16:creationId xmlns:a16="http://schemas.microsoft.com/office/drawing/2014/main" id="{21D53D16-AA2B-C45F-717F-059EACB79697}"/>
              </a:ext>
            </a:extLst>
          </p:cNvPr>
          <p:cNvSpPr/>
          <p:nvPr/>
        </p:nvSpPr>
        <p:spPr>
          <a:xfrm>
            <a:off x="9295067" y="1452197"/>
            <a:ext cx="1231934" cy="513138"/>
          </a:xfrm>
          <a:prstGeom prst="chevron">
            <a:avLst/>
          </a:prstGeom>
          <a:solidFill>
            <a:srgbClr val="886F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7" name="TextBox 16">
            <a:extLst>
              <a:ext uri="{FF2B5EF4-FFF2-40B4-BE49-F238E27FC236}">
                <a16:creationId xmlns:a16="http://schemas.microsoft.com/office/drawing/2014/main" id="{8C267C44-B137-DD86-AC5D-5620671B1C90}"/>
              </a:ext>
            </a:extLst>
          </p:cNvPr>
          <p:cNvSpPr txBox="1"/>
          <p:nvPr/>
        </p:nvSpPr>
        <p:spPr>
          <a:xfrm>
            <a:off x="9400755" y="1568033"/>
            <a:ext cx="1191468"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FAREWELL</a:t>
            </a:r>
          </a:p>
        </p:txBody>
      </p:sp>
      <p:sp>
        <p:nvSpPr>
          <p:cNvPr id="18" name="Chevron 77">
            <a:extLst>
              <a:ext uri="{FF2B5EF4-FFF2-40B4-BE49-F238E27FC236}">
                <a16:creationId xmlns:a16="http://schemas.microsoft.com/office/drawing/2014/main" id="{03BB8C63-9769-FEAC-AA1A-8A80CDBAF94D}"/>
              </a:ext>
            </a:extLst>
          </p:cNvPr>
          <p:cNvSpPr/>
          <p:nvPr/>
        </p:nvSpPr>
        <p:spPr>
          <a:xfrm>
            <a:off x="10309127" y="1454043"/>
            <a:ext cx="1376738" cy="513138"/>
          </a:xfrm>
          <a:prstGeom prst="chevron">
            <a:avLst/>
          </a:prstGeom>
          <a:solidFill>
            <a:srgbClr val="8E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9" name="TextBox 18">
            <a:extLst>
              <a:ext uri="{FF2B5EF4-FFF2-40B4-BE49-F238E27FC236}">
                <a16:creationId xmlns:a16="http://schemas.microsoft.com/office/drawing/2014/main" id="{604027D6-0EDD-D9F0-DB81-744E0A3D5A18}"/>
              </a:ext>
            </a:extLst>
          </p:cNvPr>
          <p:cNvSpPr txBox="1"/>
          <p:nvPr/>
        </p:nvSpPr>
        <p:spPr>
          <a:xfrm>
            <a:off x="10447098" y="1479779"/>
            <a:ext cx="11914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POST-STAY </a:t>
            </a:r>
            <a:b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b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&amp; AT HOME</a:t>
            </a:r>
          </a:p>
        </p:txBody>
      </p:sp>
      <p:sp>
        <p:nvSpPr>
          <p:cNvPr id="22" name="TextBox 21">
            <a:extLst>
              <a:ext uri="{FF2B5EF4-FFF2-40B4-BE49-F238E27FC236}">
                <a16:creationId xmlns:a16="http://schemas.microsoft.com/office/drawing/2014/main" id="{C86AA589-CF2C-B22E-5B9F-BC0FA7A7DCAA}"/>
              </a:ext>
            </a:extLst>
          </p:cNvPr>
          <p:cNvSpPr txBox="1"/>
          <p:nvPr/>
        </p:nvSpPr>
        <p:spPr>
          <a:xfrm>
            <a:off x="652310" y="1116919"/>
            <a:ext cx="60998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Guest Experience </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25" name="TextBox 24">
            <a:extLst>
              <a:ext uri="{FF2B5EF4-FFF2-40B4-BE49-F238E27FC236}">
                <a16:creationId xmlns:a16="http://schemas.microsoft.com/office/drawing/2014/main" id="{962943B9-E324-EE7C-AA4E-0326D385D94E}"/>
              </a:ext>
            </a:extLst>
          </p:cNvPr>
          <p:cNvSpPr txBox="1"/>
          <p:nvPr/>
        </p:nvSpPr>
        <p:spPr>
          <a:xfrm>
            <a:off x="719451" y="2264013"/>
            <a:ext cx="60998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Colleague Service Action</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cxnSp>
        <p:nvCxnSpPr>
          <p:cNvPr id="3" name="Straight Connector 2">
            <a:extLst>
              <a:ext uri="{FF2B5EF4-FFF2-40B4-BE49-F238E27FC236}">
                <a16:creationId xmlns:a16="http://schemas.microsoft.com/office/drawing/2014/main" id="{118A4BC8-E9FF-9A4D-444B-10F326B31293}"/>
              </a:ext>
            </a:extLst>
          </p:cNvPr>
          <p:cNvCxnSpPr>
            <a:cxnSpLocks/>
          </p:cNvCxnSpPr>
          <p:nvPr/>
        </p:nvCxnSpPr>
        <p:spPr>
          <a:xfrm>
            <a:off x="1903344" y="1276409"/>
            <a:ext cx="9595839" cy="67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6301548-3611-D4AC-09A0-E817F32A3D49}"/>
              </a:ext>
            </a:extLst>
          </p:cNvPr>
          <p:cNvCxnSpPr>
            <a:cxnSpLocks/>
          </p:cNvCxnSpPr>
          <p:nvPr/>
        </p:nvCxnSpPr>
        <p:spPr>
          <a:xfrm flipV="1">
            <a:off x="2402071" y="2396886"/>
            <a:ext cx="9283794" cy="7793"/>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043BD54-D484-9938-072F-6B7ACFB60A00}"/>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spTree>
    <p:extLst>
      <p:ext uri="{BB962C8B-B14F-4D97-AF65-F5344CB8AC3E}">
        <p14:creationId xmlns:p14="http://schemas.microsoft.com/office/powerpoint/2010/main" val="1351150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3D337-902D-5C3B-BEC0-D9D5B150D995}"/>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83633147-F29C-6790-17A2-1B793A90C6D2}"/>
              </a:ext>
            </a:extLst>
          </p:cNvPr>
          <p:cNvSpPr/>
          <p:nvPr/>
        </p:nvSpPr>
        <p:spPr>
          <a:xfrm>
            <a:off x="1957685" y="3637128"/>
            <a:ext cx="3657600" cy="797953"/>
          </a:xfrm>
          <a:prstGeom prst="rect">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68" name="Rectangle 67">
            <a:extLst>
              <a:ext uri="{FF2B5EF4-FFF2-40B4-BE49-F238E27FC236}">
                <a16:creationId xmlns:a16="http://schemas.microsoft.com/office/drawing/2014/main" id="{BBD9DC76-F79B-8FDA-BCB7-95C9B3D85CEB}"/>
              </a:ext>
            </a:extLst>
          </p:cNvPr>
          <p:cNvSpPr/>
          <p:nvPr/>
        </p:nvSpPr>
        <p:spPr>
          <a:xfrm>
            <a:off x="6113514" y="3637128"/>
            <a:ext cx="3657600" cy="2771654"/>
          </a:xfrm>
          <a:prstGeom prst="rect">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5" name="Text Placeholder 4">
            <a:extLst>
              <a:ext uri="{FF2B5EF4-FFF2-40B4-BE49-F238E27FC236}">
                <a16:creationId xmlns:a16="http://schemas.microsoft.com/office/drawing/2014/main" id="{9E7CD7B7-F8E5-7B8F-A692-F2AB2097AFE7}"/>
              </a:ext>
            </a:extLst>
          </p:cNvPr>
          <p:cNvSpPr>
            <a:spLocks noGrp="1"/>
          </p:cNvSpPr>
          <p:nvPr>
            <p:ph type="body" sz="quarter" idx="19"/>
          </p:nvPr>
        </p:nvSpPr>
        <p:spPr>
          <a:xfrm>
            <a:off x="2028606" y="1688070"/>
            <a:ext cx="3503513" cy="721085"/>
          </a:xfrm>
        </p:spPr>
        <p:txBody>
          <a:bodyPr lIns="91440" tIns="91440" rIns="91440" bIns="91440"/>
          <a:lstStyle/>
          <a:p>
            <a:pPr algn="l">
              <a:lnSpc>
                <a:spcPct val="80000"/>
              </a:lnSpc>
              <a:spcAft>
                <a:spcPts val="800"/>
              </a:spcAft>
              <a:tabLst>
                <a:tab pos="457200" algn="l"/>
              </a:tabLst>
            </a:pPr>
            <a:r>
              <a:rPr lang="en-US" sz="2200" cap="none" spc="0" dirty="0"/>
              <a:t>How can we make you most comfortable in your room? </a:t>
            </a:r>
          </a:p>
        </p:txBody>
      </p:sp>
      <p:sp>
        <p:nvSpPr>
          <p:cNvPr id="12" name="Text Placeholder 11">
            <a:extLst>
              <a:ext uri="{FF2B5EF4-FFF2-40B4-BE49-F238E27FC236}">
                <a16:creationId xmlns:a16="http://schemas.microsoft.com/office/drawing/2014/main" id="{62A69739-7B3B-337E-BDE5-3577511B243D}"/>
              </a:ext>
            </a:extLst>
          </p:cNvPr>
          <p:cNvSpPr>
            <a:spLocks noGrp="1"/>
          </p:cNvSpPr>
          <p:nvPr>
            <p:ph type="body" sz="quarter" idx="24"/>
          </p:nvPr>
        </p:nvSpPr>
        <p:spPr>
          <a:xfrm>
            <a:off x="6474308" y="1634290"/>
            <a:ext cx="3200400" cy="771908"/>
          </a:xfrm>
        </p:spPr>
        <p:txBody>
          <a:bodyPr lIns="91440" tIns="91440" rIns="91440" bIns="91440"/>
          <a:lstStyle/>
          <a:p>
            <a:pPr marR="0" lvl="0" algn="l">
              <a:lnSpc>
                <a:spcPct val="80000"/>
              </a:lnSpc>
              <a:spcAft>
                <a:spcPts val="800"/>
              </a:spcAft>
              <a:tabLst>
                <a:tab pos="457200" algn="l"/>
              </a:tabLst>
            </a:pPr>
            <a:r>
              <a:rPr lang="en-US" sz="2200" cap="none" spc="0"/>
              <a:t>What is your in-room water preference? </a:t>
            </a:r>
          </a:p>
        </p:txBody>
      </p:sp>
      <p:sp>
        <p:nvSpPr>
          <p:cNvPr id="7" name="Rectangle 6">
            <a:extLst>
              <a:ext uri="{FF2B5EF4-FFF2-40B4-BE49-F238E27FC236}">
                <a16:creationId xmlns:a16="http://schemas.microsoft.com/office/drawing/2014/main" id="{E00A3A0A-A35C-C2EF-6FE2-3308C1C0274D}"/>
              </a:ext>
            </a:extLst>
          </p:cNvPr>
          <p:cNvSpPr/>
          <p:nvPr/>
        </p:nvSpPr>
        <p:spPr>
          <a:xfrm>
            <a:off x="3711072" y="2709112"/>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GGGUE</a:t>
            </a:r>
          </a:p>
        </p:txBody>
      </p:sp>
      <p:sp>
        <p:nvSpPr>
          <p:cNvPr id="8" name="Rectangle 7">
            <a:extLst>
              <a:ext uri="{FF2B5EF4-FFF2-40B4-BE49-F238E27FC236}">
                <a16:creationId xmlns:a16="http://schemas.microsoft.com/office/drawing/2014/main" id="{1F00DEA6-E729-6CB0-85EE-B4E75AE26CA4}"/>
              </a:ext>
            </a:extLst>
          </p:cNvPr>
          <p:cNvSpPr/>
          <p:nvPr/>
        </p:nvSpPr>
        <p:spPr>
          <a:xfrm>
            <a:off x="2028607" y="2709112"/>
            <a:ext cx="1759509" cy="226344"/>
          </a:xfrm>
          <a:prstGeom prst="rect">
            <a:avLst/>
          </a:prstGeom>
          <a:solidFill>
            <a:schemeClr val="bg1"/>
          </a:solidFill>
          <a:ln>
            <a:solidFill>
              <a:schemeClr val="accent5"/>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FREE TEXT</a:t>
            </a:r>
          </a:p>
        </p:txBody>
      </p:sp>
      <p:sp>
        <p:nvSpPr>
          <p:cNvPr id="17" name="Rectangle 16">
            <a:extLst>
              <a:ext uri="{FF2B5EF4-FFF2-40B4-BE49-F238E27FC236}">
                <a16:creationId xmlns:a16="http://schemas.microsoft.com/office/drawing/2014/main" id="{C3E6799F-90F9-13F0-B0F0-335E923FA23F}"/>
              </a:ext>
            </a:extLst>
          </p:cNvPr>
          <p:cNvSpPr/>
          <p:nvPr/>
        </p:nvSpPr>
        <p:spPr>
          <a:xfrm>
            <a:off x="8156773" y="2692656"/>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err="1">
                <a:ln>
                  <a:noFill/>
                </a:ln>
                <a:solidFill>
                  <a:srgbClr val="000000">
                    <a:lumMod val="50000"/>
                    <a:lumOff val="50000"/>
                  </a:srgbClr>
                </a:solidFill>
                <a:effectLst/>
                <a:uLnTx/>
                <a:uFillTx/>
                <a:latin typeface="Aptos Light" panose="020B0004020202020204" pitchFamily="34" charset="0"/>
                <a:ea typeface="+mn-ea"/>
                <a:cs typeface="+mn-cs"/>
              </a:rPr>
              <a:t>WT03</a:t>
            </a: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18" name="Rectangle 17">
            <a:extLst>
              <a:ext uri="{FF2B5EF4-FFF2-40B4-BE49-F238E27FC236}">
                <a16:creationId xmlns:a16="http://schemas.microsoft.com/office/drawing/2014/main" id="{8C866DC3-985A-4288-956E-142EA3386333}"/>
              </a:ext>
            </a:extLst>
          </p:cNvPr>
          <p:cNvSpPr/>
          <p:nvPr/>
        </p:nvSpPr>
        <p:spPr>
          <a:xfrm>
            <a:off x="8156773" y="2942939"/>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err="1">
                <a:ln>
                  <a:noFill/>
                </a:ln>
                <a:solidFill>
                  <a:srgbClr val="000000">
                    <a:lumMod val="50000"/>
                    <a:lumOff val="50000"/>
                  </a:srgbClr>
                </a:solidFill>
                <a:effectLst/>
                <a:uLnTx/>
                <a:uFillTx/>
                <a:latin typeface="Aptos Light" panose="020B0004020202020204" pitchFamily="34" charset="0"/>
                <a:ea typeface="+mn-ea"/>
                <a:cs typeface="+mn-cs"/>
              </a:rPr>
              <a:t>WT02</a:t>
            </a: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19" name="Rectangle 18">
            <a:extLst>
              <a:ext uri="{FF2B5EF4-FFF2-40B4-BE49-F238E27FC236}">
                <a16:creationId xmlns:a16="http://schemas.microsoft.com/office/drawing/2014/main" id="{0E6C77D9-C53F-EB37-514F-F88A7464DD61}"/>
              </a:ext>
            </a:extLst>
          </p:cNvPr>
          <p:cNvSpPr/>
          <p:nvPr/>
        </p:nvSpPr>
        <p:spPr>
          <a:xfrm>
            <a:off x="8156773" y="3193222"/>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err="1">
                <a:ln>
                  <a:noFill/>
                </a:ln>
                <a:solidFill>
                  <a:srgbClr val="000000">
                    <a:lumMod val="50000"/>
                    <a:lumOff val="50000"/>
                  </a:srgbClr>
                </a:solidFill>
                <a:effectLst/>
                <a:uLnTx/>
                <a:uFillTx/>
                <a:latin typeface="Aptos Light" panose="020B0004020202020204" pitchFamily="34" charset="0"/>
                <a:ea typeface="+mn-ea"/>
                <a:cs typeface="+mn-cs"/>
              </a:rPr>
              <a:t>WT99</a:t>
            </a: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20" name="Rectangle 19">
            <a:extLst>
              <a:ext uri="{FF2B5EF4-FFF2-40B4-BE49-F238E27FC236}">
                <a16:creationId xmlns:a16="http://schemas.microsoft.com/office/drawing/2014/main" id="{16A27CBA-5D98-28EF-CE36-3C15FCEF42EA}"/>
              </a:ext>
            </a:extLst>
          </p:cNvPr>
          <p:cNvSpPr/>
          <p:nvPr/>
        </p:nvSpPr>
        <p:spPr>
          <a:xfrm>
            <a:off x="6474308" y="2692656"/>
            <a:ext cx="1759510" cy="226344"/>
          </a:xfrm>
          <a:prstGeom prst="rect">
            <a:avLst/>
          </a:prstGeom>
          <a:solidFill>
            <a:schemeClr val="bg1"/>
          </a:solidFill>
          <a:ln>
            <a:solidFill>
              <a:schemeClr val="accent5"/>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STILL</a:t>
            </a:r>
          </a:p>
        </p:txBody>
      </p:sp>
      <p:sp>
        <p:nvSpPr>
          <p:cNvPr id="21" name="Rectangle 20">
            <a:extLst>
              <a:ext uri="{FF2B5EF4-FFF2-40B4-BE49-F238E27FC236}">
                <a16:creationId xmlns:a16="http://schemas.microsoft.com/office/drawing/2014/main" id="{7673F351-54A3-7857-B595-FFC97C672639}"/>
              </a:ext>
            </a:extLst>
          </p:cNvPr>
          <p:cNvSpPr/>
          <p:nvPr/>
        </p:nvSpPr>
        <p:spPr>
          <a:xfrm>
            <a:off x="6474308" y="2942939"/>
            <a:ext cx="1759510" cy="226344"/>
          </a:xfrm>
          <a:prstGeom prst="rect">
            <a:avLst/>
          </a:prstGeom>
          <a:solidFill>
            <a:schemeClr val="bg1"/>
          </a:solidFill>
          <a:ln>
            <a:solidFill>
              <a:schemeClr val="accent5"/>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SPARKLING</a:t>
            </a:r>
          </a:p>
        </p:txBody>
      </p:sp>
      <p:sp>
        <p:nvSpPr>
          <p:cNvPr id="22" name="Rectangle 21">
            <a:extLst>
              <a:ext uri="{FF2B5EF4-FFF2-40B4-BE49-F238E27FC236}">
                <a16:creationId xmlns:a16="http://schemas.microsoft.com/office/drawing/2014/main" id="{16357A23-3E0A-8233-10E5-0F271B9E5087}"/>
              </a:ext>
            </a:extLst>
          </p:cNvPr>
          <p:cNvSpPr/>
          <p:nvPr/>
        </p:nvSpPr>
        <p:spPr>
          <a:xfrm>
            <a:off x="6474308" y="3193222"/>
            <a:ext cx="1759510" cy="226344"/>
          </a:xfrm>
          <a:prstGeom prst="rect">
            <a:avLst/>
          </a:prstGeom>
          <a:solidFill>
            <a:schemeClr val="bg1"/>
          </a:solidFill>
          <a:ln>
            <a:solidFill>
              <a:schemeClr val="accent5"/>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BOTH</a:t>
            </a:r>
          </a:p>
        </p:txBody>
      </p:sp>
      <p:sp>
        <p:nvSpPr>
          <p:cNvPr id="48" name="Rectangle 47">
            <a:extLst>
              <a:ext uri="{FF2B5EF4-FFF2-40B4-BE49-F238E27FC236}">
                <a16:creationId xmlns:a16="http://schemas.microsoft.com/office/drawing/2014/main" id="{4D45401A-6A80-913D-D694-293E8DCB0468}"/>
              </a:ext>
            </a:extLst>
          </p:cNvPr>
          <p:cNvSpPr/>
          <p:nvPr/>
        </p:nvSpPr>
        <p:spPr>
          <a:xfrm>
            <a:off x="1957685" y="3637128"/>
            <a:ext cx="3657599" cy="7979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18288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ptos" panose="020B0004020202020204" pitchFamily="34" charset="0"/>
                <a:ea typeface="+mn-ea"/>
                <a:cs typeface="+mn-cs"/>
              </a:rPr>
              <a:t>REVIEW &amp; DELEGATE </a:t>
            </a:r>
            <a:br>
              <a:rPr kumimoji="0" lang="en-US" sz="1000" b="1" i="0" u="none" strike="noStrike" kern="1200" cap="none" spc="0" normalizeH="0" baseline="0" noProof="0" dirty="0">
                <a:ln>
                  <a:noFill/>
                </a:ln>
                <a:solidFill>
                  <a:srgbClr val="000000"/>
                </a:solidFill>
                <a:effectLst/>
                <a:uLnTx/>
                <a:uFillTx/>
                <a:latin typeface="Aptos" panose="020B0004020202020204" pitchFamily="34" charset="0"/>
                <a:ea typeface="+mn-ea"/>
                <a:cs typeface="+mn-cs"/>
              </a:rPr>
            </a:br>
            <a:r>
              <a:rPr kumimoji="0" lang="en-US"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Property team to review &amp; delegate to stay preferences and stamp with [date &amp; property]. </a:t>
            </a:r>
            <a:endParaRPr lang="en-US" sz="1000" dirty="0">
              <a:solidFill>
                <a:srgbClr val="000000"/>
              </a:solidFill>
              <a:latin typeface="Aptos Light" panose="020B0004020202020204" pitchFamily="34" charset="0"/>
            </a:endParaRP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lang="en-US" sz="1000" dirty="0">
                <a:solidFill>
                  <a:srgbClr val="000000"/>
                </a:solidFill>
                <a:latin typeface="Aptos Light" panose="020B0004020202020204" pitchFamily="34" charset="0"/>
              </a:rPr>
              <a:t>NOTES: </a:t>
            </a:r>
            <a:r>
              <a:rPr lang="en-US" sz="1000" i="1" dirty="0">
                <a:solidFill>
                  <a:srgbClr val="000000"/>
                </a:solidFill>
                <a:latin typeface="Aptos Light" panose="020B0004020202020204" pitchFamily="34" charset="0"/>
              </a:rPr>
              <a:t>How do we disseminate into actual actions? </a:t>
            </a:r>
            <a:r>
              <a:rPr lang="en-US" sz="1000" dirty="0">
                <a:solidFill>
                  <a:srgbClr val="000000"/>
                </a:solidFill>
                <a:latin typeface="Aptos Light" panose="020B0004020202020204" pitchFamily="34" charset="0"/>
              </a:rPr>
              <a:t>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-Take preferences and copy paste to departmental codes as ”Global Preferences”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kumimoji="0" lang="en-US"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If Other Language,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lang="en-US" sz="1000" dirty="0">
                <a:solidFill>
                  <a:srgbClr val="000000"/>
                </a:solidFill>
                <a:latin typeface="Aptos Light" panose="020B0004020202020204" pitchFamily="34" charset="0"/>
              </a:rPr>
              <a:t>Do we retain a copy?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lang="en-US" sz="1000" dirty="0">
                <a:solidFill>
                  <a:srgbClr val="000000"/>
                </a:solidFill>
                <a:latin typeface="Aptos Light" panose="020B0004020202020204" pitchFamily="34" charset="0"/>
              </a:rPr>
              <a:t>!! If Inappropriate </a:t>
            </a:r>
            <a:endParaRPr kumimoji="0" lang="en-US"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lang="en-US" sz="1000" dirty="0">
                <a:solidFill>
                  <a:srgbClr val="000000"/>
                </a:solidFill>
                <a:latin typeface="Aptos Light" panose="020B0004020202020204" pitchFamily="34" charset="0"/>
              </a:rPr>
              <a:t>!! DON’T MODIFY GUEST ENTERED INFORMATION: Leave this is the format the guest delivered to maintain the integrity of the content.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lang="en-US" sz="1000" dirty="0">
                <a:solidFill>
                  <a:srgbClr val="000000"/>
                </a:solidFill>
                <a:latin typeface="Aptos Light" panose="020B0004020202020204" pitchFamily="34" charset="0"/>
              </a:rPr>
              <a:t>Any chances to this text box will pass through to the colleague.</a:t>
            </a:r>
          </a:p>
          <a:p>
            <a:pPr marL="628650" lvl="1" indent="-171450">
              <a:spcAft>
                <a:spcPts val="300"/>
              </a:spcAft>
              <a:buFontTx/>
              <a:buChar char="-"/>
              <a:defRPr/>
            </a:pPr>
            <a:r>
              <a:rPr lang="en-US" sz="1000" dirty="0">
                <a:solidFill>
                  <a:srgbClr val="000000"/>
                </a:solidFill>
                <a:latin typeface="Aptos Light" panose="020B0004020202020204" pitchFamily="34" charset="0"/>
              </a:rPr>
              <a:t> If we change it, it changes for the guest as well.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lang="en-US" sz="1000" dirty="0">
                <a:solidFill>
                  <a:srgbClr val="000000"/>
                </a:solidFill>
                <a:latin typeface="Aptos Light" panose="020B0004020202020204" pitchFamily="34" charset="0"/>
              </a:rPr>
              <a:t>TWO WAY?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lang="en-US" sz="1000" dirty="0">
                <a:solidFill>
                  <a:srgbClr val="000000"/>
                </a:solidFill>
                <a:latin typeface="Aptos Light" panose="020B0004020202020204" pitchFamily="34" charset="0"/>
              </a:rPr>
              <a:t>Traces, Requests, Add Amenity,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lang="en-US" sz="1000" dirty="0">
                <a:solidFill>
                  <a:srgbClr val="000000"/>
                </a:solidFill>
                <a:latin typeface="Aptos Light" panose="020B0004020202020204" pitchFamily="34" charset="0"/>
              </a:rPr>
              <a:t>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endParaRPr kumimoji="0" lang="en-GB"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000" b="0" i="0" u="none" strike="noStrike" kern="1200" cap="none" spc="0" normalizeH="0" baseline="0" noProof="0" dirty="0">
              <a:ln>
                <a:noFill/>
              </a:ln>
              <a:solidFill>
                <a:prstClr val="black">
                  <a:lumMod val="50000"/>
                  <a:lumOff val="50000"/>
                </a:prstClr>
              </a:solidFill>
              <a:effectLst/>
              <a:uLnTx/>
              <a:uFillTx/>
              <a:latin typeface="Aptos Light" panose="020B0004020202020204" pitchFamily="34" charset="0"/>
              <a:ea typeface="+mn-ea"/>
              <a:cs typeface="+mn-cs"/>
            </a:endParaRPr>
          </a:p>
        </p:txBody>
      </p:sp>
      <p:sp>
        <p:nvSpPr>
          <p:cNvPr id="52" name="TextBox 51">
            <a:extLst>
              <a:ext uri="{FF2B5EF4-FFF2-40B4-BE49-F238E27FC236}">
                <a16:creationId xmlns:a16="http://schemas.microsoft.com/office/drawing/2014/main" id="{474C3B75-D11B-88C0-3115-BB15A5C131E7}"/>
              </a:ext>
            </a:extLst>
          </p:cNvPr>
          <p:cNvSpPr txBox="1"/>
          <p:nvPr/>
        </p:nvSpPr>
        <p:spPr>
          <a:xfrm>
            <a:off x="6132769" y="3637128"/>
            <a:ext cx="3490210" cy="1808187"/>
          </a:xfrm>
          <a:prstGeom prst="rect">
            <a:avLst/>
          </a:prstGeom>
          <a:noFill/>
        </p:spPr>
        <p:txBody>
          <a:bodyPr wrap="square" tIns="18288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1" i="0" u="none" strike="noStrike" kern="1200" cap="none" spc="0" normalizeH="0" baseline="0" noProof="0" dirty="0">
                <a:ln>
                  <a:noFill/>
                </a:ln>
                <a:solidFill>
                  <a:srgbClr val="C4B749"/>
                </a:solidFill>
                <a:effectLst/>
                <a:uLnTx/>
                <a:uFillTx/>
                <a:latin typeface="Aptos SemiBold" panose="020B0004020202020204" pitchFamily="34" charset="0"/>
                <a:ea typeface="+mn-ea"/>
                <a:cs typeface="+mn-cs"/>
              </a:rPr>
              <a:t>ROOM ALLOCATION &amp; SET UP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1" i="0" u="none" strike="noStrike" kern="1200" cap="none" spc="0" normalizeH="0" baseline="0" noProof="0" dirty="0">
                <a:ln>
                  <a:noFill/>
                </a:ln>
                <a:solidFill>
                  <a:srgbClr val="000000"/>
                </a:solidFill>
                <a:effectLst/>
                <a:uLnTx/>
                <a:uFillTx/>
                <a:latin typeface="Aptos" panose="020B0004020202020204" pitchFamily="34" charset="0"/>
                <a:ea typeface="+mn-ea"/>
                <a:cs typeface="+mn-cs"/>
              </a:rPr>
              <a:t>- ALL ROOMS </a:t>
            </a:r>
            <a:r>
              <a:rPr kumimoji="0" lang="en-GB"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to have 1 Large Still &amp; 1 Large Sparkling water available upon rooming and turn down. </a:t>
            </a:r>
          </a:p>
          <a:p>
            <a:pPr marL="0" marR="0" lvl="0" indent="0" algn="l" defTabSz="914400" rtl="0" eaLnBrk="1" fontAlgn="auto" latinLnBrk="0" hangingPunct="1">
              <a:lnSpc>
                <a:spcPct val="100000"/>
              </a:lnSpc>
              <a:spcBef>
                <a:spcPts val="0"/>
              </a:spcBef>
              <a:spcAft>
                <a:spcPts val="300"/>
              </a:spcAft>
              <a:buClrTx/>
              <a:buSzTx/>
              <a:buFontTx/>
              <a:buNone/>
              <a:tabLst/>
              <a:defRPr/>
            </a:pPr>
            <a:r>
              <a:rPr lang="en-GB" sz="1000" b="1" dirty="0">
                <a:solidFill>
                  <a:srgbClr val="000000"/>
                </a:solidFill>
                <a:latin typeface="Aptos" panose="020B0004020202020204" pitchFamily="34" charset="0"/>
              </a:rPr>
              <a:t>- </a:t>
            </a:r>
            <a:r>
              <a:rPr kumimoji="0" lang="en-GB" sz="1000" b="1" i="0" u="none" strike="noStrike" kern="1200" cap="none" spc="0" normalizeH="0" baseline="0" noProof="0" dirty="0">
                <a:ln>
                  <a:noFill/>
                </a:ln>
                <a:solidFill>
                  <a:srgbClr val="000000"/>
                </a:solidFill>
                <a:effectLst/>
                <a:uLnTx/>
                <a:uFillTx/>
                <a:latin typeface="Aptos" panose="020B0004020202020204" pitchFamily="34" charset="0"/>
                <a:ea typeface="+mn-ea"/>
                <a:cs typeface="+mn-cs"/>
              </a:rPr>
              <a:t>IF STILL;  </a:t>
            </a:r>
            <a:r>
              <a:rPr kumimoji="0" lang="en-GB"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add extra still water to the room and place still water at the bedside during turndown.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kumimoji="0" lang="en-GB" sz="1000" b="1" i="0" u="none" strike="noStrike" kern="1200" cap="none" spc="0" normalizeH="0" baseline="0" noProof="0" dirty="0">
                <a:ln>
                  <a:noFill/>
                </a:ln>
                <a:solidFill>
                  <a:srgbClr val="000000"/>
                </a:solidFill>
                <a:effectLst/>
                <a:uLnTx/>
                <a:uFillTx/>
                <a:latin typeface="Aptos" panose="020B0004020202020204" pitchFamily="34" charset="0"/>
                <a:ea typeface="+mn-ea"/>
                <a:cs typeface="+mn-cs"/>
              </a:rPr>
              <a:t>IF SPARKLING;</a:t>
            </a:r>
            <a:r>
              <a:rPr kumimoji="0" lang="en-GB"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 add extra sparkling water to the room and place sparkling water at the bedside during turndown.</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lang="en-GB" sz="1000" b="1" dirty="0">
                <a:solidFill>
                  <a:srgbClr val="000000"/>
                </a:solidFill>
                <a:latin typeface="Aptos" panose="020B0004020202020204" pitchFamily="34" charset="0"/>
              </a:rPr>
              <a:t>IF BOTH; </a:t>
            </a:r>
            <a:r>
              <a:rPr lang="en-GB" sz="1000" dirty="0">
                <a:solidFill>
                  <a:srgbClr val="000000"/>
                </a:solidFill>
                <a:latin typeface="Aptos Light" panose="020B0004020202020204" pitchFamily="34" charset="0"/>
              </a:rPr>
              <a:t>keep 1 Large Still &amp; 1 Large Sparkling water </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endParaRPr>
          </a:p>
        </p:txBody>
      </p:sp>
      <p:sp>
        <p:nvSpPr>
          <p:cNvPr id="14" name="TextBox 13">
            <a:extLst>
              <a:ext uri="{FF2B5EF4-FFF2-40B4-BE49-F238E27FC236}">
                <a16:creationId xmlns:a16="http://schemas.microsoft.com/office/drawing/2014/main" id="{7F76876C-27D0-5D55-7876-DAC938884590}"/>
              </a:ext>
            </a:extLst>
          </p:cNvPr>
          <p:cNvSpPr txBox="1"/>
          <p:nvPr/>
        </p:nvSpPr>
        <p:spPr>
          <a:xfrm>
            <a:off x="2066131" y="1430484"/>
            <a:ext cx="292745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D2B062"/>
                </a:solidFill>
                <a:effectLst/>
                <a:uLnTx/>
                <a:uFillTx/>
                <a:latin typeface="Aptos" panose="020B0004020202020204" pitchFamily="34" charset="0"/>
                <a:ea typeface="Helvetica Neue"/>
                <a:cs typeface="Helvetica Neue"/>
              </a:rPr>
              <a:t>NEW! </a:t>
            </a:r>
            <a:endParaRPr kumimoji="0" lang="en-US" sz="1200" b="0" i="0" u="none" strike="noStrike" kern="1200" cap="none" spc="0" normalizeH="0" baseline="0" noProof="0">
              <a:ln>
                <a:noFill/>
              </a:ln>
              <a:solidFill>
                <a:srgbClr val="D2B062"/>
              </a:solidFill>
              <a:effectLst/>
              <a:uLnTx/>
              <a:uFillTx/>
              <a:latin typeface="Garamond" panose="02020404030301010803"/>
              <a:ea typeface="+mn-ea"/>
              <a:cs typeface="+mn-cs"/>
            </a:endParaRPr>
          </a:p>
        </p:txBody>
      </p:sp>
      <p:sp>
        <p:nvSpPr>
          <p:cNvPr id="23" name="TextBox 22">
            <a:extLst>
              <a:ext uri="{FF2B5EF4-FFF2-40B4-BE49-F238E27FC236}">
                <a16:creationId xmlns:a16="http://schemas.microsoft.com/office/drawing/2014/main" id="{151996E4-19DE-D715-524D-97AE3E9A67CF}"/>
              </a:ext>
            </a:extLst>
          </p:cNvPr>
          <p:cNvSpPr txBox="1"/>
          <p:nvPr/>
        </p:nvSpPr>
        <p:spPr>
          <a:xfrm>
            <a:off x="6422582" y="1411071"/>
            <a:ext cx="292745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D2B062"/>
                </a:solidFill>
                <a:effectLst/>
                <a:uLnTx/>
                <a:uFillTx/>
                <a:latin typeface="Aptos" panose="020B0004020202020204" pitchFamily="34" charset="0"/>
                <a:ea typeface="Helvetica Neue"/>
                <a:cs typeface="Helvetica Neue"/>
              </a:rPr>
              <a:t>UPDATED</a:t>
            </a:r>
            <a:endParaRPr kumimoji="0" lang="en-US" sz="1200" b="0" i="0" u="none" strike="noStrike" kern="1200" cap="none" spc="0" normalizeH="0" baseline="0" noProof="0">
              <a:ln>
                <a:noFill/>
              </a:ln>
              <a:solidFill>
                <a:srgbClr val="D2B062"/>
              </a:solidFill>
              <a:effectLst/>
              <a:uLnTx/>
              <a:uFillTx/>
              <a:latin typeface="Garamond" panose="02020404030301010803"/>
              <a:ea typeface="+mn-ea"/>
              <a:cs typeface="+mn-cs"/>
            </a:endParaRPr>
          </a:p>
        </p:txBody>
      </p:sp>
      <p:sp>
        <p:nvSpPr>
          <p:cNvPr id="26" name="Rectangle 25">
            <a:extLst>
              <a:ext uri="{FF2B5EF4-FFF2-40B4-BE49-F238E27FC236}">
                <a16:creationId xmlns:a16="http://schemas.microsoft.com/office/drawing/2014/main" id="{9F1BBF2D-5A40-4C88-42F6-56E3C75EC6D2}"/>
              </a:ext>
            </a:extLst>
          </p:cNvPr>
          <p:cNvSpPr/>
          <p:nvPr/>
        </p:nvSpPr>
        <p:spPr>
          <a:xfrm>
            <a:off x="206062" y="3637128"/>
            <a:ext cx="1667898" cy="16403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18288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Garamond" panose="02020404030301010803"/>
                <a:ea typeface="+mn-ea"/>
                <a:cs typeface="+mn-cs"/>
              </a:rPr>
              <a:t>This is our first port </a:t>
            </a:r>
            <a:br>
              <a:rPr kumimoji="0" lang="en-US" sz="1400" b="0" i="1" u="none" strike="noStrike" kern="1200" cap="none" spc="0" normalizeH="0" baseline="0" noProof="0">
                <a:ln>
                  <a:noFill/>
                </a:ln>
                <a:solidFill>
                  <a:srgbClr val="000000"/>
                </a:solidFill>
                <a:effectLst/>
                <a:uLnTx/>
                <a:uFillTx/>
                <a:latin typeface="Garamond" panose="02020404030301010803"/>
                <a:ea typeface="+mn-ea"/>
                <a:cs typeface="+mn-cs"/>
              </a:rPr>
            </a:br>
            <a:r>
              <a:rPr kumimoji="0" lang="en-US" sz="1400" b="0" i="1" u="none" strike="noStrike" kern="1200" cap="none" spc="0" normalizeH="0" baseline="0" noProof="0">
                <a:ln>
                  <a:noFill/>
                </a:ln>
                <a:solidFill>
                  <a:srgbClr val="000000"/>
                </a:solidFill>
                <a:effectLst/>
                <a:uLnTx/>
                <a:uFillTx/>
                <a:latin typeface="Garamond" panose="02020404030301010803"/>
                <a:ea typeface="+mn-ea"/>
                <a:cs typeface="+mn-cs"/>
              </a:rPr>
              <a:t>of call for us to know who this person is and what matters to them. </a:t>
            </a:r>
          </a:p>
          <a:p>
            <a:pPr marL="0" marR="0" lvl="0" indent="0" algn="r" defTabSz="914400" rtl="0" eaLnBrk="1" fontAlgn="auto" latinLnBrk="0" hangingPunct="1">
              <a:lnSpc>
                <a:spcPct val="100000"/>
              </a:lnSpc>
              <a:spcBef>
                <a:spcPts val="0"/>
              </a:spcBef>
              <a:spcAft>
                <a:spcPts val="300"/>
              </a:spcAft>
              <a:buClrTx/>
              <a:buSzTx/>
              <a:buFontTx/>
              <a:buNone/>
              <a:tabLst/>
              <a:defRPr/>
            </a:pPr>
            <a:endParaRPr kumimoji="0" lang="en-GB" sz="800" b="0" i="1" u="none" strike="noStrike" kern="1200" cap="none" spc="0" normalizeH="0" baseline="0" noProof="0">
              <a:ln>
                <a:noFill/>
              </a:ln>
              <a:solidFill>
                <a:srgbClr val="000000"/>
              </a:solidFill>
              <a:effectLst/>
              <a:uLnTx/>
              <a:uFillTx/>
              <a:latin typeface="Aptos Light" panose="020B0004020202020204" pitchFamily="34" charset="0"/>
              <a:ea typeface="+mn-ea"/>
              <a:cs typeface="+mn-cs"/>
            </a:endParaRPr>
          </a:p>
        </p:txBody>
      </p:sp>
      <p:sp>
        <p:nvSpPr>
          <p:cNvPr id="27" name="Rectangle 26">
            <a:extLst>
              <a:ext uri="{FF2B5EF4-FFF2-40B4-BE49-F238E27FC236}">
                <a16:creationId xmlns:a16="http://schemas.microsoft.com/office/drawing/2014/main" id="{8810F75F-6293-6F3D-CC56-B2E1B8844E2E}"/>
              </a:ext>
            </a:extLst>
          </p:cNvPr>
          <p:cNvSpPr/>
          <p:nvPr/>
        </p:nvSpPr>
        <p:spPr>
          <a:xfrm>
            <a:off x="9899878" y="3637128"/>
            <a:ext cx="2086060" cy="12418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Garamond" panose="02020404030301010803"/>
                <a:ea typeface="+mn-ea"/>
                <a:cs typeface="+mn-cs"/>
              </a:rPr>
              <a:t>This is an existing standard, </a:t>
            </a:r>
            <a:br>
              <a:rPr kumimoji="0" lang="en-US" sz="1400" b="0" i="1" u="none" strike="noStrike" kern="1200" cap="none" spc="0" normalizeH="0" baseline="0" noProof="0">
                <a:ln>
                  <a:noFill/>
                </a:ln>
                <a:solidFill>
                  <a:srgbClr val="000000"/>
                </a:solidFill>
                <a:effectLst/>
                <a:uLnTx/>
                <a:uFillTx/>
                <a:latin typeface="Garamond" panose="02020404030301010803"/>
                <a:ea typeface="+mn-ea"/>
                <a:cs typeface="+mn-cs"/>
              </a:rPr>
            </a:br>
            <a:r>
              <a:rPr kumimoji="0" lang="en-US" sz="1400" b="0" i="1" u="none" strike="noStrike" kern="1200" cap="none" spc="0" normalizeH="0" baseline="0" noProof="0">
                <a:ln>
                  <a:noFill/>
                </a:ln>
                <a:solidFill>
                  <a:srgbClr val="000000"/>
                </a:solidFill>
                <a:effectLst/>
                <a:uLnTx/>
                <a:uFillTx/>
                <a:latin typeface="Garamond" panose="02020404030301010803"/>
                <a:ea typeface="+mn-ea"/>
                <a:cs typeface="+mn-cs"/>
              </a:rPr>
              <a:t>but we will put new emphasis and focus on moving forward. </a:t>
            </a:r>
          </a:p>
          <a:p>
            <a:pPr marL="0" marR="0" lvl="0" indent="0" algn="r" defTabSz="914400" rtl="0" eaLnBrk="1" fontAlgn="auto" latinLnBrk="0" hangingPunct="1">
              <a:lnSpc>
                <a:spcPct val="100000"/>
              </a:lnSpc>
              <a:spcBef>
                <a:spcPts val="0"/>
              </a:spcBef>
              <a:spcAft>
                <a:spcPts val="300"/>
              </a:spcAft>
              <a:buClrTx/>
              <a:buSzTx/>
              <a:buFontTx/>
              <a:buNone/>
              <a:tabLst/>
              <a:defRPr/>
            </a:pPr>
            <a:endParaRPr kumimoji="0" lang="en-GB" sz="800" b="0" i="1" u="none" strike="noStrike" kern="1200" cap="none" spc="0" normalizeH="0" baseline="0" noProof="0">
              <a:ln>
                <a:noFill/>
              </a:ln>
              <a:solidFill>
                <a:srgbClr val="000000"/>
              </a:solidFill>
              <a:effectLst/>
              <a:uLnTx/>
              <a:uFillTx/>
              <a:latin typeface="Aptos Light" panose="020B0004020202020204" pitchFamily="34" charset="0"/>
              <a:ea typeface="+mn-ea"/>
              <a:cs typeface="+mn-cs"/>
            </a:endParaRPr>
          </a:p>
        </p:txBody>
      </p:sp>
      <p:pic>
        <p:nvPicPr>
          <p:cNvPr id="13" name="Picture 12">
            <a:extLst>
              <a:ext uri="{FF2B5EF4-FFF2-40B4-BE49-F238E27FC236}">
                <a16:creationId xmlns:a16="http://schemas.microsoft.com/office/drawing/2014/main" id="{C6045CCC-9310-A956-C86F-9DF97765D301}"/>
              </a:ext>
            </a:extLst>
          </p:cNvPr>
          <p:cNvPicPr>
            <a:picLocks noChangeAspect="1"/>
          </p:cNvPicPr>
          <p:nvPr/>
        </p:nvPicPr>
        <p:blipFill>
          <a:blip r:embed="rId2"/>
          <a:stretch>
            <a:fillRect/>
          </a:stretch>
        </p:blipFill>
        <p:spPr>
          <a:xfrm>
            <a:off x="11389514" y="28369"/>
            <a:ext cx="731704" cy="411148"/>
          </a:xfrm>
          <a:prstGeom prst="rect">
            <a:avLst/>
          </a:prstGeom>
        </p:spPr>
      </p:pic>
      <p:sp>
        <p:nvSpPr>
          <p:cNvPr id="24" name="Date Placeholder 3">
            <a:extLst>
              <a:ext uri="{FF2B5EF4-FFF2-40B4-BE49-F238E27FC236}">
                <a16:creationId xmlns:a16="http://schemas.microsoft.com/office/drawing/2014/main" id="{00CCA37E-8771-F143-C3D7-DDB1C04C3793}"/>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8" name="Text Placeholder 1">
            <a:extLst>
              <a:ext uri="{FF2B5EF4-FFF2-40B4-BE49-F238E27FC236}">
                <a16:creationId xmlns:a16="http://schemas.microsoft.com/office/drawing/2014/main" id="{050F915C-85BF-85BD-A1C3-FF7C1C482423}"/>
              </a:ext>
            </a:extLst>
          </p:cNvPr>
          <p:cNvSpPr txBox="1">
            <a:spLocks/>
          </p:cNvSpPr>
          <p:nvPr/>
        </p:nvSpPr>
        <p:spPr>
          <a:xfrm>
            <a:off x="1518139" y="678337"/>
            <a:ext cx="9155723"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1" i="0" u="none" strike="noStrike" kern="1200" cap="all" spc="300" normalizeH="0" baseline="0" noProof="0" dirty="0">
                <a:ln>
                  <a:noFill/>
                </a:ln>
                <a:solidFill>
                  <a:srgbClr val="000000"/>
                </a:solidFill>
                <a:effectLst/>
                <a:uLnTx/>
                <a:uFillTx/>
                <a:latin typeface="Garamond"/>
                <a:ea typeface="+mn-ea"/>
                <a:cs typeface="+mn-cs"/>
              </a:rPr>
              <a:t>guest profile PREFERENCES </a:t>
            </a:r>
          </a:p>
        </p:txBody>
      </p:sp>
      <p:sp>
        <p:nvSpPr>
          <p:cNvPr id="29" name="Rectangle 28">
            <a:extLst>
              <a:ext uri="{FF2B5EF4-FFF2-40B4-BE49-F238E27FC236}">
                <a16:creationId xmlns:a16="http://schemas.microsoft.com/office/drawing/2014/main" id="{7C12D8EA-67BC-80F0-BC77-434D7F2DACBD}"/>
              </a:ext>
            </a:extLst>
          </p:cNvPr>
          <p:cNvSpPr/>
          <p:nvPr/>
        </p:nvSpPr>
        <p:spPr>
          <a:xfrm flipV="1">
            <a:off x="1957685" y="1279638"/>
            <a:ext cx="3657600" cy="45719"/>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53" name="Rectangle 52">
            <a:extLst>
              <a:ext uri="{FF2B5EF4-FFF2-40B4-BE49-F238E27FC236}">
                <a16:creationId xmlns:a16="http://schemas.microsoft.com/office/drawing/2014/main" id="{9B69CFA8-9A36-A89A-A9D4-393048D166EF}"/>
              </a:ext>
            </a:extLst>
          </p:cNvPr>
          <p:cNvSpPr/>
          <p:nvPr/>
        </p:nvSpPr>
        <p:spPr>
          <a:xfrm flipV="1">
            <a:off x="6113514" y="1302497"/>
            <a:ext cx="3657600" cy="45719"/>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Tree>
    <p:extLst>
      <p:ext uri="{BB962C8B-B14F-4D97-AF65-F5344CB8AC3E}">
        <p14:creationId xmlns:p14="http://schemas.microsoft.com/office/powerpoint/2010/main" val="38600091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EA591-7373-470E-5331-532D7DFC7AAE}"/>
            </a:ext>
          </a:extLst>
        </p:cNvPr>
        <p:cNvGrpSpPr/>
        <p:nvPr/>
      </p:nvGrpSpPr>
      <p:grpSpPr>
        <a:xfrm>
          <a:off x="0" y="0"/>
          <a:ext cx="0" cy="0"/>
          <a:chOff x="0" y="0"/>
          <a:chExt cx="0" cy="0"/>
        </a:xfrm>
      </p:grpSpPr>
      <p:sp>
        <p:nvSpPr>
          <p:cNvPr id="96" name="Rectangle 95">
            <a:extLst>
              <a:ext uri="{FF2B5EF4-FFF2-40B4-BE49-F238E27FC236}">
                <a16:creationId xmlns:a16="http://schemas.microsoft.com/office/drawing/2014/main" id="{A0B61784-95AA-0158-5C25-EE5A5C362C27}"/>
              </a:ext>
            </a:extLst>
          </p:cNvPr>
          <p:cNvSpPr/>
          <p:nvPr/>
        </p:nvSpPr>
        <p:spPr>
          <a:xfrm>
            <a:off x="480033" y="4599306"/>
            <a:ext cx="3657600" cy="2149187"/>
          </a:xfrm>
          <a:prstGeom prst="rect">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97" name="Rectangle 96">
            <a:extLst>
              <a:ext uri="{FF2B5EF4-FFF2-40B4-BE49-F238E27FC236}">
                <a16:creationId xmlns:a16="http://schemas.microsoft.com/office/drawing/2014/main" id="{96698262-6386-3E5E-36E1-6603E14ECA7E}"/>
              </a:ext>
            </a:extLst>
          </p:cNvPr>
          <p:cNvSpPr/>
          <p:nvPr/>
        </p:nvSpPr>
        <p:spPr>
          <a:xfrm>
            <a:off x="4305808" y="4593432"/>
            <a:ext cx="3657600" cy="2149187"/>
          </a:xfrm>
          <a:prstGeom prst="rect">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98" name="Rectangle 97">
            <a:extLst>
              <a:ext uri="{FF2B5EF4-FFF2-40B4-BE49-F238E27FC236}">
                <a16:creationId xmlns:a16="http://schemas.microsoft.com/office/drawing/2014/main" id="{857932F7-F960-6EA4-43F7-A459AB32EBF4}"/>
              </a:ext>
            </a:extLst>
          </p:cNvPr>
          <p:cNvSpPr/>
          <p:nvPr/>
        </p:nvSpPr>
        <p:spPr>
          <a:xfrm>
            <a:off x="8131582" y="4587099"/>
            <a:ext cx="3657600" cy="2149187"/>
          </a:xfrm>
          <a:prstGeom prst="rect">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2" name="Text Placeholder 1">
            <a:extLst>
              <a:ext uri="{FF2B5EF4-FFF2-40B4-BE49-F238E27FC236}">
                <a16:creationId xmlns:a16="http://schemas.microsoft.com/office/drawing/2014/main" id="{3C8DF26D-095E-7CE7-3E5B-5FFB83B83FF4}"/>
              </a:ext>
            </a:extLst>
          </p:cNvPr>
          <p:cNvSpPr>
            <a:spLocks noGrp="1"/>
          </p:cNvSpPr>
          <p:nvPr>
            <p:ph type="body" sz="quarter" idx="12"/>
          </p:nvPr>
        </p:nvSpPr>
        <p:spPr>
          <a:xfrm>
            <a:off x="2630575" y="623972"/>
            <a:ext cx="6920665" cy="161714"/>
          </a:xfrm>
        </p:spPr>
        <p:txBody>
          <a:body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500" b="1" i="0" u="none" strike="noStrike" kern="1200" cap="all" spc="300" normalizeH="0" baseline="0" noProof="0">
                <a:ln>
                  <a:noFill/>
                </a:ln>
                <a:solidFill>
                  <a:srgbClr val="000000"/>
                </a:solidFill>
                <a:effectLst/>
                <a:uLnTx/>
                <a:uFillTx/>
                <a:latin typeface="Garamond" panose="02020404030301010803"/>
                <a:ea typeface="+mn-ea"/>
                <a:cs typeface="+mn-cs"/>
              </a:rPr>
              <a:t>GUEST DECLARED STAY BASED PREFERENCES </a:t>
            </a:r>
            <a:endParaRPr kumimoji="0" lang="en-US" sz="1500" b="0" i="0" u="none" strike="noStrike" kern="1200" cap="all" spc="300" normalizeH="0" baseline="0" noProof="0">
              <a:ln>
                <a:noFill/>
              </a:ln>
              <a:solidFill>
                <a:srgbClr val="000000"/>
              </a:solidFill>
              <a:effectLst/>
              <a:uLnTx/>
              <a:uFillTx/>
              <a:latin typeface="Garamond" panose="02020404030301010803"/>
              <a:ea typeface="+mn-ea"/>
              <a:cs typeface="+mn-cs"/>
            </a:endParaRPr>
          </a:p>
        </p:txBody>
      </p:sp>
      <p:sp>
        <p:nvSpPr>
          <p:cNvPr id="5" name="Text Placeholder 4">
            <a:extLst>
              <a:ext uri="{FF2B5EF4-FFF2-40B4-BE49-F238E27FC236}">
                <a16:creationId xmlns:a16="http://schemas.microsoft.com/office/drawing/2014/main" id="{745D71C7-057D-A537-0CF8-FDE049B26BD8}"/>
              </a:ext>
            </a:extLst>
          </p:cNvPr>
          <p:cNvSpPr>
            <a:spLocks noGrp="1"/>
          </p:cNvSpPr>
          <p:nvPr>
            <p:ph type="body" sz="quarter" idx="19"/>
          </p:nvPr>
        </p:nvSpPr>
        <p:spPr>
          <a:xfrm>
            <a:off x="551988" y="1336710"/>
            <a:ext cx="3200400" cy="575890"/>
          </a:xfrm>
        </p:spPr>
        <p:txBody>
          <a:bodyPr lIns="91440" tIns="91440" rIns="91440" bIns="91440"/>
          <a:lstStyle/>
          <a:p>
            <a:pPr algn="l">
              <a:lnSpc>
                <a:spcPct val="80000"/>
              </a:lnSpc>
              <a:spcAft>
                <a:spcPts val="800"/>
              </a:spcAft>
              <a:tabLst>
                <a:tab pos="457200" algn="l"/>
              </a:tabLst>
            </a:pPr>
            <a:r>
              <a:rPr lang="en-US" sz="2200" cap="none" spc="0"/>
              <a:t>What is the purpose </a:t>
            </a:r>
            <a:br>
              <a:rPr lang="en-US" sz="2200" cap="none" spc="0"/>
            </a:br>
            <a:r>
              <a:rPr lang="en-US" sz="2200" cap="none" spc="0"/>
              <a:t>of this stay? </a:t>
            </a:r>
          </a:p>
        </p:txBody>
      </p:sp>
      <p:sp>
        <p:nvSpPr>
          <p:cNvPr id="9" name="Text Placeholder 8">
            <a:extLst>
              <a:ext uri="{FF2B5EF4-FFF2-40B4-BE49-F238E27FC236}">
                <a16:creationId xmlns:a16="http://schemas.microsoft.com/office/drawing/2014/main" id="{09EEF515-8593-810A-83D5-2972E9261A85}"/>
              </a:ext>
            </a:extLst>
          </p:cNvPr>
          <p:cNvSpPr>
            <a:spLocks noGrp="1"/>
          </p:cNvSpPr>
          <p:nvPr>
            <p:ph type="body" sz="quarter" idx="21"/>
          </p:nvPr>
        </p:nvSpPr>
        <p:spPr>
          <a:xfrm>
            <a:off x="4329955" y="1336710"/>
            <a:ext cx="3531509" cy="575890"/>
          </a:xfrm>
        </p:spPr>
        <p:txBody>
          <a:bodyPr lIns="91440" tIns="91440" rIns="91440" bIns="91440"/>
          <a:lstStyle/>
          <a:p>
            <a:pPr marR="0" algn="l">
              <a:lnSpc>
                <a:spcPct val="80000"/>
              </a:lnSpc>
              <a:spcAft>
                <a:spcPts val="800"/>
              </a:spcAft>
              <a:tabLst>
                <a:tab pos="457200" algn="l"/>
              </a:tabLst>
            </a:pPr>
            <a:r>
              <a:rPr lang="en-US" sz="2200" cap="none" spc="0"/>
              <a:t>Who will accompany you </a:t>
            </a:r>
            <a:br>
              <a:rPr lang="en-US" sz="2200" cap="none" spc="0"/>
            </a:br>
            <a:r>
              <a:rPr lang="en-US" sz="2200" cap="none" spc="0"/>
              <a:t>on this stay?</a:t>
            </a:r>
          </a:p>
          <a:p>
            <a:pPr algn="l">
              <a:lnSpc>
                <a:spcPct val="80000"/>
              </a:lnSpc>
              <a:spcAft>
                <a:spcPts val="800"/>
              </a:spcAft>
              <a:tabLst>
                <a:tab pos="457200" algn="l"/>
              </a:tabLst>
            </a:pPr>
            <a:endParaRPr lang="en-US" sz="2200" cap="none" spc="0"/>
          </a:p>
        </p:txBody>
      </p:sp>
      <p:sp>
        <p:nvSpPr>
          <p:cNvPr id="12" name="Text Placeholder 11">
            <a:extLst>
              <a:ext uri="{FF2B5EF4-FFF2-40B4-BE49-F238E27FC236}">
                <a16:creationId xmlns:a16="http://schemas.microsoft.com/office/drawing/2014/main" id="{79517AD9-851C-7FA0-C9F3-25293E0CFF90}"/>
              </a:ext>
            </a:extLst>
          </p:cNvPr>
          <p:cNvSpPr>
            <a:spLocks noGrp="1"/>
          </p:cNvSpPr>
          <p:nvPr>
            <p:ph type="body" sz="quarter" idx="24"/>
          </p:nvPr>
        </p:nvSpPr>
        <p:spPr>
          <a:xfrm>
            <a:off x="8107923" y="1336710"/>
            <a:ext cx="3832735" cy="575890"/>
          </a:xfrm>
        </p:spPr>
        <p:txBody>
          <a:bodyPr lIns="91440" tIns="91440" rIns="91440" bIns="91440"/>
          <a:lstStyle/>
          <a:p>
            <a:pPr algn="l">
              <a:lnSpc>
                <a:spcPct val="80000"/>
              </a:lnSpc>
              <a:spcAft>
                <a:spcPts val="800"/>
              </a:spcAft>
              <a:tabLst>
                <a:tab pos="457200" algn="l"/>
              </a:tabLst>
            </a:pPr>
            <a:r>
              <a:rPr lang="en-US" sz="2200" cap="none" spc="0"/>
              <a:t>What do you wish to explore during your stay? </a:t>
            </a:r>
          </a:p>
        </p:txBody>
      </p:sp>
      <p:sp>
        <p:nvSpPr>
          <p:cNvPr id="24" name="Rectangle 23">
            <a:extLst>
              <a:ext uri="{FF2B5EF4-FFF2-40B4-BE49-F238E27FC236}">
                <a16:creationId xmlns:a16="http://schemas.microsoft.com/office/drawing/2014/main" id="{A51950D2-592E-342C-A0A4-6BBFAE79AC11}"/>
              </a:ext>
            </a:extLst>
          </p:cNvPr>
          <p:cNvSpPr/>
          <p:nvPr/>
        </p:nvSpPr>
        <p:spPr>
          <a:xfrm>
            <a:off x="2234453" y="2249544"/>
            <a:ext cx="854220" cy="226344"/>
          </a:xfrm>
          <a:prstGeom prst="rect">
            <a:avLst/>
          </a:prstGeom>
          <a:solidFill>
            <a:srgbClr val="FFFFFF">
              <a:lumMod val="95000"/>
            </a:srgbClr>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00000">
                    <a:lumMod val="50000"/>
                    <a:lumOff val="50000"/>
                  </a:srgbClr>
                </a:solidFill>
                <a:effectLst/>
                <a:uLnTx/>
                <a:uFillTx/>
                <a:latin typeface="Aptos Light" panose="020B0004020202020204" pitchFamily="34" charset="0"/>
                <a:ea typeface="Helvetica Neue"/>
                <a:cs typeface="Helvetica Neue"/>
              </a:rPr>
              <a:t>APW-BS</a:t>
            </a:r>
          </a:p>
        </p:txBody>
      </p:sp>
      <p:sp>
        <p:nvSpPr>
          <p:cNvPr id="25" name="Rectangle 24">
            <a:extLst>
              <a:ext uri="{FF2B5EF4-FFF2-40B4-BE49-F238E27FC236}">
                <a16:creationId xmlns:a16="http://schemas.microsoft.com/office/drawing/2014/main" id="{BB7EC06A-D7B0-9214-1536-2A6407B4C319}"/>
              </a:ext>
            </a:extLst>
          </p:cNvPr>
          <p:cNvSpPr/>
          <p:nvPr/>
        </p:nvSpPr>
        <p:spPr>
          <a:xfrm>
            <a:off x="2234453" y="2499827"/>
            <a:ext cx="854220" cy="226344"/>
          </a:xfrm>
          <a:prstGeom prst="rect">
            <a:avLst/>
          </a:prstGeom>
          <a:solidFill>
            <a:srgbClr val="FFFFFF">
              <a:lumMod val="95000"/>
            </a:srgbClr>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err="1">
                <a:ln>
                  <a:noFill/>
                </a:ln>
                <a:solidFill>
                  <a:srgbClr val="000000">
                    <a:lumMod val="50000"/>
                    <a:lumOff val="50000"/>
                  </a:srgbClr>
                </a:solidFill>
                <a:effectLst/>
                <a:uLnTx/>
                <a:uFillTx/>
                <a:latin typeface="Aptos Light" panose="020B0004020202020204" pitchFamily="34" charset="0"/>
                <a:ea typeface="Helvetica Neue"/>
                <a:cs typeface="Helvetica Neue"/>
              </a:rPr>
              <a:t>APW</a:t>
            </a:r>
            <a:r>
              <a:rPr kumimoji="0" lang="en-GB" sz="1000" b="1" i="0" u="none" strike="noStrike" kern="0" cap="none" spc="0" normalizeH="0" baseline="0" noProof="0">
                <a:ln>
                  <a:noFill/>
                </a:ln>
                <a:solidFill>
                  <a:srgbClr val="000000">
                    <a:lumMod val="50000"/>
                    <a:lumOff val="50000"/>
                  </a:srgbClr>
                </a:solidFill>
                <a:effectLst/>
                <a:uLnTx/>
                <a:uFillTx/>
                <a:latin typeface="Aptos Light" panose="020B0004020202020204" pitchFamily="34" charset="0"/>
                <a:ea typeface="Helvetica Neue"/>
                <a:cs typeface="Helvetica Neue"/>
              </a:rPr>
              <a:t>-LS</a:t>
            </a:r>
          </a:p>
        </p:txBody>
      </p:sp>
      <p:sp>
        <p:nvSpPr>
          <p:cNvPr id="26" name="Rectangle 25">
            <a:extLst>
              <a:ext uri="{FF2B5EF4-FFF2-40B4-BE49-F238E27FC236}">
                <a16:creationId xmlns:a16="http://schemas.microsoft.com/office/drawing/2014/main" id="{6816519D-30B1-7FFB-66F6-6667E2B757CA}"/>
              </a:ext>
            </a:extLst>
          </p:cNvPr>
          <p:cNvSpPr/>
          <p:nvPr/>
        </p:nvSpPr>
        <p:spPr>
          <a:xfrm>
            <a:off x="2234453" y="2750110"/>
            <a:ext cx="854220" cy="226344"/>
          </a:xfrm>
          <a:prstGeom prst="rect">
            <a:avLst/>
          </a:prstGeom>
          <a:solidFill>
            <a:srgbClr val="FFFFFF">
              <a:lumMod val="95000"/>
            </a:srgbClr>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err="1">
                <a:ln>
                  <a:noFill/>
                </a:ln>
                <a:solidFill>
                  <a:srgbClr val="000000">
                    <a:lumMod val="50000"/>
                    <a:lumOff val="50000"/>
                  </a:srgbClr>
                </a:solidFill>
                <a:effectLst/>
                <a:uLnTx/>
                <a:uFillTx/>
                <a:latin typeface="Aptos Light" panose="020B0004020202020204" pitchFamily="34" charset="0"/>
                <a:ea typeface="Helvetica Neue"/>
                <a:cs typeface="Helvetica Neue"/>
              </a:rPr>
              <a:t>APW</a:t>
            </a:r>
            <a:r>
              <a:rPr kumimoji="0" lang="en-GB" sz="1000" b="1" i="0" u="none" strike="noStrike" kern="0" cap="none" spc="0" normalizeH="0" baseline="0" noProof="0">
                <a:ln>
                  <a:noFill/>
                </a:ln>
                <a:solidFill>
                  <a:srgbClr val="000000">
                    <a:lumMod val="50000"/>
                    <a:lumOff val="50000"/>
                  </a:srgbClr>
                </a:solidFill>
                <a:effectLst/>
                <a:uLnTx/>
                <a:uFillTx/>
                <a:latin typeface="Aptos Light" panose="020B0004020202020204" pitchFamily="34" charset="0"/>
                <a:ea typeface="Helvetica Neue"/>
                <a:cs typeface="Helvetica Neue"/>
              </a:rPr>
              <a:t>-MX</a:t>
            </a:r>
          </a:p>
        </p:txBody>
      </p:sp>
      <p:sp>
        <p:nvSpPr>
          <p:cNvPr id="27" name="Rectangle 26">
            <a:extLst>
              <a:ext uri="{FF2B5EF4-FFF2-40B4-BE49-F238E27FC236}">
                <a16:creationId xmlns:a16="http://schemas.microsoft.com/office/drawing/2014/main" id="{80A2E4DF-D2A9-44F9-177D-45EE6E18514F}"/>
              </a:ext>
            </a:extLst>
          </p:cNvPr>
          <p:cNvSpPr/>
          <p:nvPr/>
        </p:nvSpPr>
        <p:spPr>
          <a:xfrm>
            <a:off x="551988" y="2249544"/>
            <a:ext cx="1759510" cy="226344"/>
          </a:xfrm>
          <a:prstGeom prst="rect">
            <a:avLst/>
          </a:prstGeom>
          <a:solidFill>
            <a:srgbClr val="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5E5E5E">
                    <a:lumMod val="50000"/>
                    <a:lumOff val="50000"/>
                  </a:srgbClr>
                </a:solidFill>
                <a:effectLst/>
                <a:uLnTx/>
                <a:uFillTx/>
                <a:latin typeface="Aptos Light" panose="020B0004020202020204" pitchFamily="34" charset="0"/>
                <a:ea typeface="Helvetica Neue"/>
                <a:cs typeface="Helvetica Neue"/>
              </a:rPr>
              <a:t>BUSINESS </a:t>
            </a:r>
          </a:p>
        </p:txBody>
      </p:sp>
      <p:sp>
        <p:nvSpPr>
          <p:cNvPr id="28" name="Rectangle 27">
            <a:extLst>
              <a:ext uri="{FF2B5EF4-FFF2-40B4-BE49-F238E27FC236}">
                <a16:creationId xmlns:a16="http://schemas.microsoft.com/office/drawing/2014/main" id="{F810927D-BFE2-AE5B-3AAF-4CCDB1032B6C}"/>
              </a:ext>
            </a:extLst>
          </p:cNvPr>
          <p:cNvSpPr/>
          <p:nvPr/>
        </p:nvSpPr>
        <p:spPr>
          <a:xfrm>
            <a:off x="551988" y="2499827"/>
            <a:ext cx="1759510" cy="226344"/>
          </a:xfrm>
          <a:prstGeom prst="rect">
            <a:avLst/>
          </a:prstGeom>
          <a:solidFill>
            <a:srgbClr val="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5E5E5E">
                    <a:lumMod val="50000"/>
                    <a:lumOff val="50000"/>
                  </a:srgbClr>
                </a:solidFill>
                <a:effectLst/>
                <a:uLnTx/>
                <a:uFillTx/>
                <a:latin typeface="Aptos Light" panose="020B0004020202020204" pitchFamily="34" charset="0"/>
                <a:ea typeface="Helvetica Neue"/>
                <a:cs typeface="Helvetica Neue"/>
              </a:rPr>
              <a:t>LEISURE</a:t>
            </a:r>
          </a:p>
        </p:txBody>
      </p:sp>
      <p:sp>
        <p:nvSpPr>
          <p:cNvPr id="29" name="Rectangle 28">
            <a:extLst>
              <a:ext uri="{FF2B5EF4-FFF2-40B4-BE49-F238E27FC236}">
                <a16:creationId xmlns:a16="http://schemas.microsoft.com/office/drawing/2014/main" id="{E8B7B0E8-956E-B74C-1ADB-79542260024F}"/>
              </a:ext>
            </a:extLst>
          </p:cNvPr>
          <p:cNvSpPr/>
          <p:nvPr/>
        </p:nvSpPr>
        <p:spPr>
          <a:xfrm>
            <a:off x="551988" y="2750110"/>
            <a:ext cx="1759510" cy="226344"/>
          </a:xfrm>
          <a:prstGeom prst="rect">
            <a:avLst/>
          </a:prstGeom>
          <a:solidFill>
            <a:srgbClr val="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5E5E5E">
                    <a:lumMod val="50000"/>
                    <a:lumOff val="50000"/>
                  </a:srgbClr>
                </a:solidFill>
                <a:effectLst/>
                <a:uLnTx/>
                <a:uFillTx/>
                <a:latin typeface="Aptos Light" panose="020B0004020202020204" pitchFamily="34" charset="0"/>
                <a:ea typeface="Helvetica Neue"/>
                <a:cs typeface="Helvetica Neue"/>
              </a:rPr>
              <a:t>BOTH</a:t>
            </a:r>
          </a:p>
        </p:txBody>
      </p:sp>
      <p:sp>
        <p:nvSpPr>
          <p:cNvPr id="30" name="Rectangle 29">
            <a:extLst>
              <a:ext uri="{FF2B5EF4-FFF2-40B4-BE49-F238E27FC236}">
                <a16:creationId xmlns:a16="http://schemas.microsoft.com/office/drawing/2014/main" id="{4EC89884-C02A-53B3-724F-4DBB8AF53409}"/>
              </a:ext>
            </a:extLst>
          </p:cNvPr>
          <p:cNvSpPr/>
          <p:nvPr/>
        </p:nvSpPr>
        <p:spPr>
          <a:xfrm>
            <a:off x="633219" y="4613354"/>
            <a:ext cx="3200400" cy="16403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ptos" panose="020B0004020202020204" pitchFamily="34" charset="0"/>
                <a:ea typeface="+mn-ea"/>
                <a:cs typeface="+mn-cs"/>
              </a:rPr>
              <a:t>IF BUSINESS or BOTH,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kumimoji="0" lang="en-GB" sz="1000" b="1" i="0" u="none" strike="noStrike" kern="1200" cap="none" spc="0" normalizeH="0" baseline="0" noProof="0" dirty="0">
                <a:ln>
                  <a:noFill/>
                </a:ln>
                <a:solidFill>
                  <a:srgbClr val="61837F"/>
                </a:solidFill>
                <a:effectLst/>
                <a:uLnTx/>
                <a:uFillTx/>
                <a:latin typeface="Aptos SemiBold" panose="020B0004020202020204" pitchFamily="34" charset="0"/>
                <a:ea typeface="+mn-ea"/>
                <a:cs typeface="+mn-cs"/>
              </a:rPr>
              <a:t>PROACTIVE OUTREACH</a:t>
            </a:r>
            <a:r>
              <a:rPr lang="en-GB" sz="1000" b="1" dirty="0">
                <a:solidFill>
                  <a:srgbClr val="61837F"/>
                </a:solidFill>
                <a:latin typeface="Aptos SemiBold" panose="020B0004020202020204" pitchFamily="34" charset="0"/>
              </a:rPr>
              <a:t> +1 </a:t>
            </a:r>
            <a:r>
              <a:rPr kumimoji="0" lang="en-US" sz="1000" b="0" i="0" u="none" strike="noStrike" kern="1200" cap="none" spc="0" normalizeH="0" baseline="0" noProof="0" dirty="0">
                <a:ln>
                  <a:noFill/>
                </a:ln>
                <a:solidFill>
                  <a:srgbClr val="000000"/>
                </a:solidFill>
                <a:effectLst/>
                <a:highlight>
                  <a:srgbClr val="FFFF00"/>
                </a:highlight>
                <a:uLnTx/>
                <a:uFillTx/>
                <a:latin typeface="Aptos Light" panose="020B0004020202020204" pitchFamily="34" charset="0"/>
                <a:ea typeface="+mn-ea"/>
                <a:cs typeface="+mn-cs"/>
              </a:rPr>
              <a:t>– share the in room set-up options (monitor, chair)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kumimoji="0" lang="en-GB" sz="1000" b="1" i="0" u="none" strike="noStrike" kern="1200" cap="none" spc="0" normalizeH="0" baseline="0" noProof="0" dirty="0">
                <a:ln>
                  <a:noFill/>
                </a:ln>
                <a:solidFill>
                  <a:srgbClr val="C4B749"/>
                </a:solidFill>
                <a:effectLst/>
                <a:uLnTx/>
                <a:uFillTx/>
                <a:latin typeface="Aptos SemiBold" panose="020B0004020202020204" pitchFamily="34" charset="0"/>
                <a:ea typeface="+mn-ea"/>
                <a:cs typeface="+mn-cs"/>
              </a:rPr>
              <a:t>ROOM ALLOCATION &amp; SET UP </a:t>
            </a:r>
            <a:r>
              <a:rPr kumimoji="0" lang="en-GB"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no amenities placed on desk, ensure desk power outlets are available and accessible</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kumimoji="0" lang="en-GB" sz="1000" b="1" i="0" u="none" strike="sngStrike" kern="1200" cap="none" spc="0" normalizeH="0" baseline="0" noProof="0" dirty="0">
                <a:ln>
                  <a:noFill/>
                </a:ln>
                <a:solidFill>
                  <a:srgbClr val="949AD7"/>
                </a:solidFill>
                <a:effectLst/>
                <a:uLnTx/>
                <a:uFillTx/>
                <a:latin typeface="Aptos SemiBold" panose="020B0004020202020204" pitchFamily="34" charset="0"/>
                <a:ea typeface="+mn-ea"/>
                <a:cs typeface="+mn-cs"/>
              </a:rPr>
              <a:t>SET SERVICE TEMPO </a:t>
            </a:r>
            <a:r>
              <a:rPr kumimoji="0" lang="en-GB" sz="1000" b="0" i="0" u="none" strike="sngStrike" kern="1200" cap="none" spc="0" normalizeH="0" baseline="0" noProof="0" dirty="0">
                <a:ln>
                  <a:noFill/>
                </a:ln>
                <a:solidFill>
                  <a:srgbClr val="FFFFFF">
                    <a:lumMod val="10000"/>
                  </a:srgbClr>
                </a:solidFill>
                <a:effectLst/>
                <a:uLnTx/>
                <a:uFillTx/>
                <a:latin typeface="Aptos Light" panose="020B0004020202020204" pitchFamily="34" charset="0"/>
                <a:ea typeface="+mn-ea"/>
                <a:cs typeface="+mn-cs"/>
              </a:rPr>
              <a:t>anticipate express tempo in all guest-facing interactions (FO/F&amp;B/CON/TR)</a:t>
            </a:r>
            <a:endParaRPr kumimoji="0" lang="en-US" sz="1000" b="0" i="0" u="none" strike="sngStrike" kern="1200" cap="none" spc="0" normalizeH="0" baseline="0" noProof="0" dirty="0">
              <a:ln>
                <a:noFill/>
              </a:ln>
              <a:solidFill>
                <a:srgbClr val="000000"/>
              </a:solidFill>
              <a:effectLst/>
              <a:uLnTx/>
              <a:uFillTx/>
              <a:latin typeface="Aptos Light"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ptos" panose="020B0004020202020204" pitchFamily="34" charset="0"/>
                <a:ea typeface="+mn-ea"/>
                <a:cs typeface="+mn-cs"/>
              </a:rPr>
              <a:t>IF LEISURE;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61837F"/>
                </a:solidFill>
                <a:effectLst/>
                <a:uLnTx/>
                <a:uFillTx/>
                <a:latin typeface="Aptos SemiBold" panose="020B0004020202020204" pitchFamily="34" charset="0"/>
                <a:ea typeface="+mn-ea"/>
                <a:cs typeface="+mn-cs"/>
              </a:rPr>
              <a:t>- </a:t>
            </a:r>
            <a:r>
              <a:rPr kumimoji="0" lang="en-GB" sz="1000" b="1" i="0" u="none" strike="noStrike" kern="1200" cap="none" spc="0" normalizeH="0" baseline="0" noProof="0" dirty="0">
                <a:ln>
                  <a:noFill/>
                </a:ln>
                <a:solidFill>
                  <a:srgbClr val="61837F"/>
                </a:solidFill>
                <a:effectLst/>
                <a:uLnTx/>
                <a:uFillTx/>
                <a:latin typeface="Aptos SemiBold" panose="020B0004020202020204" pitchFamily="34" charset="0"/>
                <a:ea typeface="+mn-ea"/>
                <a:cs typeface="+mn-cs"/>
              </a:rPr>
              <a:t>PROACTIVE OUTREACH* </a:t>
            </a:r>
            <a:r>
              <a:rPr kumimoji="0" lang="en-US"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recognize &amp; refer to interests for with relevant +1 Service. </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000" b="0" i="0" u="none" strike="noStrike" kern="1200" cap="none" spc="0" normalizeH="0" baseline="0" noProof="0" dirty="0">
              <a:ln>
                <a:noFill/>
              </a:ln>
              <a:solidFill>
                <a:prstClr val="black">
                  <a:lumMod val="50000"/>
                  <a:lumOff val="50000"/>
                </a:prstClr>
              </a:solidFill>
              <a:effectLst/>
              <a:uLnTx/>
              <a:uFillTx/>
              <a:latin typeface="Aptos Light"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000" b="0" i="0" u="none" strike="noStrike" kern="1200" cap="none" spc="0" normalizeH="0" baseline="0" noProof="0" dirty="0">
              <a:ln>
                <a:noFill/>
              </a:ln>
              <a:solidFill>
                <a:prstClr val="black">
                  <a:lumMod val="50000"/>
                  <a:lumOff val="50000"/>
                </a:prstClr>
              </a:solidFill>
              <a:effectLst/>
              <a:uLnTx/>
              <a:uFillTx/>
              <a:latin typeface="Aptos Light" panose="020B0004020202020204" pitchFamily="34" charset="0"/>
              <a:ea typeface="+mn-ea"/>
              <a:cs typeface="+mn-cs"/>
            </a:endParaRPr>
          </a:p>
        </p:txBody>
      </p:sp>
      <p:sp>
        <p:nvSpPr>
          <p:cNvPr id="33" name="Rectangle 32">
            <a:extLst>
              <a:ext uri="{FF2B5EF4-FFF2-40B4-BE49-F238E27FC236}">
                <a16:creationId xmlns:a16="http://schemas.microsoft.com/office/drawing/2014/main" id="{63A43303-1F9A-9A58-A6F5-89658C7C28B4}"/>
              </a:ext>
            </a:extLst>
          </p:cNvPr>
          <p:cNvSpPr/>
          <p:nvPr/>
        </p:nvSpPr>
        <p:spPr>
          <a:xfrm>
            <a:off x="6275387" y="2151809"/>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34" name="Rectangle 33">
            <a:extLst>
              <a:ext uri="{FF2B5EF4-FFF2-40B4-BE49-F238E27FC236}">
                <a16:creationId xmlns:a16="http://schemas.microsoft.com/office/drawing/2014/main" id="{433FC032-9BC5-4A68-25F6-BC08469A851B}"/>
              </a:ext>
            </a:extLst>
          </p:cNvPr>
          <p:cNvSpPr/>
          <p:nvPr/>
        </p:nvSpPr>
        <p:spPr>
          <a:xfrm>
            <a:off x="6275387" y="2402092"/>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35" name="Rectangle 34">
            <a:extLst>
              <a:ext uri="{FF2B5EF4-FFF2-40B4-BE49-F238E27FC236}">
                <a16:creationId xmlns:a16="http://schemas.microsoft.com/office/drawing/2014/main" id="{EF4AA93A-A821-7DB1-2AB4-76720446B0E8}"/>
              </a:ext>
            </a:extLst>
          </p:cNvPr>
          <p:cNvSpPr/>
          <p:nvPr/>
        </p:nvSpPr>
        <p:spPr>
          <a:xfrm>
            <a:off x="6275387" y="2652375"/>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36" name="Rectangle 35">
            <a:extLst>
              <a:ext uri="{FF2B5EF4-FFF2-40B4-BE49-F238E27FC236}">
                <a16:creationId xmlns:a16="http://schemas.microsoft.com/office/drawing/2014/main" id="{74AB7138-C646-2384-30E1-FC3770D288E5}"/>
              </a:ext>
            </a:extLst>
          </p:cNvPr>
          <p:cNvSpPr/>
          <p:nvPr/>
        </p:nvSpPr>
        <p:spPr>
          <a:xfrm>
            <a:off x="6275387" y="2902658"/>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37" name="Rectangle 36">
            <a:extLst>
              <a:ext uri="{FF2B5EF4-FFF2-40B4-BE49-F238E27FC236}">
                <a16:creationId xmlns:a16="http://schemas.microsoft.com/office/drawing/2014/main" id="{227EE332-CECA-500B-A654-4D405FC7D46E}"/>
              </a:ext>
            </a:extLst>
          </p:cNvPr>
          <p:cNvSpPr/>
          <p:nvPr/>
        </p:nvSpPr>
        <p:spPr>
          <a:xfrm>
            <a:off x="6275387" y="3152941"/>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38" name="Rectangle 37">
            <a:extLst>
              <a:ext uri="{FF2B5EF4-FFF2-40B4-BE49-F238E27FC236}">
                <a16:creationId xmlns:a16="http://schemas.microsoft.com/office/drawing/2014/main" id="{3224D17F-B02F-0E53-DB7A-92F4FEBAC5A4}"/>
              </a:ext>
            </a:extLst>
          </p:cNvPr>
          <p:cNvSpPr/>
          <p:nvPr/>
        </p:nvSpPr>
        <p:spPr>
          <a:xfrm>
            <a:off x="6275387" y="3403224"/>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39" name="Rectangle 38">
            <a:extLst>
              <a:ext uri="{FF2B5EF4-FFF2-40B4-BE49-F238E27FC236}">
                <a16:creationId xmlns:a16="http://schemas.microsoft.com/office/drawing/2014/main" id="{03292E38-FF36-5E8C-36E2-EE8B047A1BE5}"/>
              </a:ext>
            </a:extLst>
          </p:cNvPr>
          <p:cNvSpPr/>
          <p:nvPr/>
        </p:nvSpPr>
        <p:spPr>
          <a:xfrm>
            <a:off x="6275387" y="3653507"/>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40" name="TextBox 39">
            <a:extLst>
              <a:ext uri="{FF2B5EF4-FFF2-40B4-BE49-F238E27FC236}">
                <a16:creationId xmlns:a16="http://schemas.microsoft.com/office/drawing/2014/main" id="{D9FDCB70-4A21-B77A-96AB-57CE5048B08F}"/>
              </a:ext>
            </a:extLst>
          </p:cNvPr>
          <p:cNvSpPr txBox="1"/>
          <p:nvPr/>
        </p:nvSpPr>
        <p:spPr>
          <a:xfrm>
            <a:off x="6374002" y="2141557"/>
            <a:ext cx="735184" cy="246221"/>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000" b="1">
                <a:solidFill>
                  <a:schemeClr val="tx1">
                    <a:lumMod val="50000"/>
                    <a:lumOff val="50000"/>
                  </a:schemeClr>
                </a:solidFill>
                <a:latin typeface="Avenir Book" panose="02000503020000020003"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APH-01</a:t>
            </a:r>
          </a:p>
        </p:txBody>
      </p:sp>
      <p:sp>
        <p:nvSpPr>
          <p:cNvPr id="41" name="TextBox 40">
            <a:extLst>
              <a:ext uri="{FF2B5EF4-FFF2-40B4-BE49-F238E27FC236}">
                <a16:creationId xmlns:a16="http://schemas.microsoft.com/office/drawing/2014/main" id="{A6C7F2C7-6E89-675D-B301-A7A9510FBF2A}"/>
              </a:ext>
            </a:extLst>
          </p:cNvPr>
          <p:cNvSpPr txBox="1"/>
          <p:nvPr/>
        </p:nvSpPr>
        <p:spPr>
          <a:xfrm>
            <a:off x="6374002" y="2391278"/>
            <a:ext cx="735184" cy="246221"/>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000" b="1">
                <a:solidFill>
                  <a:schemeClr val="tx1">
                    <a:lumMod val="50000"/>
                    <a:lumOff val="50000"/>
                  </a:schemeClr>
                </a:solidFill>
                <a:latin typeface="Avenir Book" panose="02000503020000020003"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APH-02</a:t>
            </a:r>
          </a:p>
        </p:txBody>
      </p:sp>
      <p:sp>
        <p:nvSpPr>
          <p:cNvPr id="42" name="TextBox 41">
            <a:extLst>
              <a:ext uri="{FF2B5EF4-FFF2-40B4-BE49-F238E27FC236}">
                <a16:creationId xmlns:a16="http://schemas.microsoft.com/office/drawing/2014/main" id="{4766FC53-3A12-1CF2-AB45-93F8B2BF7B48}"/>
              </a:ext>
            </a:extLst>
          </p:cNvPr>
          <p:cNvSpPr txBox="1"/>
          <p:nvPr/>
        </p:nvSpPr>
        <p:spPr>
          <a:xfrm>
            <a:off x="6374002" y="2640999"/>
            <a:ext cx="735184" cy="246221"/>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000" b="1">
                <a:solidFill>
                  <a:schemeClr val="tx1">
                    <a:lumMod val="50000"/>
                    <a:lumOff val="50000"/>
                  </a:schemeClr>
                </a:solidFill>
                <a:latin typeface="Avenir Book" panose="02000503020000020003"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APH-BY</a:t>
            </a:r>
          </a:p>
        </p:txBody>
      </p:sp>
      <p:sp>
        <p:nvSpPr>
          <p:cNvPr id="46" name="TextBox 45">
            <a:extLst>
              <a:ext uri="{FF2B5EF4-FFF2-40B4-BE49-F238E27FC236}">
                <a16:creationId xmlns:a16="http://schemas.microsoft.com/office/drawing/2014/main" id="{C5E96744-B8DB-0D50-B3F7-49E22D860CCC}"/>
              </a:ext>
            </a:extLst>
          </p:cNvPr>
          <p:cNvSpPr txBox="1"/>
          <p:nvPr/>
        </p:nvSpPr>
        <p:spPr>
          <a:xfrm>
            <a:off x="6374002" y="2890720"/>
            <a:ext cx="735184" cy="246221"/>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000" b="1">
                <a:solidFill>
                  <a:schemeClr val="tx1">
                    <a:lumMod val="50000"/>
                    <a:lumOff val="50000"/>
                  </a:schemeClr>
                </a:solidFill>
                <a:latin typeface="Avenir Book" panose="02000503020000020003"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APH-CH</a:t>
            </a:r>
          </a:p>
        </p:txBody>
      </p:sp>
      <p:sp>
        <p:nvSpPr>
          <p:cNvPr id="47" name="TextBox 46">
            <a:extLst>
              <a:ext uri="{FF2B5EF4-FFF2-40B4-BE49-F238E27FC236}">
                <a16:creationId xmlns:a16="http://schemas.microsoft.com/office/drawing/2014/main" id="{92E54DDB-274D-FF09-CD1E-1119E97FFA97}"/>
              </a:ext>
            </a:extLst>
          </p:cNvPr>
          <p:cNvSpPr txBox="1"/>
          <p:nvPr/>
        </p:nvSpPr>
        <p:spPr>
          <a:xfrm>
            <a:off x="6374002" y="3140441"/>
            <a:ext cx="735184" cy="246221"/>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000" b="1">
                <a:solidFill>
                  <a:schemeClr val="tx1">
                    <a:lumMod val="50000"/>
                    <a:lumOff val="50000"/>
                  </a:schemeClr>
                </a:solidFill>
                <a:latin typeface="Avenir Book" panose="02000503020000020003"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APH-TN</a:t>
            </a:r>
          </a:p>
        </p:txBody>
      </p:sp>
      <p:sp>
        <p:nvSpPr>
          <p:cNvPr id="48" name="TextBox 47">
            <a:extLst>
              <a:ext uri="{FF2B5EF4-FFF2-40B4-BE49-F238E27FC236}">
                <a16:creationId xmlns:a16="http://schemas.microsoft.com/office/drawing/2014/main" id="{D533EB34-2FF9-298F-D3A1-DEBF236DAD61}"/>
              </a:ext>
            </a:extLst>
          </p:cNvPr>
          <p:cNvSpPr txBox="1"/>
          <p:nvPr/>
        </p:nvSpPr>
        <p:spPr>
          <a:xfrm>
            <a:off x="6374002" y="3390162"/>
            <a:ext cx="735184" cy="246221"/>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000" b="1">
                <a:solidFill>
                  <a:schemeClr val="tx1">
                    <a:lumMod val="50000"/>
                    <a:lumOff val="50000"/>
                  </a:schemeClr>
                </a:solidFill>
                <a:latin typeface="Avenir Book" panose="02000503020000020003"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APH-EL</a:t>
            </a:r>
          </a:p>
        </p:txBody>
      </p:sp>
      <p:sp>
        <p:nvSpPr>
          <p:cNvPr id="49" name="TextBox 48">
            <a:extLst>
              <a:ext uri="{FF2B5EF4-FFF2-40B4-BE49-F238E27FC236}">
                <a16:creationId xmlns:a16="http://schemas.microsoft.com/office/drawing/2014/main" id="{5110C698-DD98-AE6B-30A3-5D9BAD113398}"/>
              </a:ext>
            </a:extLst>
          </p:cNvPr>
          <p:cNvSpPr txBox="1"/>
          <p:nvPr/>
        </p:nvSpPr>
        <p:spPr>
          <a:xfrm>
            <a:off x="6374002" y="3639884"/>
            <a:ext cx="735184" cy="246221"/>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000" b="1">
                <a:solidFill>
                  <a:schemeClr val="tx1">
                    <a:lumMod val="50000"/>
                    <a:lumOff val="50000"/>
                  </a:schemeClr>
                </a:solidFill>
                <a:latin typeface="Avenir Book" panose="02000503020000020003"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APH-OT</a:t>
            </a:r>
          </a:p>
        </p:txBody>
      </p:sp>
      <p:sp>
        <p:nvSpPr>
          <p:cNvPr id="50" name="Rectangle 49">
            <a:extLst>
              <a:ext uri="{FF2B5EF4-FFF2-40B4-BE49-F238E27FC236}">
                <a16:creationId xmlns:a16="http://schemas.microsoft.com/office/drawing/2014/main" id="{7A734221-CED4-88E8-1512-AED8510D0C69}"/>
              </a:ext>
            </a:extLst>
          </p:cNvPr>
          <p:cNvSpPr/>
          <p:nvPr/>
        </p:nvSpPr>
        <p:spPr>
          <a:xfrm>
            <a:off x="4366131" y="2149553"/>
            <a:ext cx="201168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TRAVELING ALONE</a:t>
            </a:r>
          </a:p>
        </p:txBody>
      </p:sp>
      <p:sp>
        <p:nvSpPr>
          <p:cNvPr id="51" name="Rectangle 50">
            <a:extLst>
              <a:ext uri="{FF2B5EF4-FFF2-40B4-BE49-F238E27FC236}">
                <a16:creationId xmlns:a16="http://schemas.microsoft.com/office/drawing/2014/main" id="{EFFD7F28-2A69-CDE4-60C0-C2C56BF4F1E8}"/>
              </a:ext>
            </a:extLst>
          </p:cNvPr>
          <p:cNvSpPr/>
          <p:nvPr/>
        </p:nvSpPr>
        <p:spPr>
          <a:xfrm>
            <a:off x="4366131" y="2399836"/>
            <a:ext cx="201168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SIGNIFICANT OTHER</a:t>
            </a:r>
          </a:p>
        </p:txBody>
      </p:sp>
      <p:sp>
        <p:nvSpPr>
          <p:cNvPr id="52" name="Rectangle 51">
            <a:extLst>
              <a:ext uri="{FF2B5EF4-FFF2-40B4-BE49-F238E27FC236}">
                <a16:creationId xmlns:a16="http://schemas.microsoft.com/office/drawing/2014/main" id="{7DD8D5C7-5C54-7452-7364-5BAFF99A8FD8}"/>
              </a:ext>
            </a:extLst>
          </p:cNvPr>
          <p:cNvSpPr/>
          <p:nvPr/>
        </p:nvSpPr>
        <p:spPr>
          <a:xfrm>
            <a:off x="4366131" y="2650119"/>
            <a:ext cx="201168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lumMod val="50000"/>
                    <a:lumOff val="50000"/>
                  </a:srgbClr>
                </a:solidFill>
                <a:effectLst/>
                <a:uLnTx/>
                <a:uFillTx/>
                <a:latin typeface="Aptos Light" panose="020B0004020202020204" pitchFamily="34" charset="0"/>
                <a:ea typeface="+mn-ea"/>
                <a:cs typeface="+mn-cs"/>
              </a:rPr>
              <a:t>INFANT(S) / TODDLER(S) </a:t>
            </a:r>
          </a:p>
        </p:txBody>
      </p:sp>
      <p:sp>
        <p:nvSpPr>
          <p:cNvPr id="53" name="Rectangle 52">
            <a:extLst>
              <a:ext uri="{FF2B5EF4-FFF2-40B4-BE49-F238E27FC236}">
                <a16:creationId xmlns:a16="http://schemas.microsoft.com/office/drawing/2014/main" id="{38AFFA45-1A2B-62F7-6CCA-DDAFE2911A61}"/>
              </a:ext>
            </a:extLst>
          </p:cNvPr>
          <p:cNvSpPr/>
          <p:nvPr/>
        </p:nvSpPr>
        <p:spPr>
          <a:xfrm>
            <a:off x="4366131" y="2900402"/>
            <a:ext cx="201168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CHILD(REN)</a:t>
            </a:r>
          </a:p>
        </p:txBody>
      </p:sp>
      <p:sp>
        <p:nvSpPr>
          <p:cNvPr id="54" name="Rectangle 53">
            <a:extLst>
              <a:ext uri="{FF2B5EF4-FFF2-40B4-BE49-F238E27FC236}">
                <a16:creationId xmlns:a16="http://schemas.microsoft.com/office/drawing/2014/main" id="{8608F2EC-6EE8-71C1-38A1-DE34DA33F81E}"/>
              </a:ext>
            </a:extLst>
          </p:cNvPr>
          <p:cNvSpPr/>
          <p:nvPr/>
        </p:nvSpPr>
        <p:spPr>
          <a:xfrm>
            <a:off x="4366131" y="3150685"/>
            <a:ext cx="201168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TEENAGER(S)</a:t>
            </a:r>
          </a:p>
        </p:txBody>
      </p:sp>
      <p:sp>
        <p:nvSpPr>
          <p:cNvPr id="55" name="Rectangle 54">
            <a:extLst>
              <a:ext uri="{FF2B5EF4-FFF2-40B4-BE49-F238E27FC236}">
                <a16:creationId xmlns:a16="http://schemas.microsoft.com/office/drawing/2014/main" id="{6DA64F98-DCFD-4689-0DD9-8B438C7DCDA5}"/>
              </a:ext>
            </a:extLst>
          </p:cNvPr>
          <p:cNvSpPr/>
          <p:nvPr/>
        </p:nvSpPr>
        <p:spPr>
          <a:xfrm>
            <a:off x="4366131" y="3400968"/>
            <a:ext cx="201168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ADULT FAMILY / FRIENDS</a:t>
            </a:r>
          </a:p>
        </p:txBody>
      </p:sp>
      <p:sp>
        <p:nvSpPr>
          <p:cNvPr id="56" name="Rectangle 55">
            <a:extLst>
              <a:ext uri="{FF2B5EF4-FFF2-40B4-BE49-F238E27FC236}">
                <a16:creationId xmlns:a16="http://schemas.microsoft.com/office/drawing/2014/main" id="{B12B55BB-47CB-65A7-BC59-7D8C51C6B4DE}"/>
              </a:ext>
            </a:extLst>
          </p:cNvPr>
          <p:cNvSpPr/>
          <p:nvPr/>
        </p:nvSpPr>
        <p:spPr>
          <a:xfrm>
            <a:off x="4366131" y="3651251"/>
            <a:ext cx="201168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SOMEONE ELSE</a:t>
            </a:r>
          </a:p>
        </p:txBody>
      </p:sp>
      <p:sp>
        <p:nvSpPr>
          <p:cNvPr id="58" name="Rectangle 57">
            <a:extLst>
              <a:ext uri="{FF2B5EF4-FFF2-40B4-BE49-F238E27FC236}">
                <a16:creationId xmlns:a16="http://schemas.microsoft.com/office/drawing/2014/main" id="{B991D714-09B5-04A9-E402-28728EE73DBC}"/>
              </a:ext>
            </a:extLst>
          </p:cNvPr>
          <p:cNvSpPr/>
          <p:nvPr/>
        </p:nvSpPr>
        <p:spPr>
          <a:xfrm>
            <a:off x="4358586" y="4587100"/>
            <a:ext cx="3464644" cy="21302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ptos" panose="020B0004020202020204" pitchFamily="34" charset="0"/>
                <a:ea typeface="+mn-ea"/>
                <a:cs typeface="+mn-cs"/>
              </a:rPr>
              <a:t>IF, INFANT(S) / TODDLER(S) or CHILD(REN), or TEENAGER(S),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kumimoji="0" lang="en-GB" sz="1000" b="1" i="0" u="none" strike="noStrike" kern="1200" cap="none" spc="0" normalizeH="0" baseline="0" noProof="0" dirty="0">
                <a:ln>
                  <a:noFill/>
                </a:ln>
                <a:solidFill>
                  <a:srgbClr val="61837F"/>
                </a:solidFill>
                <a:effectLst/>
                <a:uLnTx/>
                <a:uFillTx/>
                <a:latin typeface="Aptos SemiBold" panose="020B0004020202020204" pitchFamily="34" charset="0"/>
                <a:ea typeface="+mn-ea"/>
                <a:cs typeface="+mn-cs"/>
              </a:rPr>
              <a:t>PROACTIVE OUTREACH* </a:t>
            </a:r>
            <a:r>
              <a:rPr kumimoji="0" lang="en-GB"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to </a:t>
            </a:r>
            <a:r>
              <a:rPr kumimoji="0" lang="en-US"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understand ages and 2) provide family offerings and services  and 3) confirm number of rooms and if connecting.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kumimoji="0" lang="en-GB" sz="1000" b="1" i="0" u="none" strike="noStrike" kern="1200" cap="none" spc="0" normalizeH="0" baseline="0" noProof="0" dirty="0">
                <a:ln>
                  <a:noFill/>
                </a:ln>
                <a:solidFill>
                  <a:srgbClr val="C4B749"/>
                </a:solidFill>
                <a:effectLst/>
                <a:uLnTx/>
                <a:uFillTx/>
                <a:latin typeface="Aptos SemiBold" panose="020B0004020202020204" pitchFamily="34" charset="0"/>
                <a:ea typeface="+mn-ea"/>
                <a:cs typeface="+mn-cs"/>
              </a:rPr>
              <a:t>ROOM ALLOCATION &amp; SET UP </a:t>
            </a:r>
            <a:r>
              <a:rPr kumimoji="0" lang="en-GB"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1) </a:t>
            </a:r>
            <a:r>
              <a:rPr kumimoji="0" lang="en-US"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ensure all FHLSS standards are met, 2) refer to standards SOP and 2) provide age-appropriate welcome amenities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kumimoji="0" lang="en-GB" sz="1000" b="1" i="0" u="none" strike="noStrike" kern="1200" cap="none" spc="0" normalizeH="0" baseline="0" noProof="0" dirty="0">
                <a:ln>
                  <a:noFill/>
                </a:ln>
                <a:solidFill>
                  <a:srgbClr val="949AD7"/>
                </a:solidFill>
                <a:effectLst/>
                <a:uLnTx/>
                <a:uFillTx/>
                <a:latin typeface="Aptos SemiBold" panose="020B0004020202020204" pitchFamily="34" charset="0"/>
                <a:ea typeface="+mn-ea"/>
                <a:cs typeface="+mn-cs"/>
              </a:rPr>
              <a:t>SET SERVICE TEMPO </a:t>
            </a:r>
            <a:r>
              <a:rPr kumimoji="0" lang="en-US"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prepare family check-in </a:t>
            </a:r>
            <a:endParaRPr kumimoji="0" lang="en-US" sz="1000" b="0" i="0" u="none" strike="noStrike" kern="1200" cap="none" spc="0" normalizeH="0" baseline="0" noProof="0" dirty="0">
              <a:ln>
                <a:noFill/>
              </a:ln>
              <a:solidFill>
                <a:srgbClr val="FF0000"/>
              </a:solidFill>
              <a:effectLst/>
              <a:uLnTx/>
              <a:uFillTx/>
              <a:latin typeface="Aptos Light"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ptos" panose="020B0004020202020204" pitchFamily="34" charset="0"/>
                <a:ea typeface="+mn-ea"/>
                <a:cs typeface="+mn-cs"/>
              </a:rPr>
              <a:t>IF SOMEONE ELSE,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 </a:t>
            </a:r>
            <a:r>
              <a:rPr kumimoji="0" lang="en-GB" sz="1000" b="1" i="0" u="none" strike="noStrike" kern="1200" cap="none" spc="0" normalizeH="0" baseline="0" noProof="0" dirty="0">
                <a:ln>
                  <a:noFill/>
                </a:ln>
                <a:solidFill>
                  <a:srgbClr val="61837F"/>
                </a:solidFill>
                <a:effectLst/>
                <a:uLnTx/>
                <a:uFillTx/>
                <a:latin typeface="Aptos SemiBold" panose="020B0004020202020204" pitchFamily="34" charset="0"/>
                <a:ea typeface="+mn-ea"/>
                <a:cs typeface="+mn-cs"/>
              </a:rPr>
              <a:t>PROACTIVE OUTREACH* </a:t>
            </a:r>
            <a:r>
              <a:rPr kumimoji="0" lang="en-US"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then reach out to understand who and how we can prepare. </a:t>
            </a:r>
          </a:p>
          <a:p>
            <a:pPr marL="457200" marR="0" lvl="1" indent="0" algn="l" defTabSz="914400" rtl="0" eaLnBrk="1" fontAlgn="auto" latinLnBrk="0" hangingPunct="1">
              <a:lnSpc>
                <a:spcPct val="100000"/>
              </a:lnSpc>
              <a:spcBef>
                <a:spcPts val="0"/>
              </a:spcBef>
              <a:spcAft>
                <a:spcPts val="30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rPr>
              <a:t> </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Aptos Light" panose="020B0004020202020204" pitchFamily="34" charset="0"/>
              <a:ea typeface="+mn-ea"/>
              <a:cs typeface="+mn-cs"/>
            </a:endParaRPr>
          </a:p>
        </p:txBody>
      </p:sp>
      <p:sp>
        <p:nvSpPr>
          <p:cNvPr id="59" name="Rectangle 58">
            <a:extLst>
              <a:ext uri="{FF2B5EF4-FFF2-40B4-BE49-F238E27FC236}">
                <a16:creationId xmlns:a16="http://schemas.microsoft.com/office/drawing/2014/main" id="{2D883C1F-F8FE-7B0E-753C-BDDA91B31FF0}"/>
              </a:ext>
            </a:extLst>
          </p:cNvPr>
          <p:cNvSpPr/>
          <p:nvPr/>
        </p:nvSpPr>
        <p:spPr>
          <a:xfrm>
            <a:off x="9884791" y="2167887"/>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60" name="Rectangle 59">
            <a:extLst>
              <a:ext uri="{FF2B5EF4-FFF2-40B4-BE49-F238E27FC236}">
                <a16:creationId xmlns:a16="http://schemas.microsoft.com/office/drawing/2014/main" id="{B13DCE1B-88A3-5679-9EE9-66EA1EA11260}"/>
              </a:ext>
            </a:extLst>
          </p:cNvPr>
          <p:cNvSpPr/>
          <p:nvPr/>
        </p:nvSpPr>
        <p:spPr>
          <a:xfrm>
            <a:off x="9884791" y="2418170"/>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61" name="Rectangle 60">
            <a:extLst>
              <a:ext uri="{FF2B5EF4-FFF2-40B4-BE49-F238E27FC236}">
                <a16:creationId xmlns:a16="http://schemas.microsoft.com/office/drawing/2014/main" id="{40CB88E2-6D99-BCC8-2536-92DE8B63E45B}"/>
              </a:ext>
            </a:extLst>
          </p:cNvPr>
          <p:cNvSpPr/>
          <p:nvPr/>
        </p:nvSpPr>
        <p:spPr>
          <a:xfrm>
            <a:off x="9884791" y="2668453"/>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63" name="Rectangle 62">
            <a:extLst>
              <a:ext uri="{FF2B5EF4-FFF2-40B4-BE49-F238E27FC236}">
                <a16:creationId xmlns:a16="http://schemas.microsoft.com/office/drawing/2014/main" id="{FE525D6E-D68D-1534-87E0-5EE2394C40AC}"/>
              </a:ext>
            </a:extLst>
          </p:cNvPr>
          <p:cNvSpPr/>
          <p:nvPr/>
        </p:nvSpPr>
        <p:spPr>
          <a:xfrm>
            <a:off x="9884791" y="2918736"/>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64" name="Rectangle 63">
            <a:extLst>
              <a:ext uri="{FF2B5EF4-FFF2-40B4-BE49-F238E27FC236}">
                <a16:creationId xmlns:a16="http://schemas.microsoft.com/office/drawing/2014/main" id="{739AD0CA-5A02-5520-83D1-6F30E418D074}"/>
              </a:ext>
            </a:extLst>
          </p:cNvPr>
          <p:cNvSpPr/>
          <p:nvPr/>
        </p:nvSpPr>
        <p:spPr>
          <a:xfrm>
            <a:off x="9884791" y="3169019"/>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65" name="Rectangle 64">
            <a:extLst>
              <a:ext uri="{FF2B5EF4-FFF2-40B4-BE49-F238E27FC236}">
                <a16:creationId xmlns:a16="http://schemas.microsoft.com/office/drawing/2014/main" id="{D94E11AB-C76A-DE32-F229-C72D5EAB3448}"/>
              </a:ext>
            </a:extLst>
          </p:cNvPr>
          <p:cNvSpPr/>
          <p:nvPr/>
        </p:nvSpPr>
        <p:spPr>
          <a:xfrm>
            <a:off x="9884791" y="3419302"/>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66" name="Rectangle 65">
            <a:extLst>
              <a:ext uri="{FF2B5EF4-FFF2-40B4-BE49-F238E27FC236}">
                <a16:creationId xmlns:a16="http://schemas.microsoft.com/office/drawing/2014/main" id="{6808BFFF-4C15-70DF-B3DC-208075688D3C}"/>
              </a:ext>
            </a:extLst>
          </p:cNvPr>
          <p:cNvSpPr/>
          <p:nvPr/>
        </p:nvSpPr>
        <p:spPr>
          <a:xfrm>
            <a:off x="9884791" y="3669585"/>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67" name="Rectangle 66">
            <a:extLst>
              <a:ext uri="{FF2B5EF4-FFF2-40B4-BE49-F238E27FC236}">
                <a16:creationId xmlns:a16="http://schemas.microsoft.com/office/drawing/2014/main" id="{C2512C5F-A0C2-93D1-CFB4-785B3247A7AC}"/>
              </a:ext>
            </a:extLst>
          </p:cNvPr>
          <p:cNvSpPr/>
          <p:nvPr/>
        </p:nvSpPr>
        <p:spPr>
          <a:xfrm>
            <a:off x="9880847" y="3912957"/>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68" name="Rectangle 67">
            <a:extLst>
              <a:ext uri="{FF2B5EF4-FFF2-40B4-BE49-F238E27FC236}">
                <a16:creationId xmlns:a16="http://schemas.microsoft.com/office/drawing/2014/main" id="{7728E12C-50D2-A65A-C29E-C3AEF2E5E707}"/>
              </a:ext>
            </a:extLst>
          </p:cNvPr>
          <p:cNvSpPr/>
          <p:nvPr/>
        </p:nvSpPr>
        <p:spPr>
          <a:xfrm>
            <a:off x="9880847" y="4163240"/>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endParaRPr>
          </a:p>
        </p:txBody>
      </p:sp>
      <p:sp>
        <p:nvSpPr>
          <p:cNvPr id="69" name="Rectangle 68">
            <a:extLst>
              <a:ext uri="{FF2B5EF4-FFF2-40B4-BE49-F238E27FC236}">
                <a16:creationId xmlns:a16="http://schemas.microsoft.com/office/drawing/2014/main" id="{E143638E-C19B-0EFB-D097-01441D9600D7}"/>
              </a:ext>
            </a:extLst>
          </p:cNvPr>
          <p:cNvSpPr/>
          <p:nvPr/>
        </p:nvSpPr>
        <p:spPr>
          <a:xfrm>
            <a:off x="9961416" y="2151809"/>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AA-WIN</a:t>
            </a:r>
          </a:p>
        </p:txBody>
      </p:sp>
      <p:sp>
        <p:nvSpPr>
          <p:cNvPr id="70" name="Rectangle 69">
            <a:extLst>
              <a:ext uri="{FF2B5EF4-FFF2-40B4-BE49-F238E27FC236}">
                <a16:creationId xmlns:a16="http://schemas.microsoft.com/office/drawing/2014/main" id="{494055F5-C732-F38F-D239-524FD9345841}"/>
              </a:ext>
            </a:extLst>
          </p:cNvPr>
          <p:cNvSpPr/>
          <p:nvPr/>
        </p:nvSpPr>
        <p:spPr>
          <a:xfrm>
            <a:off x="9961416" y="2402092"/>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AA-BAR</a:t>
            </a:r>
          </a:p>
        </p:txBody>
      </p:sp>
      <p:sp>
        <p:nvSpPr>
          <p:cNvPr id="71" name="Rectangle 70">
            <a:extLst>
              <a:ext uri="{FF2B5EF4-FFF2-40B4-BE49-F238E27FC236}">
                <a16:creationId xmlns:a16="http://schemas.microsoft.com/office/drawing/2014/main" id="{D36EF622-24F9-594A-CB39-DA1FD0172DBB}"/>
              </a:ext>
            </a:extLst>
          </p:cNvPr>
          <p:cNvSpPr/>
          <p:nvPr/>
        </p:nvSpPr>
        <p:spPr>
          <a:xfrm>
            <a:off x="9961416" y="2652375"/>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AA-SPA</a:t>
            </a:r>
          </a:p>
        </p:txBody>
      </p:sp>
      <p:sp>
        <p:nvSpPr>
          <p:cNvPr id="72" name="Rectangle 71">
            <a:extLst>
              <a:ext uri="{FF2B5EF4-FFF2-40B4-BE49-F238E27FC236}">
                <a16:creationId xmlns:a16="http://schemas.microsoft.com/office/drawing/2014/main" id="{1E5D8BF8-A172-42D7-84C4-F710FC8533FD}"/>
              </a:ext>
            </a:extLst>
          </p:cNvPr>
          <p:cNvSpPr/>
          <p:nvPr/>
        </p:nvSpPr>
        <p:spPr>
          <a:xfrm>
            <a:off x="9961416" y="2902658"/>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AA-FIT</a:t>
            </a:r>
          </a:p>
        </p:txBody>
      </p:sp>
      <p:sp>
        <p:nvSpPr>
          <p:cNvPr id="73" name="Rectangle 72">
            <a:extLst>
              <a:ext uri="{FF2B5EF4-FFF2-40B4-BE49-F238E27FC236}">
                <a16:creationId xmlns:a16="http://schemas.microsoft.com/office/drawing/2014/main" id="{D5ED7ED2-C500-84E9-CCE0-2D2695E50264}"/>
              </a:ext>
            </a:extLst>
          </p:cNvPr>
          <p:cNvSpPr/>
          <p:nvPr/>
        </p:nvSpPr>
        <p:spPr>
          <a:xfrm>
            <a:off x="9961416" y="3152941"/>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AA-SPO</a:t>
            </a:r>
          </a:p>
        </p:txBody>
      </p:sp>
      <p:sp>
        <p:nvSpPr>
          <p:cNvPr id="74" name="Rectangle 73">
            <a:extLst>
              <a:ext uri="{FF2B5EF4-FFF2-40B4-BE49-F238E27FC236}">
                <a16:creationId xmlns:a16="http://schemas.microsoft.com/office/drawing/2014/main" id="{05277436-449F-E26C-3AF5-AA90C1318BB8}"/>
              </a:ext>
            </a:extLst>
          </p:cNvPr>
          <p:cNvSpPr/>
          <p:nvPr/>
        </p:nvSpPr>
        <p:spPr>
          <a:xfrm>
            <a:off x="9961416" y="3403224"/>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AA-ART</a:t>
            </a:r>
          </a:p>
        </p:txBody>
      </p:sp>
      <p:sp>
        <p:nvSpPr>
          <p:cNvPr id="75" name="Rectangle 74">
            <a:extLst>
              <a:ext uri="{FF2B5EF4-FFF2-40B4-BE49-F238E27FC236}">
                <a16:creationId xmlns:a16="http://schemas.microsoft.com/office/drawing/2014/main" id="{DAA52179-2A9B-E3CB-7F5E-8AE22F305154}"/>
              </a:ext>
            </a:extLst>
          </p:cNvPr>
          <p:cNvSpPr/>
          <p:nvPr/>
        </p:nvSpPr>
        <p:spPr>
          <a:xfrm>
            <a:off x="9961416" y="3653507"/>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AA-CUL</a:t>
            </a:r>
          </a:p>
        </p:txBody>
      </p:sp>
      <p:sp>
        <p:nvSpPr>
          <p:cNvPr id="76" name="Rectangle 75">
            <a:extLst>
              <a:ext uri="{FF2B5EF4-FFF2-40B4-BE49-F238E27FC236}">
                <a16:creationId xmlns:a16="http://schemas.microsoft.com/office/drawing/2014/main" id="{8065B642-B308-CE13-3380-AE4D7DF7019B}"/>
              </a:ext>
            </a:extLst>
          </p:cNvPr>
          <p:cNvSpPr/>
          <p:nvPr/>
        </p:nvSpPr>
        <p:spPr>
          <a:xfrm>
            <a:off x="9961416" y="3903790"/>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AA-COU</a:t>
            </a:r>
          </a:p>
        </p:txBody>
      </p:sp>
      <p:sp>
        <p:nvSpPr>
          <p:cNvPr id="77" name="Rectangle 76">
            <a:extLst>
              <a:ext uri="{FF2B5EF4-FFF2-40B4-BE49-F238E27FC236}">
                <a16:creationId xmlns:a16="http://schemas.microsoft.com/office/drawing/2014/main" id="{9951E65D-CD14-4F18-3578-2D4E4611C369}"/>
              </a:ext>
            </a:extLst>
          </p:cNvPr>
          <p:cNvSpPr/>
          <p:nvPr/>
        </p:nvSpPr>
        <p:spPr>
          <a:xfrm>
            <a:off x="9961416" y="4154073"/>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AA-FAM</a:t>
            </a:r>
          </a:p>
        </p:txBody>
      </p:sp>
      <p:sp>
        <p:nvSpPr>
          <p:cNvPr id="78" name="Rectangle 77">
            <a:extLst>
              <a:ext uri="{FF2B5EF4-FFF2-40B4-BE49-F238E27FC236}">
                <a16:creationId xmlns:a16="http://schemas.microsoft.com/office/drawing/2014/main" id="{8D518FFE-1E40-2CB0-713E-FDA9A7DE4E54}"/>
              </a:ext>
            </a:extLst>
          </p:cNvPr>
          <p:cNvSpPr/>
          <p:nvPr/>
        </p:nvSpPr>
        <p:spPr>
          <a:xfrm>
            <a:off x="8170436" y="2158720"/>
            <a:ext cx="182880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CULINARY &amp; WINE</a:t>
            </a:r>
          </a:p>
        </p:txBody>
      </p:sp>
      <p:sp>
        <p:nvSpPr>
          <p:cNvPr id="79" name="Rectangle 78">
            <a:extLst>
              <a:ext uri="{FF2B5EF4-FFF2-40B4-BE49-F238E27FC236}">
                <a16:creationId xmlns:a16="http://schemas.microsoft.com/office/drawing/2014/main" id="{F1D2BB87-4CEF-A351-2E2C-092C13CAD9C3}"/>
              </a:ext>
            </a:extLst>
          </p:cNvPr>
          <p:cNvSpPr/>
          <p:nvPr/>
        </p:nvSpPr>
        <p:spPr>
          <a:xfrm>
            <a:off x="8170436" y="2409003"/>
            <a:ext cx="182880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BARS &amp; NIGHTLIFE</a:t>
            </a:r>
          </a:p>
        </p:txBody>
      </p:sp>
      <p:sp>
        <p:nvSpPr>
          <p:cNvPr id="80" name="Rectangle 79">
            <a:extLst>
              <a:ext uri="{FF2B5EF4-FFF2-40B4-BE49-F238E27FC236}">
                <a16:creationId xmlns:a16="http://schemas.microsoft.com/office/drawing/2014/main" id="{B1F99F0C-93B0-1129-8D28-0C956969A883}"/>
              </a:ext>
            </a:extLst>
          </p:cNvPr>
          <p:cNvSpPr/>
          <p:nvPr/>
        </p:nvSpPr>
        <p:spPr>
          <a:xfrm>
            <a:off x="8170436" y="2659286"/>
            <a:ext cx="182880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SPA &amp; BEAUTY</a:t>
            </a:r>
          </a:p>
        </p:txBody>
      </p:sp>
      <p:sp>
        <p:nvSpPr>
          <p:cNvPr id="81" name="Rectangle 80">
            <a:extLst>
              <a:ext uri="{FF2B5EF4-FFF2-40B4-BE49-F238E27FC236}">
                <a16:creationId xmlns:a16="http://schemas.microsoft.com/office/drawing/2014/main" id="{F8403906-24E2-CAE0-24FD-5082A7B35A5A}"/>
              </a:ext>
            </a:extLst>
          </p:cNvPr>
          <p:cNvSpPr/>
          <p:nvPr/>
        </p:nvSpPr>
        <p:spPr>
          <a:xfrm>
            <a:off x="8170436" y="2909569"/>
            <a:ext cx="182880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FITNESS &amp; WELLNESS</a:t>
            </a:r>
          </a:p>
        </p:txBody>
      </p:sp>
      <p:sp>
        <p:nvSpPr>
          <p:cNvPr id="82" name="Rectangle 81">
            <a:extLst>
              <a:ext uri="{FF2B5EF4-FFF2-40B4-BE49-F238E27FC236}">
                <a16:creationId xmlns:a16="http://schemas.microsoft.com/office/drawing/2014/main" id="{9B51162E-ABAE-F722-984C-0EA8A71E6C01}"/>
              </a:ext>
            </a:extLst>
          </p:cNvPr>
          <p:cNvSpPr/>
          <p:nvPr/>
        </p:nvSpPr>
        <p:spPr>
          <a:xfrm>
            <a:off x="8170436" y="3159852"/>
            <a:ext cx="182880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SPORTS &amp; ADVENTURE</a:t>
            </a:r>
          </a:p>
        </p:txBody>
      </p:sp>
      <p:sp>
        <p:nvSpPr>
          <p:cNvPr id="83" name="Rectangle 82">
            <a:extLst>
              <a:ext uri="{FF2B5EF4-FFF2-40B4-BE49-F238E27FC236}">
                <a16:creationId xmlns:a16="http://schemas.microsoft.com/office/drawing/2014/main" id="{AABA36D3-07C5-A045-04E5-93EEE05F0189}"/>
              </a:ext>
            </a:extLst>
          </p:cNvPr>
          <p:cNvSpPr/>
          <p:nvPr/>
        </p:nvSpPr>
        <p:spPr>
          <a:xfrm>
            <a:off x="8170436" y="3410135"/>
            <a:ext cx="182880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ARTS</a:t>
            </a:r>
          </a:p>
        </p:txBody>
      </p:sp>
      <p:sp>
        <p:nvSpPr>
          <p:cNvPr id="84" name="Rectangle 83">
            <a:extLst>
              <a:ext uri="{FF2B5EF4-FFF2-40B4-BE49-F238E27FC236}">
                <a16:creationId xmlns:a16="http://schemas.microsoft.com/office/drawing/2014/main" id="{B36F3615-8EE2-FFC6-233F-F3E1A0C05BF1}"/>
              </a:ext>
            </a:extLst>
          </p:cNvPr>
          <p:cNvSpPr/>
          <p:nvPr/>
        </p:nvSpPr>
        <p:spPr>
          <a:xfrm>
            <a:off x="8170436" y="3660418"/>
            <a:ext cx="182880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CULTURE &amp; EVENTS</a:t>
            </a:r>
          </a:p>
        </p:txBody>
      </p:sp>
      <p:sp>
        <p:nvSpPr>
          <p:cNvPr id="85" name="Rectangle 84">
            <a:extLst>
              <a:ext uri="{FF2B5EF4-FFF2-40B4-BE49-F238E27FC236}">
                <a16:creationId xmlns:a16="http://schemas.microsoft.com/office/drawing/2014/main" id="{C9EA07E8-CC31-81BC-C0D8-8708FA700D14}"/>
              </a:ext>
            </a:extLst>
          </p:cNvPr>
          <p:cNvSpPr/>
          <p:nvPr/>
        </p:nvSpPr>
        <p:spPr>
          <a:xfrm>
            <a:off x="8170436" y="3910701"/>
            <a:ext cx="182880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COUPLE ACTIVITIES</a:t>
            </a:r>
          </a:p>
        </p:txBody>
      </p:sp>
      <p:sp>
        <p:nvSpPr>
          <p:cNvPr id="86" name="Rectangle 85">
            <a:extLst>
              <a:ext uri="{FF2B5EF4-FFF2-40B4-BE49-F238E27FC236}">
                <a16:creationId xmlns:a16="http://schemas.microsoft.com/office/drawing/2014/main" id="{193DEC50-7565-00DA-0386-47000CBC6031}"/>
              </a:ext>
            </a:extLst>
          </p:cNvPr>
          <p:cNvSpPr/>
          <p:nvPr/>
        </p:nvSpPr>
        <p:spPr>
          <a:xfrm>
            <a:off x="8170436" y="4160984"/>
            <a:ext cx="1828800"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50000"/>
                    <a:lumOff val="50000"/>
                  </a:srgbClr>
                </a:solidFill>
                <a:effectLst/>
                <a:uLnTx/>
                <a:uFillTx/>
                <a:latin typeface="Aptos Light" panose="020B0004020202020204" pitchFamily="34" charset="0"/>
                <a:ea typeface="+mn-ea"/>
                <a:cs typeface="+mn-cs"/>
              </a:rPr>
              <a:t>FAMILY TIME</a:t>
            </a:r>
          </a:p>
        </p:txBody>
      </p:sp>
      <p:sp>
        <p:nvSpPr>
          <p:cNvPr id="91" name="Rectangle 90">
            <a:extLst>
              <a:ext uri="{FF2B5EF4-FFF2-40B4-BE49-F238E27FC236}">
                <a16:creationId xmlns:a16="http://schemas.microsoft.com/office/drawing/2014/main" id="{3D7AB5A7-731B-0A55-8333-43A55DC5ECFF}"/>
              </a:ext>
            </a:extLst>
          </p:cNvPr>
          <p:cNvSpPr/>
          <p:nvPr/>
        </p:nvSpPr>
        <p:spPr>
          <a:xfrm>
            <a:off x="8218043" y="4587100"/>
            <a:ext cx="3484678" cy="18310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ptos" panose="020B0004020202020204" pitchFamily="34" charset="0"/>
                <a:ea typeface="+mn-ea"/>
                <a:cs typeface="+mn-cs"/>
              </a:rPr>
              <a:t>IF MARKETING CONSENT, REFER TO [COMPANIONS]; </a:t>
            </a: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kumimoji="0" lang="en-GB" sz="1000" b="1" i="0" u="none" strike="noStrike" kern="1200" cap="none" spc="0" normalizeH="0" baseline="0" noProof="0">
                <a:ln>
                  <a:noFill/>
                </a:ln>
                <a:solidFill>
                  <a:srgbClr val="61837F"/>
                </a:solidFill>
                <a:effectLst/>
                <a:uLnTx/>
                <a:uFillTx/>
                <a:latin typeface="Aptos SemiBold" panose="020B0004020202020204" pitchFamily="34" charset="0"/>
                <a:ea typeface="+mn-ea"/>
                <a:cs typeface="+mn-cs"/>
              </a:rPr>
              <a:t>PROACTIVE OUTREACH* </a:t>
            </a:r>
            <a:r>
              <a:rPr kumimoji="0" lang="en-US" sz="1000" b="0" i="0" u="none" strike="noStrike" kern="1200" cap="none" spc="0" normalizeH="0" baseline="0" noProof="0">
                <a:ln>
                  <a:noFill/>
                </a:ln>
                <a:solidFill>
                  <a:srgbClr val="000000"/>
                </a:solidFill>
                <a:effectLst/>
                <a:uLnTx/>
                <a:uFillTx/>
                <a:latin typeface="Aptos Light" panose="020B0004020202020204" pitchFamily="34" charset="0"/>
                <a:ea typeface="+mn-ea"/>
                <a:cs typeface="+mn-cs"/>
              </a:rPr>
              <a:t>reach out with relevant activity and offer to support itinerary planning that align further to preferences </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ptos Light"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0" i="0" u="none" strike="noStrike" kern="1200" cap="none" spc="0" normalizeH="0" baseline="0" noProof="0">
                <a:ln>
                  <a:noFill/>
                </a:ln>
                <a:solidFill>
                  <a:prstClr val="black">
                    <a:lumMod val="50000"/>
                    <a:lumOff val="50000"/>
                  </a:prstClr>
                </a:solidFill>
                <a:effectLst/>
                <a:uLnTx/>
                <a:uFillTx/>
                <a:latin typeface="Avenir Light" panose="020B0402020203020204" pitchFamily="34" charset="77"/>
                <a:ea typeface="+mn-ea"/>
                <a:cs typeface="+mn-cs"/>
              </a:rPr>
              <a:t>+1 OPPORTUNITIES ROOM ALLOCATION &amp; SET UP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1" i="1" u="none" strike="noStrike" kern="1200" cap="none" spc="0" normalizeH="0" baseline="0" noProof="0">
                <a:ln>
                  <a:noFill/>
                </a:ln>
                <a:solidFill>
                  <a:srgbClr val="000000"/>
                </a:solidFill>
                <a:effectLst/>
                <a:uLnTx/>
                <a:uFillTx/>
                <a:latin typeface="Aptos" panose="020B0004020202020204" pitchFamily="34" charset="0"/>
                <a:ea typeface="+mn-ea"/>
                <a:cs typeface="+mn-cs"/>
              </a:rPr>
              <a:t>IF WINE, </a:t>
            </a:r>
            <a:r>
              <a:rPr kumimoji="0" lang="en-GB" sz="1000" b="0" i="1" u="none" strike="noStrike" kern="1200" cap="none" spc="0" normalizeH="0" baseline="0" noProof="0">
                <a:ln>
                  <a:noFill/>
                </a:ln>
                <a:solidFill>
                  <a:srgbClr val="000000"/>
                </a:solidFill>
                <a:effectLst/>
                <a:uLnTx/>
                <a:uFillTx/>
                <a:latin typeface="Aptos Light" panose="020B0004020202020204" pitchFamily="34" charset="0"/>
                <a:ea typeface="+mn-ea"/>
                <a:cs typeface="+mn-cs"/>
              </a:rPr>
              <a:t>provide [SOMMOLIER INSIGHTS] in room.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1" i="1" u="none" strike="noStrike" kern="1200" cap="none" spc="0" normalizeH="0" baseline="0" noProof="0">
                <a:ln>
                  <a:noFill/>
                </a:ln>
                <a:solidFill>
                  <a:srgbClr val="000000"/>
                </a:solidFill>
                <a:effectLst/>
                <a:uLnTx/>
                <a:uFillTx/>
                <a:latin typeface="Aptos" panose="020B0004020202020204" pitchFamily="34" charset="0"/>
                <a:ea typeface="+mn-ea"/>
                <a:cs typeface="+mn-cs"/>
              </a:rPr>
              <a:t>IF YOGA, </a:t>
            </a:r>
            <a:r>
              <a:rPr kumimoji="0" lang="en-GB" sz="1000" b="0" i="1" u="none" strike="noStrike" kern="1200" cap="none" spc="0" normalizeH="0" baseline="0" noProof="0">
                <a:ln>
                  <a:noFill/>
                </a:ln>
                <a:solidFill>
                  <a:srgbClr val="000000"/>
                </a:solidFill>
                <a:effectLst/>
                <a:uLnTx/>
                <a:uFillTx/>
                <a:latin typeface="Aptos Light" panose="020B0004020202020204" pitchFamily="34" charset="0"/>
                <a:ea typeface="+mn-ea"/>
                <a:cs typeface="+mn-cs"/>
              </a:rPr>
              <a:t>place yoga mat visibility in the room and provide wellness &amp; fitness facilities card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1" i="1" u="none" strike="noStrike" kern="1200" cap="none" spc="0" normalizeH="0" baseline="0" noProof="0">
                <a:ln>
                  <a:noFill/>
                </a:ln>
                <a:solidFill>
                  <a:srgbClr val="000000"/>
                </a:solidFill>
                <a:effectLst/>
                <a:uLnTx/>
                <a:uFillTx/>
                <a:latin typeface="Aptos" panose="020B0004020202020204" pitchFamily="34" charset="0"/>
                <a:ea typeface="+mn-ea"/>
                <a:cs typeface="+mn-cs"/>
              </a:rPr>
              <a:t>IF SPA &amp; BEAUTY, </a:t>
            </a:r>
            <a:r>
              <a:rPr kumimoji="0" lang="en-GB" sz="1000" b="0" i="1" u="none" strike="noStrike" kern="1200" cap="none" spc="0" normalizeH="0" baseline="0" noProof="0">
                <a:ln>
                  <a:noFill/>
                </a:ln>
                <a:solidFill>
                  <a:srgbClr val="000000"/>
                </a:solidFill>
                <a:effectLst/>
                <a:uLnTx/>
                <a:uFillTx/>
                <a:latin typeface="Aptos Light" panose="020B0004020202020204" pitchFamily="34" charset="0"/>
                <a:ea typeface="+mn-ea"/>
                <a:cs typeface="+mn-cs"/>
              </a:rPr>
              <a:t>provide spa menu.  </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000" b="0" i="0" u="none" strike="noStrike" kern="1200" cap="none" spc="0" normalizeH="0" baseline="0" noProof="0">
              <a:ln>
                <a:noFill/>
              </a:ln>
              <a:solidFill>
                <a:prstClr val="black">
                  <a:lumMod val="50000"/>
                  <a:lumOff val="50000"/>
                </a:prstClr>
              </a:solidFill>
              <a:effectLst/>
              <a:uLnTx/>
              <a:uFillTx/>
              <a:latin typeface="Avenir Light" panose="020B0402020203020204" pitchFamily="34" charset="77"/>
              <a:ea typeface="+mn-ea"/>
              <a:cs typeface="+mn-cs"/>
            </a:endParaRPr>
          </a:p>
        </p:txBody>
      </p:sp>
      <p:sp>
        <p:nvSpPr>
          <p:cNvPr id="3" name="TextBox 2">
            <a:extLst>
              <a:ext uri="{FF2B5EF4-FFF2-40B4-BE49-F238E27FC236}">
                <a16:creationId xmlns:a16="http://schemas.microsoft.com/office/drawing/2014/main" id="{80C293E5-B02B-D0D4-C5EE-59EC74804538}"/>
              </a:ext>
            </a:extLst>
          </p:cNvPr>
          <p:cNvSpPr txBox="1"/>
          <p:nvPr/>
        </p:nvSpPr>
        <p:spPr>
          <a:xfrm>
            <a:off x="8131582" y="1121346"/>
            <a:ext cx="292745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D2B062"/>
                </a:solidFill>
                <a:effectLst/>
                <a:uLnTx/>
                <a:uFillTx/>
                <a:latin typeface="Aptos" panose="020B0004020202020204" pitchFamily="34" charset="0"/>
                <a:ea typeface="Helvetica Neue"/>
                <a:cs typeface="Helvetica Neue"/>
              </a:rPr>
              <a:t>NEW! </a:t>
            </a:r>
            <a:endParaRPr kumimoji="0" lang="en-US" sz="1200" b="0" i="0" u="none" strike="noStrike" kern="1200" cap="none" spc="0" normalizeH="0" baseline="0" noProof="0">
              <a:ln>
                <a:noFill/>
              </a:ln>
              <a:solidFill>
                <a:srgbClr val="D2B062"/>
              </a:solidFill>
              <a:effectLst/>
              <a:uLnTx/>
              <a:uFillTx/>
              <a:latin typeface="Garamond" panose="02020404030301010803"/>
              <a:ea typeface="+mn-ea"/>
              <a:cs typeface="+mn-cs"/>
            </a:endParaRPr>
          </a:p>
        </p:txBody>
      </p:sp>
      <p:sp>
        <p:nvSpPr>
          <p:cNvPr id="4" name="TextBox 3">
            <a:extLst>
              <a:ext uri="{FF2B5EF4-FFF2-40B4-BE49-F238E27FC236}">
                <a16:creationId xmlns:a16="http://schemas.microsoft.com/office/drawing/2014/main" id="{2A068A26-452D-2DB0-4282-666F46EC954C}"/>
              </a:ext>
            </a:extLst>
          </p:cNvPr>
          <p:cNvSpPr txBox="1"/>
          <p:nvPr/>
        </p:nvSpPr>
        <p:spPr>
          <a:xfrm>
            <a:off x="4329955" y="1138934"/>
            <a:ext cx="292745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D2B062"/>
                </a:solidFill>
                <a:effectLst/>
                <a:uLnTx/>
                <a:uFillTx/>
                <a:latin typeface="Aptos" panose="020B0004020202020204" pitchFamily="34" charset="0"/>
                <a:ea typeface="Helvetica Neue"/>
                <a:cs typeface="Helvetica Neue"/>
              </a:rPr>
              <a:t>NEW!</a:t>
            </a:r>
            <a:endParaRPr kumimoji="0" lang="en-US" sz="1200" b="0" i="0" u="none" strike="noStrike" kern="1200" cap="none" spc="0" normalizeH="0" baseline="0" noProof="0">
              <a:ln>
                <a:noFill/>
              </a:ln>
              <a:solidFill>
                <a:srgbClr val="D2B062"/>
              </a:solidFill>
              <a:effectLst/>
              <a:uLnTx/>
              <a:uFillTx/>
              <a:latin typeface="Garamond" panose="02020404030301010803"/>
              <a:ea typeface="+mn-ea"/>
              <a:cs typeface="+mn-cs"/>
            </a:endParaRPr>
          </a:p>
        </p:txBody>
      </p:sp>
      <p:sp>
        <p:nvSpPr>
          <p:cNvPr id="6" name="TextBox 5">
            <a:extLst>
              <a:ext uri="{FF2B5EF4-FFF2-40B4-BE49-F238E27FC236}">
                <a16:creationId xmlns:a16="http://schemas.microsoft.com/office/drawing/2014/main" id="{5024209C-FBA2-2AD3-47C5-E6A19135EDF2}"/>
              </a:ext>
            </a:extLst>
          </p:cNvPr>
          <p:cNvSpPr txBox="1"/>
          <p:nvPr/>
        </p:nvSpPr>
        <p:spPr>
          <a:xfrm>
            <a:off x="465044" y="4349023"/>
            <a:ext cx="292745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D2B062"/>
                </a:solidFill>
                <a:effectLst/>
                <a:uLnTx/>
                <a:uFillTx/>
                <a:latin typeface="Aptos" panose="020B0004020202020204" pitchFamily="34" charset="0"/>
                <a:ea typeface="Helvetica Neue"/>
                <a:cs typeface="Helvetica Neue"/>
              </a:rPr>
              <a:t>NEW!</a:t>
            </a:r>
            <a:endParaRPr kumimoji="0" lang="en-US" sz="1200" b="0" i="0" u="none" strike="noStrike" kern="1200" cap="none" spc="0" normalizeH="0" baseline="0" noProof="0">
              <a:ln>
                <a:noFill/>
              </a:ln>
              <a:solidFill>
                <a:srgbClr val="D2B062"/>
              </a:solidFill>
              <a:effectLst/>
              <a:uLnTx/>
              <a:uFillTx/>
              <a:latin typeface="Garamond" panose="02020404030301010803"/>
              <a:ea typeface="+mn-ea"/>
              <a:cs typeface="+mn-cs"/>
            </a:endParaRPr>
          </a:p>
        </p:txBody>
      </p:sp>
      <p:pic>
        <p:nvPicPr>
          <p:cNvPr id="8" name="Picture 7">
            <a:extLst>
              <a:ext uri="{FF2B5EF4-FFF2-40B4-BE49-F238E27FC236}">
                <a16:creationId xmlns:a16="http://schemas.microsoft.com/office/drawing/2014/main" id="{E8CFE323-AE3C-38EF-D894-FD5EA3ECDFE4}"/>
              </a:ext>
            </a:extLst>
          </p:cNvPr>
          <p:cNvPicPr>
            <a:picLocks noChangeAspect="1"/>
          </p:cNvPicPr>
          <p:nvPr/>
        </p:nvPicPr>
        <p:blipFill>
          <a:blip r:embed="rId2"/>
          <a:stretch>
            <a:fillRect/>
          </a:stretch>
        </p:blipFill>
        <p:spPr>
          <a:xfrm>
            <a:off x="11389514" y="28369"/>
            <a:ext cx="731704" cy="411148"/>
          </a:xfrm>
          <a:prstGeom prst="rect">
            <a:avLst/>
          </a:prstGeom>
        </p:spPr>
      </p:pic>
      <p:sp>
        <p:nvSpPr>
          <p:cNvPr id="10" name="Date Placeholder 3">
            <a:extLst>
              <a:ext uri="{FF2B5EF4-FFF2-40B4-BE49-F238E27FC236}">
                <a16:creationId xmlns:a16="http://schemas.microsoft.com/office/drawing/2014/main" id="{B0FBE488-BB77-B529-628D-C29E1CCCA563}"/>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BFC7B520-B103-3A1D-916D-C6B7440F7EE5}"/>
              </a:ext>
            </a:extLst>
          </p:cNvPr>
          <p:cNvSpPr/>
          <p:nvPr/>
        </p:nvSpPr>
        <p:spPr>
          <a:xfrm>
            <a:off x="480033" y="1113954"/>
            <a:ext cx="3657600" cy="45719"/>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3" name="Rectangle 12">
            <a:extLst>
              <a:ext uri="{FF2B5EF4-FFF2-40B4-BE49-F238E27FC236}">
                <a16:creationId xmlns:a16="http://schemas.microsoft.com/office/drawing/2014/main" id="{2E43BDC8-57CD-C862-963B-72187B23C088}"/>
              </a:ext>
            </a:extLst>
          </p:cNvPr>
          <p:cNvSpPr/>
          <p:nvPr/>
        </p:nvSpPr>
        <p:spPr>
          <a:xfrm>
            <a:off x="4305807" y="1111146"/>
            <a:ext cx="3657600" cy="45719"/>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4" name="Rectangle 13">
            <a:extLst>
              <a:ext uri="{FF2B5EF4-FFF2-40B4-BE49-F238E27FC236}">
                <a16:creationId xmlns:a16="http://schemas.microsoft.com/office/drawing/2014/main" id="{A8C26E3C-8232-AFD4-0FED-B61927F33044}"/>
              </a:ext>
            </a:extLst>
          </p:cNvPr>
          <p:cNvSpPr/>
          <p:nvPr/>
        </p:nvSpPr>
        <p:spPr>
          <a:xfrm>
            <a:off x="8131581" y="1108338"/>
            <a:ext cx="3657600" cy="45719"/>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1" name="Rectangle 10">
            <a:extLst>
              <a:ext uri="{FF2B5EF4-FFF2-40B4-BE49-F238E27FC236}">
                <a16:creationId xmlns:a16="http://schemas.microsoft.com/office/drawing/2014/main" id="{9450AFF3-DBC9-5F9A-944D-256258EB57D4}"/>
              </a:ext>
            </a:extLst>
          </p:cNvPr>
          <p:cNvSpPr/>
          <p:nvPr/>
        </p:nvSpPr>
        <p:spPr>
          <a:xfrm>
            <a:off x="12287754" y="1201513"/>
            <a:ext cx="1772349" cy="267833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to pull out a few ideas, C &amp; Y, lets talk to get more specific. </a:t>
            </a:r>
          </a:p>
        </p:txBody>
      </p:sp>
    </p:spTree>
    <p:extLst>
      <p:ext uri="{BB962C8B-B14F-4D97-AF65-F5344CB8AC3E}">
        <p14:creationId xmlns:p14="http://schemas.microsoft.com/office/powerpoint/2010/main" val="1426565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5CA11-35EE-1614-D576-2A97D5845D5A}"/>
            </a:ext>
          </a:extLst>
        </p:cNvPr>
        <p:cNvGrpSpPr/>
        <p:nvPr/>
      </p:nvGrpSpPr>
      <p:grpSpPr>
        <a:xfrm>
          <a:off x="0" y="0"/>
          <a:ext cx="0" cy="0"/>
          <a:chOff x="0" y="0"/>
          <a:chExt cx="0" cy="0"/>
        </a:xfrm>
      </p:grpSpPr>
      <p:sp>
        <p:nvSpPr>
          <p:cNvPr id="102" name="Rectangle 101">
            <a:extLst>
              <a:ext uri="{FF2B5EF4-FFF2-40B4-BE49-F238E27FC236}">
                <a16:creationId xmlns:a16="http://schemas.microsoft.com/office/drawing/2014/main" id="{4F0AEBE2-E488-A31C-C669-25C4397EAC10}"/>
              </a:ext>
            </a:extLst>
          </p:cNvPr>
          <p:cNvSpPr/>
          <p:nvPr/>
        </p:nvSpPr>
        <p:spPr>
          <a:xfrm>
            <a:off x="1909983" y="4287169"/>
            <a:ext cx="3657600" cy="2128425"/>
          </a:xfrm>
          <a:prstGeom prst="rect">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2" name="Text Placeholder 1">
            <a:extLst>
              <a:ext uri="{FF2B5EF4-FFF2-40B4-BE49-F238E27FC236}">
                <a16:creationId xmlns:a16="http://schemas.microsoft.com/office/drawing/2014/main" id="{4D797B9E-8185-5D36-E3CE-0430503B4494}"/>
              </a:ext>
            </a:extLst>
          </p:cNvPr>
          <p:cNvSpPr>
            <a:spLocks noGrp="1"/>
          </p:cNvSpPr>
          <p:nvPr>
            <p:ph type="body" sz="quarter" idx="12"/>
          </p:nvPr>
        </p:nvSpPr>
        <p:spPr>
          <a:xfrm>
            <a:off x="2674304" y="622230"/>
            <a:ext cx="6843392" cy="266752"/>
          </a:xfrm>
        </p:spPr>
        <p:txBody>
          <a:bodyPr/>
          <a:lstStyle/>
          <a:p>
            <a:r>
              <a:rPr lang="en-US" sz="1500" b="1"/>
              <a:t>GUEST DECLARED STAY BASED PREFERENCES </a:t>
            </a:r>
            <a:endParaRPr lang="en-US" sz="1500"/>
          </a:p>
        </p:txBody>
      </p:sp>
      <p:sp>
        <p:nvSpPr>
          <p:cNvPr id="5" name="Text Placeholder 4">
            <a:extLst>
              <a:ext uri="{FF2B5EF4-FFF2-40B4-BE49-F238E27FC236}">
                <a16:creationId xmlns:a16="http://schemas.microsoft.com/office/drawing/2014/main" id="{765D3E5B-1006-4FC2-E309-921CEA1C290A}"/>
              </a:ext>
            </a:extLst>
          </p:cNvPr>
          <p:cNvSpPr>
            <a:spLocks noGrp="1"/>
          </p:cNvSpPr>
          <p:nvPr>
            <p:ph type="body" sz="quarter" idx="19"/>
          </p:nvPr>
        </p:nvSpPr>
        <p:spPr>
          <a:xfrm>
            <a:off x="2021760" y="1508793"/>
            <a:ext cx="4107218" cy="575890"/>
          </a:xfrm>
        </p:spPr>
        <p:txBody>
          <a:bodyPr/>
          <a:lstStyle/>
          <a:p>
            <a:pPr algn="l">
              <a:lnSpc>
                <a:spcPct val="80000"/>
              </a:lnSpc>
              <a:spcAft>
                <a:spcPts val="800"/>
              </a:spcAft>
              <a:tabLst>
                <a:tab pos="457200" algn="l"/>
              </a:tabLst>
            </a:pPr>
            <a:r>
              <a:rPr lang="en-US" sz="2200" cap="none" spc="0"/>
              <a:t>Do you have any dietary preferences we should consider for this stay? </a:t>
            </a:r>
          </a:p>
        </p:txBody>
      </p:sp>
      <p:sp>
        <p:nvSpPr>
          <p:cNvPr id="9" name="Text Placeholder 8">
            <a:extLst>
              <a:ext uri="{FF2B5EF4-FFF2-40B4-BE49-F238E27FC236}">
                <a16:creationId xmlns:a16="http://schemas.microsoft.com/office/drawing/2014/main" id="{409242D5-6DD7-B32B-9B83-755B58B29D2D}"/>
              </a:ext>
            </a:extLst>
          </p:cNvPr>
          <p:cNvSpPr>
            <a:spLocks noGrp="1"/>
          </p:cNvSpPr>
          <p:nvPr>
            <p:ph type="body" sz="quarter" idx="21"/>
          </p:nvPr>
        </p:nvSpPr>
        <p:spPr>
          <a:xfrm>
            <a:off x="6387367" y="1541041"/>
            <a:ext cx="3861329" cy="575890"/>
          </a:xfrm>
        </p:spPr>
        <p:txBody>
          <a:bodyPr/>
          <a:lstStyle/>
          <a:p>
            <a:pPr algn="l">
              <a:lnSpc>
                <a:spcPct val="80000"/>
              </a:lnSpc>
              <a:spcAft>
                <a:spcPts val="800"/>
              </a:spcAft>
              <a:tabLst>
                <a:tab pos="457200" algn="l"/>
              </a:tabLst>
            </a:pPr>
            <a:r>
              <a:rPr lang="en-US" sz="2200" cap="none" spc="0"/>
              <a:t>Is there anything else we can do </a:t>
            </a:r>
            <a:br>
              <a:rPr lang="en-US" sz="2200" cap="none" spc="0"/>
            </a:br>
            <a:r>
              <a:rPr lang="en-US" sz="2200" cap="none" spc="0"/>
              <a:t>to make this stay more memorable? </a:t>
            </a:r>
          </a:p>
        </p:txBody>
      </p:sp>
      <p:sp>
        <p:nvSpPr>
          <p:cNvPr id="31" name="Rectangle 30">
            <a:extLst>
              <a:ext uri="{FF2B5EF4-FFF2-40B4-BE49-F238E27FC236}">
                <a16:creationId xmlns:a16="http://schemas.microsoft.com/office/drawing/2014/main" id="{83B2B93D-DF5B-F266-F343-63504CD57FE8}"/>
              </a:ext>
            </a:extLst>
          </p:cNvPr>
          <p:cNvSpPr/>
          <p:nvPr/>
        </p:nvSpPr>
        <p:spPr>
          <a:xfrm>
            <a:off x="3289755" y="4727767"/>
            <a:ext cx="2773269" cy="18310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800" b="0" i="0" u="none" strike="noStrike" kern="1200" cap="none" spc="0" normalizeH="0" baseline="0" noProof="0">
              <a:ln>
                <a:noFill/>
              </a:ln>
              <a:solidFill>
                <a:prstClr val="black">
                  <a:lumMod val="50000"/>
                  <a:lumOff val="50000"/>
                </a:prstClr>
              </a:solidFill>
              <a:effectLst/>
              <a:uLnTx/>
              <a:uFillTx/>
              <a:latin typeface="Avenir Light" panose="020B0402020203020204" pitchFamily="34" charset="77"/>
              <a:ea typeface="+mn-ea"/>
              <a:cs typeface="+mn-cs"/>
            </a:endParaRPr>
          </a:p>
        </p:txBody>
      </p:sp>
      <p:sp>
        <p:nvSpPr>
          <p:cNvPr id="32" name="Rectangle 31">
            <a:extLst>
              <a:ext uri="{FF2B5EF4-FFF2-40B4-BE49-F238E27FC236}">
                <a16:creationId xmlns:a16="http://schemas.microsoft.com/office/drawing/2014/main" id="{22F0CE4D-3222-8A50-6FE7-3F577BB2B59B}"/>
              </a:ext>
            </a:extLst>
          </p:cNvPr>
          <p:cNvSpPr/>
          <p:nvPr/>
        </p:nvSpPr>
        <p:spPr>
          <a:xfrm>
            <a:off x="8772061" y="4715874"/>
            <a:ext cx="2773269" cy="18310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200" b="1" i="0" u="none" strike="noStrike" kern="1200" cap="none" spc="0" normalizeH="0" baseline="0" noProof="0">
              <a:ln>
                <a:noFill/>
              </a:ln>
              <a:solidFill>
                <a:srgbClr val="FFFFFF">
                  <a:lumMod val="10000"/>
                </a:srgbClr>
              </a:solidFill>
              <a:effectLst/>
              <a:uLnTx/>
              <a:uFillTx/>
              <a:latin typeface="Avenir Black" panose="02000503020000020003" pitchFamily="2" charset="0"/>
              <a:ea typeface="+mn-ea"/>
              <a:cs typeface="+mn-cs"/>
            </a:endParaRPr>
          </a:p>
        </p:txBody>
      </p:sp>
      <p:sp>
        <p:nvSpPr>
          <p:cNvPr id="7" name="Rectangle 6">
            <a:extLst>
              <a:ext uri="{FF2B5EF4-FFF2-40B4-BE49-F238E27FC236}">
                <a16:creationId xmlns:a16="http://schemas.microsoft.com/office/drawing/2014/main" id="{3F6AF986-3CEE-D29D-7660-35034B4E114B}"/>
              </a:ext>
            </a:extLst>
          </p:cNvPr>
          <p:cNvSpPr/>
          <p:nvPr/>
        </p:nvSpPr>
        <p:spPr>
          <a:xfrm>
            <a:off x="4242490" y="2230798"/>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DISAV</a:t>
            </a:r>
          </a:p>
        </p:txBody>
      </p:sp>
      <p:sp>
        <p:nvSpPr>
          <p:cNvPr id="8" name="Rectangle 7">
            <a:extLst>
              <a:ext uri="{FF2B5EF4-FFF2-40B4-BE49-F238E27FC236}">
                <a16:creationId xmlns:a16="http://schemas.microsoft.com/office/drawing/2014/main" id="{0E051CFD-2B44-F4D5-2891-DFAA720CF2FA}"/>
              </a:ext>
            </a:extLst>
          </p:cNvPr>
          <p:cNvSpPr/>
          <p:nvPr/>
        </p:nvSpPr>
        <p:spPr>
          <a:xfrm>
            <a:off x="4248040" y="2464799"/>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DISWT</a:t>
            </a:r>
          </a:p>
        </p:txBody>
      </p:sp>
      <p:sp>
        <p:nvSpPr>
          <p:cNvPr id="10" name="Rectangle 9">
            <a:extLst>
              <a:ext uri="{FF2B5EF4-FFF2-40B4-BE49-F238E27FC236}">
                <a16:creationId xmlns:a16="http://schemas.microsoft.com/office/drawing/2014/main" id="{DA98F463-A844-3834-E77C-B475B850C229}"/>
              </a:ext>
            </a:extLst>
          </p:cNvPr>
          <p:cNvSpPr/>
          <p:nvPr/>
        </p:nvSpPr>
        <p:spPr>
          <a:xfrm>
            <a:off x="4248040" y="2713930"/>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DIHEA</a:t>
            </a:r>
          </a:p>
        </p:txBody>
      </p:sp>
      <p:sp>
        <p:nvSpPr>
          <p:cNvPr id="11" name="Rectangle 10">
            <a:extLst>
              <a:ext uri="{FF2B5EF4-FFF2-40B4-BE49-F238E27FC236}">
                <a16:creationId xmlns:a16="http://schemas.microsoft.com/office/drawing/2014/main" id="{D66983C0-E7D2-E55C-0995-147D1E1FA282}"/>
              </a:ext>
            </a:extLst>
          </p:cNvPr>
          <p:cNvSpPr/>
          <p:nvPr/>
        </p:nvSpPr>
        <p:spPr>
          <a:xfrm>
            <a:off x="4248040" y="2963061"/>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DIVGT</a:t>
            </a:r>
          </a:p>
        </p:txBody>
      </p:sp>
      <p:sp>
        <p:nvSpPr>
          <p:cNvPr id="13" name="Rectangle 12">
            <a:extLst>
              <a:ext uri="{FF2B5EF4-FFF2-40B4-BE49-F238E27FC236}">
                <a16:creationId xmlns:a16="http://schemas.microsoft.com/office/drawing/2014/main" id="{9CC85BA3-5E5D-4CDB-7184-993A3594909C}"/>
              </a:ext>
            </a:extLst>
          </p:cNvPr>
          <p:cNvSpPr/>
          <p:nvPr/>
        </p:nvSpPr>
        <p:spPr>
          <a:xfrm>
            <a:off x="4248040" y="3212192"/>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DIVEG</a:t>
            </a:r>
          </a:p>
        </p:txBody>
      </p:sp>
      <p:sp>
        <p:nvSpPr>
          <p:cNvPr id="14" name="Rectangle 13">
            <a:extLst>
              <a:ext uri="{FF2B5EF4-FFF2-40B4-BE49-F238E27FC236}">
                <a16:creationId xmlns:a16="http://schemas.microsoft.com/office/drawing/2014/main" id="{FBFE49FE-B7BC-642B-2C23-D30054B80C20}"/>
              </a:ext>
            </a:extLst>
          </p:cNvPr>
          <p:cNvSpPr/>
          <p:nvPr/>
        </p:nvSpPr>
        <p:spPr>
          <a:xfrm>
            <a:off x="4248040" y="3450647"/>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DINAL</a:t>
            </a:r>
          </a:p>
        </p:txBody>
      </p:sp>
      <p:sp>
        <p:nvSpPr>
          <p:cNvPr id="15" name="Rectangle 14">
            <a:extLst>
              <a:ext uri="{FF2B5EF4-FFF2-40B4-BE49-F238E27FC236}">
                <a16:creationId xmlns:a16="http://schemas.microsoft.com/office/drawing/2014/main" id="{D5FDD68B-2033-0D2A-C8D2-90C58F26F7D4}"/>
              </a:ext>
            </a:extLst>
          </p:cNvPr>
          <p:cNvSpPr/>
          <p:nvPr/>
        </p:nvSpPr>
        <p:spPr>
          <a:xfrm>
            <a:off x="4248040" y="3723155"/>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DINONE</a:t>
            </a:r>
          </a:p>
        </p:txBody>
      </p:sp>
      <p:sp>
        <p:nvSpPr>
          <p:cNvPr id="16" name="Rectangle 15">
            <a:extLst>
              <a:ext uri="{FF2B5EF4-FFF2-40B4-BE49-F238E27FC236}">
                <a16:creationId xmlns:a16="http://schemas.microsoft.com/office/drawing/2014/main" id="{FEA5D08D-BD3E-38AA-E2A2-B53258C8FBD9}"/>
              </a:ext>
            </a:extLst>
          </p:cNvPr>
          <p:cNvSpPr/>
          <p:nvPr/>
        </p:nvSpPr>
        <p:spPr>
          <a:xfrm>
            <a:off x="2288378" y="2222889"/>
            <a:ext cx="2002754" cy="234253"/>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SAVORY</a:t>
            </a:r>
          </a:p>
        </p:txBody>
      </p:sp>
      <p:sp>
        <p:nvSpPr>
          <p:cNvPr id="17" name="Rectangle 16">
            <a:extLst>
              <a:ext uri="{FF2B5EF4-FFF2-40B4-BE49-F238E27FC236}">
                <a16:creationId xmlns:a16="http://schemas.microsoft.com/office/drawing/2014/main" id="{45D73A64-7FA4-71D7-731F-4A42A4AC9B55}"/>
              </a:ext>
            </a:extLst>
          </p:cNvPr>
          <p:cNvSpPr/>
          <p:nvPr/>
        </p:nvSpPr>
        <p:spPr>
          <a:xfrm>
            <a:off x="2288378" y="2473172"/>
            <a:ext cx="2002754" cy="234253"/>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SWEET</a:t>
            </a:r>
          </a:p>
        </p:txBody>
      </p:sp>
      <p:sp>
        <p:nvSpPr>
          <p:cNvPr id="18" name="Rectangle 17">
            <a:extLst>
              <a:ext uri="{FF2B5EF4-FFF2-40B4-BE49-F238E27FC236}">
                <a16:creationId xmlns:a16="http://schemas.microsoft.com/office/drawing/2014/main" id="{555995AE-A0A3-250C-0B70-5E1DBB435403}"/>
              </a:ext>
            </a:extLst>
          </p:cNvPr>
          <p:cNvSpPr/>
          <p:nvPr/>
        </p:nvSpPr>
        <p:spPr>
          <a:xfrm>
            <a:off x="2288378" y="2723455"/>
            <a:ext cx="2002754" cy="234253"/>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HEALTHY &amp; LIGHT</a:t>
            </a:r>
          </a:p>
        </p:txBody>
      </p:sp>
      <p:sp>
        <p:nvSpPr>
          <p:cNvPr id="19" name="Rectangle 18">
            <a:extLst>
              <a:ext uri="{FF2B5EF4-FFF2-40B4-BE49-F238E27FC236}">
                <a16:creationId xmlns:a16="http://schemas.microsoft.com/office/drawing/2014/main" id="{28FD2BB8-7F5F-A27C-7FE6-F7FDB54D34B8}"/>
              </a:ext>
            </a:extLst>
          </p:cNvPr>
          <p:cNvSpPr/>
          <p:nvPr/>
        </p:nvSpPr>
        <p:spPr>
          <a:xfrm>
            <a:off x="2288378" y="2973738"/>
            <a:ext cx="2002754" cy="234253"/>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VEGETARIAN</a:t>
            </a:r>
          </a:p>
        </p:txBody>
      </p:sp>
      <p:sp>
        <p:nvSpPr>
          <p:cNvPr id="20" name="Rectangle 19">
            <a:extLst>
              <a:ext uri="{FF2B5EF4-FFF2-40B4-BE49-F238E27FC236}">
                <a16:creationId xmlns:a16="http://schemas.microsoft.com/office/drawing/2014/main" id="{4C4FFCAA-34EC-7234-170B-3899E2974EC4}"/>
              </a:ext>
            </a:extLst>
          </p:cNvPr>
          <p:cNvSpPr/>
          <p:nvPr/>
        </p:nvSpPr>
        <p:spPr>
          <a:xfrm>
            <a:off x="2288378" y="3224021"/>
            <a:ext cx="2002754" cy="234253"/>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VEGAN</a:t>
            </a:r>
          </a:p>
        </p:txBody>
      </p:sp>
      <p:sp>
        <p:nvSpPr>
          <p:cNvPr id="21" name="Rectangle 20">
            <a:extLst>
              <a:ext uri="{FF2B5EF4-FFF2-40B4-BE49-F238E27FC236}">
                <a16:creationId xmlns:a16="http://schemas.microsoft.com/office/drawing/2014/main" id="{C47EB6D4-586B-0581-1CDA-837D5979A006}"/>
              </a:ext>
            </a:extLst>
          </p:cNvPr>
          <p:cNvSpPr/>
          <p:nvPr/>
        </p:nvSpPr>
        <p:spPr>
          <a:xfrm>
            <a:off x="2288378" y="3474304"/>
            <a:ext cx="2002754" cy="234253"/>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REMOVE IN ROOM ALCOHOL</a:t>
            </a:r>
          </a:p>
        </p:txBody>
      </p:sp>
      <p:sp>
        <p:nvSpPr>
          <p:cNvPr id="22" name="Rectangle 21">
            <a:extLst>
              <a:ext uri="{FF2B5EF4-FFF2-40B4-BE49-F238E27FC236}">
                <a16:creationId xmlns:a16="http://schemas.microsoft.com/office/drawing/2014/main" id="{2A36A726-01C3-F779-0730-917E1A492BCE}"/>
              </a:ext>
            </a:extLst>
          </p:cNvPr>
          <p:cNvSpPr/>
          <p:nvPr/>
        </p:nvSpPr>
        <p:spPr>
          <a:xfrm>
            <a:off x="2288378" y="3725721"/>
            <a:ext cx="2002754" cy="234253"/>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NO PREFERENCE</a:t>
            </a:r>
          </a:p>
        </p:txBody>
      </p:sp>
      <p:sp>
        <p:nvSpPr>
          <p:cNvPr id="43" name="TextBox 42">
            <a:extLst>
              <a:ext uri="{FF2B5EF4-FFF2-40B4-BE49-F238E27FC236}">
                <a16:creationId xmlns:a16="http://schemas.microsoft.com/office/drawing/2014/main" id="{8C14AA44-A35D-5882-05A3-5AC860184D06}"/>
              </a:ext>
            </a:extLst>
          </p:cNvPr>
          <p:cNvSpPr txBox="1"/>
          <p:nvPr/>
        </p:nvSpPr>
        <p:spPr>
          <a:xfrm>
            <a:off x="8122948" y="2322258"/>
            <a:ext cx="805578" cy="246221"/>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000" b="1">
                <a:solidFill>
                  <a:schemeClr val="tx1">
                    <a:lumMod val="50000"/>
                    <a:lumOff val="50000"/>
                  </a:schemeClr>
                </a:solidFill>
                <a:latin typeface="Avenir Book" panose="02000503020000020003"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APNOTE</a:t>
            </a:r>
          </a:p>
        </p:txBody>
      </p:sp>
      <p:sp>
        <p:nvSpPr>
          <p:cNvPr id="44" name="Rectangle 43">
            <a:extLst>
              <a:ext uri="{FF2B5EF4-FFF2-40B4-BE49-F238E27FC236}">
                <a16:creationId xmlns:a16="http://schemas.microsoft.com/office/drawing/2014/main" id="{5851581B-5B55-5B35-DAA0-BB43F389A3CF}"/>
              </a:ext>
            </a:extLst>
          </p:cNvPr>
          <p:cNvSpPr/>
          <p:nvPr/>
        </p:nvSpPr>
        <p:spPr>
          <a:xfrm>
            <a:off x="8094373" y="2327881"/>
            <a:ext cx="854220" cy="22634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APNOTE</a:t>
            </a:r>
          </a:p>
        </p:txBody>
      </p:sp>
      <p:sp>
        <p:nvSpPr>
          <p:cNvPr id="45" name="Rectangle 44">
            <a:extLst>
              <a:ext uri="{FF2B5EF4-FFF2-40B4-BE49-F238E27FC236}">
                <a16:creationId xmlns:a16="http://schemas.microsoft.com/office/drawing/2014/main" id="{A1BC78B1-5284-4820-7E65-6539E76D5158}"/>
              </a:ext>
            </a:extLst>
          </p:cNvPr>
          <p:cNvSpPr/>
          <p:nvPr/>
        </p:nvSpPr>
        <p:spPr>
          <a:xfrm>
            <a:off x="6387367" y="2325625"/>
            <a:ext cx="1755648" cy="228600"/>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lumMod val="50000"/>
                    <a:lumOff val="50000"/>
                  </a:srgbClr>
                </a:solidFill>
                <a:effectLst/>
                <a:uLnTx/>
                <a:uFillTx/>
                <a:latin typeface="Avenir Book" panose="02000503020000020003" pitchFamily="2" charset="0"/>
                <a:ea typeface="+mn-ea"/>
                <a:cs typeface="+mn-cs"/>
              </a:rPr>
              <a:t>FREE TEXT</a:t>
            </a:r>
          </a:p>
        </p:txBody>
      </p:sp>
      <p:sp>
        <p:nvSpPr>
          <p:cNvPr id="93" name="Rectangle 92">
            <a:extLst>
              <a:ext uri="{FF2B5EF4-FFF2-40B4-BE49-F238E27FC236}">
                <a16:creationId xmlns:a16="http://schemas.microsoft.com/office/drawing/2014/main" id="{C5D02330-B208-3B57-49B5-1A0DCF52C790}"/>
              </a:ext>
            </a:extLst>
          </p:cNvPr>
          <p:cNvSpPr/>
          <p:nvPr/>
        </p:nvSpPr>
        <p:spPr>
          <a:xfrm>
            <a:off x="2011547" y="4287169"/>
            <a:ext cx="3413659" cy="18310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1" i="0" u="none" strike="noStrike" kern="1200" cap="none" spc="0" normalizeH="0" baseline="0" noProof="0">
                <a:ln>
                  <a:noFill/>
                </a:ln>
                <a:solidFill>
                  <a:srgbClr val="000000"/>
                </a:solidFill>
                <a:effectLst/>
                <a:uLnTx/>
                <a:uFillTx/>
                <a:latin typeface="Aptos" panose="020B0004020202020204" pitchFamily="34" charset="0"/>
                <a:ea typeface="+mn-ea"/>
                <a:cs typeface="+mn-cs"/>
              </a:rPr>
              <a:t>REFERENCE AS PIRIORTY </a:t>
            </a:r>
            <a:r>
              <a:rPr kumimoji="0" lang="en-GB" sz="1000" b="0" i="0" u="none" strike="noStrike" kern="1200" cap="none" spc="0" normalizeH="0" baseline="0" noProof="0">
                <a:ln>
                  <a:noFill/>
                </a:ln>
                <a:solidFill>
                  <a:prstClr val="black">
                    <a:lumMod val="50000"/>
                    <a:lumOff val="50000"/>
                  </a:prstClr>
                </a:solidFill>
                <a:effectLst/>
                <a:uLnTx/>
                <a:uFillTx/>
                <a:latin typeface="Avenir Book" panose="02000503020000020003" pitchFamily="2" charset="0"/>
                <a:ea typeface="+mn-ea"/>
                <a:cs typeface="+mn-cs"/>
              </a:rPr>
              <a:t>for all amenities, </a:t>
            </a:r>
            <a:r>
              <a:rPr kumimoji="0" lang="en-GB" sz="1000" b="0" i="0" u="none" strike="noStrike" kern="1200" cap="none" spc="0" normalizeH="0" baseline="0" noProof="0" err="1">
                <a:ln>
                  <a:noFill/>
                </a:ln>
                <a:solidFill>
                  <a:prstClr val="black">
                    <a:lumMod val="50000"/>
                    <a:lumOff val="50000"/>
                  </a:prstClr>
                </a:solidFill>
                <a:effectLst/>
                <a:uLnTx/>
                <a:uFillTx/>
                <a:latin typeface="Avenir Book" panose="02000503020000020003" pitchFamily="2" charset="0"/>
                <a:ea typeface="+mn-ea"/>
                <a:cs typeface="+mn-cs"/>
              </a:rPr>
              <a:t>MoWOW</a:t>
            </a:r>
            <a:r>
              <a:rPr kumimoji="0" lang="en-GB" sz="1000" b="0" i="0" u="none" strike="noStrike" kern="1200" cap="none" spc="0" normalizeH="0" baseline="0" noProof="0">
                <a:ln>
                  <a:noFill/>
                </a:ln>
                <a:solidFill>
                  <a:prstClr val="black">
                    <a:lumMod val="50000"/>
                    <a:lumOff val="50000"/>
                  </a:prstClr>
                </a:solidFill>
                <a:effectLst/>
                <a:uLnTx/>
                <a:uFillTx/>
                <a:latin typeface="Avenir Book" panose="02000503020000020003" pitchFamily="2" charset="0"/>
                <a:ea typeface="+mn-ea"/>
                <a:cs typeface="+mn-cs"/>
              </a:rPr>
              <a:t>, FMO Milestone and Chefs Exclusive and Glitch Recovery </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000" b="0" i="0" u="none" strike="noStrike" kern="1200" cap="none" spc="0" normalizeH="0" baseline="0" noProof="0">
              <a:ln>
                <a:noFill/>
              </a:ln>
              <a:solidFill>
                <a:prstClr val="black">
                  <a:lumMod val="50000"/>
                  <a:lumOff val="50000"/>
                </a:prstClr>
              </a:solidFill>
              <a:effectLst/>
              <a:uLnTx/>
              <a:uFillTx/>
              <a:latin typeface="Avenir Book" panose="02000503020000020003"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lumMod val="50000"/>
                  <a:lumOff val="50000"/>
                </a:prstClr>
              </a:solidFill>
              <a:effectLst/>
              <a:uLnTx/>
              <a:uFillTx/>
              <a:latin typeface="Avenir Book" panose="02000503020000020003"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solidFill>
                <a:effectLst/>
                <a:uLnTx/>
                <a:uFillTx/>
                <a:latin typeface="Aptos" panose="020B0004020202020204" pitchFamily="34" charset="0"/>
                <a:ea typeface="+mn-ea"/>
                <a:cs typeface="+mn-cs"/>
              </a:rPr>
              <a:t>IF NO IN-ROOM ALCOHOL,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C4B749"/>
                </a:solidFill>
                <a:effectLst/>
                <a:uLnTx/>
                <a:uFillTx/>
                <a:latin typeface="Aptos SemiBold" panose="020B0004020202020204" pitchFamily="34" charset="0"/>
                <a:ea typeface="+mn-ea"/>
                <a:cs typeface="+mn-cs"/>
              </a:rPr>
              <a:t>- ROOM ALLOCATION &amp; SET UP </a:t>
            </a:r>
            <a:r>
              <a:rPr kumimoji="0" lang="en-GB" sz="1000" b="0" i="0" u="none" strike="noStrike" kern="1200" cap="none" spc="0" normalizeH="0" baseline="0" noProof="0">
                <a:ln>
                  <a:noFill/>
                </a:ln>
                <a:solidFill>
                  <a:prstClr val="black">
                    <a:lumMod val="50000"/>
                    <a:lumOff val="50000"/>
                  </a:prstClr>
                </a:solidFill>
                <a:effectLst/>
                <a:uLnTx/>
                <a:uFillTx/>
                <a:latin typeface="Avenir Book" panose="02000503020000020003" pitchFamily="2" charset="0"/>
                <a:ea typeface="+mn-ea"/>
                <a:cs typeface="+mn-cs"/>
              </a:rPr>
              <a:t>all alcohol from mini-bar removed and replace with other drinks and 2) place [Alcohol removed on request card]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lumMod val="50000"/>
                  <a:lumOff val="50000"/>
                </a:prstClr>
              </a:solidFill>
              <a:effectLst/>
              <a:uLnTx/>
              <a:uFillTx/>
              <a:latin typeface="Avenir Book" panose="02000503020000020003" pitchFamily="2" charset="0"/>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000" b="0" i="0" u="none" strike="noStrike" kern="1200" cap="none" spc="0" normalizeH="0" baseline="0" noProof="0">
              <a:ln>
                <a:noFill/>
              </a:ln>
              <a:solidFill>
                <a:prstClr val="black">
                  <a:lumMod val="50000"/>
                  <a:lumOff val="50000"/>
                </a:prstClr>
              </a:solidFill>
              <a:effectLst/>
              <a:uLnTx/>
              <a:uFillTx/>
              <a:latin typeface="Avenir Book" panose="02000503020000020003" pitchFamily="2" charset="0"/>
              <a:ea typeface="+mn-ea"/>
              <a:cs typeface="+mn-cs"/>
            </a:endParaRPr>
          </a:p>
        </p:txBody>
      </p:sp>
      <p:sp>
        <p:nvSpPr>
          <p:cNvPr id="4" name="TextBox 3">
            <a:extLst>
              <a:ext uri="{FF2B5EF4-FFF2-40B4-BE49-F238E27FC236}">
                <a16:creationId xmlns:a16="http://schemas.microsoft.com/office/drawing/2014/main" id="{61C0EB68-82A2-414A-2E27-0146A5C5E85E}"/>
              </a:ext>
            </a:extLst>
          </p:cNvPr>
          <p:cNvSpPr txBox="1"/>
          <p:nvPr/>
        </p:nvSpPr>
        <p:spPr>
          <a:xfrm>
            <a:off x="1930427" y="1206985"/>
            <a:ext cx="292745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D2B062"/>
                </a:solidFill>
                <a:effectLst/>
                <a:uLnTx/>
                <a:uFillTx/>
                <a:latin typeface="Aptos" panose="020B0004020202020204" pitchFamily="34" charset="0"/>
                <a:ea typeface="Helvetica Neue"/>
                <a:cs typeface="Helvetica Neue"/>
              </a:rPr>
              <a:t>NEW! </a:t>
            </a:r>
            <a:endParaRPr kumimoji="0" lang="en-US" sz="1200" b="0" i="0" u="none" strike="noStrike" kern="1200" cap="none" spc="0" normalizeH="0" baseline="0" noProof="0">
              <a:ln>
                <a:noFill/>
              </a:ln>
              <a:solidFill>
                <a:srgbClr val="D2B062"/>
              </a:solidFill>
              <a:effectLst/>
              <a:uLnTx/>
              <a:uFillTx/>
              <a:latin typeface="Garamond" panose="02020404030301010803"/>
              <a:ea typeface="+mn-ea"/>
              <a:cs typeface="+mn-cs"/>
            </a:endParaRPr>
          </a:p>
        </p:txBody>
      </p:sp>
      <p:sp>
        <p:nvSpPr>
          <p:cNvPr id="6" name="TextBox 5">
            <a:extLst>
              <a:ext uri="{FF2B5EF4-FFF2-40B4-BE49-F238E27FC236}">
                <a16:creationId xmlns:a16="http://schemas.microsoft.com/office/drawing/2014/main" id="{D68CF50B-31F2-D2B8-FE96-EEE6DF2AFB9C}"/>
              </a:ext>
            </a:extLst>
          </p:cNvPr>
          <p:cNvSpPr txBox="1"/>
          <p:nvPr/>
        </p:nvSpPr>
        <p:spPr>
          <a:xfrm>
            <a:off x="6387367" y="1261230"/>
            <a:ext cx="292745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D2B062"/>
                </a:solidFill>
                <a:effectLst/>
                <a:uLnTx/>
                <a:uFillTx/>
                <a:latin typeface="Aptos" panose="020B0004020202020204" pitchFamily="34" charset="0"/>
                <a:ea typeface="Helvetica Neue"/>
                <a:cs typeface="Helvetica Neue"/>
              </a:rPr>
              <a:t>NEW! </a:t>
            </a:r>
            <a:endParaRPr kumimoji="0" lang="en-US" sz="1200" b="0" i="0" u="none" strike="noStrike" kern="1200" cap="none" spc="0" normalizeH="0" baseline="0" noProof="0">
              <a:ln>
                <a:noFill/>
              </a:ln>
              <a:solidFill>
                <a:srgbClr val="D2B062"/>
              </a:solidFill>
              <a:effectLst/>
              <a:uLnTx/>
              <a:uFillTx/>
              <a:latin typeface="Garamond" panose="02020404030301010803"/>
              <a:ea typeface="+mn-ea"/>
              <a:cs typeface="+mn-cs"/>
            </a:endParaRPr>
          </a:p>
        </p:txBody>
      </p:sp>
      <p:sp>
        <p:nvSpPr>
          <p:cNvPr id="12" name="Rectangle 11">
            <a:extLst>
              <a:ext uri="{FF2B5EF4-FFF2-40B4-BE49-F238E27FC236}">
                <a16:creationId xmlns:a16="http://schemas.microsoft.com/office/drawing/2014/main" id="{62E0EF8A-01AE-437C-93D3-71F720013565}"/>
              </a:ext>
            </a:extLst>
          </p:cNvPr>
          <p:cNvSpPr/>
          <p:nvPr/>
        </p:nvSpPr>
        <p:spPr>
          <a:xfrm>
            <a:off x="6277833" y="4287169"/>
            <a:ext cx="3657600" cy="2128425"/>
          </a:xfrm>
          <a:prstGeom prst="rect">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23" name="Rectangle 22">
            <a:extLst>
              <a:ext uri="{FF2B5EF4-FFF2-40B4-BE49-F238E27FC236}">
                <a16:creationId xmlns:a16="http://schemas.microsoft.com/office/drawing/2014/main" id="{04EDC2C5-129B-5A0D-5D04-EC256B1B7195}"/>
              </a:ext>
            </a:extLst>
          </p:cNvPr>
          <p:cNvSpPr/>
          <p:nvPr/>
        </p:nvSpPr>
        <p:spPr>
          <a:xfrm>
            <a:off x="10186380" y="4287169"/>
            <a:ext cx="1938280" cy="12418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Garamond" panose="02020404030301010803"/>
                <a:ea typeface="+mn-ea"/>
                <a:cs typeface="+mn-cs"/>
              </a:rPr>
              <a:t>This is our first port </a:t>
            </a:r>
            <a:br>
              <a:rPr kumimoji="0" lang="en-US" sz="1400" b="0" i="1" u="none" strike="noStrike" kern="1200" cap="none" spc="0" normalizeH="0" baseline="0" noProof="0">
                <a:ln>
                  <a:noFill/>
                </a:ln>
                <a:solidFill>
                  <a:srgbClr val="000000"/>
                </a:solidFill>
                <a:effectLst/>
                <a:uLnTx/>
                <a:uFillTx/>
                <a:latin typeface="Garamond" panose="02020404030301010803"/>
                <a:ea typeface="+mn-ea"/>
                <a:cs typeface="+mn-cs"/>
              </a:rPr>
            </a:br>
            <a:r>
              <a:rPr kumimoji="0" lang="en-US" sz="1400" b="0" i="1" u="none" strike="noStrike" kern="1200" cap="none" spc="0" normalizeH="0" baseline="0" noProof="0">
                <a:ln>
                  <a:noFill/>
                </a:ln>
                <a:solidFill>
                  <a:srgbClr val="000000"/>
                </a:solidFill>
                <a:effectLst/>
                <a:uLnTx/>
                <a:uFillTx/>
                <a:latin typeface="Garamond" panose="02020404030301010803"/>
                <a:ea typeface="+mn-ea"/>
                <a:cs typeface="+mn-cs"/>
              </a:rPr>
              <a:t>of call for us to know what matters for this stay. </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800" b="0" i="1" u="none" strike="noStrike" kern="1200" cap="none" spc="0" normalizeH="0" baseline="0" noProof="0">
              <a:ln>
                <a:noFill/>
              </a:ln>
              <a:solidFill>
                <a:srgbClr val="000000"/>
              </a:solidFill>
              <a:effectLst/>
              <a:uLnTx/>
              <a:uFillTx/>
              <a:latin typeface="Aptos Light" panose="020B0004020202020204" pitchFamily="34" charset="0"/>
              <a:ea typeface="+mn-ea"/>
              <a:cs typeface="+mn-cs"/>
            </a:endParaRPr>
          </a:p>
        </p:txBody>
      </p:sp>
      <p:sp>
        <p:nvSpPr>
          <p:cNvPr id="90" name="Rectangle 89">
            <a:extLst>
              <a:ext uri="{FF2B5EF4-FFF2-40B4-BE49-F238E27FC236}">
                <a16:creationId xmlns:a16="http://schemas.microsoft.com/office/drawing/2014/main" id="{9E23102A-C2D4-EF3C-C3E5-E7165EE19A1C}"/>
              </a:ext>
            </a:extLst>
          </p:cNvPr>
          <p:cNvSpPr/>
          <p:nvPr/>
        </p:nvSpPr>
        <p:spPr>
          <a:xfrm>
            <a:off x="6387367" y="4287169"/>
            <a:ext cx="3407604" cy="16403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18288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ptos" panose="020B0004020202020204" pitchFamily="34" charset="0"/>
                <a:ea typeface="+mn-ea"/>
                <a:cs typeface="+mn-cs"/>
              </a:rPr>
              <a:t>REVIEW &amp; DELEGATE </a:t>
            </a:r>
            <a:br>
              <a:rPr kumimoji="0" lang="en-US" sz="1000" b="1" i="0" u="none" strike="noStrike" kern="1200" cap="none" spc="0" normalizeH="0" baseline="0" noProof="0">
                <a:ln>
                  <a:noFill/>
                </a:ln>
                <a:solidFill>
                  <a:srgbClr val="000000"/>
                </a:solidFill>
                <a:effectLst/>
                <a:uLnTx/>
                <a:uFillTx/>
                <a:latin typeface="Aptos" panose="020B0004020202020204" pitchFamily="34" charset="0"/>
                <a:ea typeface="+mn-ea"/>
                <a:cs typeface="+mn-cs"/>
              </a:rPr>
            </a:br>
            <a:r>
              <a:rPr kumimoji="0" lang="en-US" sz="1000" b="0" i="0" u="none" strike="noStrike" kern="1200" cap="none" spc="0" normalizeH="0" baseline="0" noProof="0">
                <a:ln>
                  <a:noFill/>
                </a:ln>
                <a:solidFill>
                  <a:srgbClr val="000000"/>
                </a:solidFill>
                <a:effectLst/>
                <a:uLnTx/>
                <a:uFillTx/>
                <a:latin typeface="Aptos Light" panose="020B0004020202020204" pitchFamily="34" charset="0"/>
                <a:ea typeface="+mn-ea"/>
                <a:cs typeface="+mn-cs"/>
              </a:rPr>
              <a:t>Property team to review &amp; delegate to stay preferences and stamp with [date &amp; property]. </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ptos Light"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ptos Light" panose="020B0004020202020204" pitchFamily="34" charset="0"/>
              <a:ea typeface="+mn-ea"/>
              <a:cs typeface="+mn-cs"/>
            </a:endParaRPr>
          </a:p>
        </p:txBody>
      </p:sp>
      <p:sp>
        <p:nvSpPr>
          <p:cNvPr id="24" name="Rectangle 23">
            <a:extLst>
              <a:ext uri="{FF2B5EF4-FFF2-40B4-BE49-F238E27FC236}">
                <a16:creationId xmlns:a16="http://schemas.microsoft.com/office/drawing/2014/main" id="{C8C6756C-E5DE-DF37-7E37-8D00F8AC168B}"/>
              </a:ext>
            </a:extLst>
          </p:cNvPr>
          <p:cNvSpPr/>
          <p:nvPr/>
        </p:nvSpPr>
        <p:spPr>
          <a:xfrm>
            <a:off x="144711" y="4287169"/>
            <a:ext cx="1583212" cy="12418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Garamond" panose="02020404030301010803"/>
                <a:ea typeface="+mn-ea"/>
                <a:cs typeface="+mn-cs"/>
              </a:rPr>
              <a:t>No longer are we guessing.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Garamond" panose="02020404030301010803"/>
                <a:ea typeface="+mn-ea"/>
                <a:cs typeface="+mn-cs"/>
              </a:rPr>
              <a:t>We will know how to delight our guest. </a:t>
            </a:r>
          </a:p>
          <a:p>
            <a:pPr marL="0" marR="0" lvl="0" indent="0" algn="r" defTabSz="914400" rtl="0" eaLnBrk="1" fontAlgn="auto" latinLnBrk="0" hangingPunct="1">
              <a:lnSpc>
                <a:spcPct val="100000"/>
              </a:lnSpc>
              <a:spcBef>
                <a:spcPts val="0"/>
              </a:spcBef>
              <a:spcAft>
                <a:spcPts val="300"/>
              </a:spcAft>
              <a:buClrTx/>
              <a:buSzTx/>
              <a:buFontTx/>
              <a:buNone/>
              <a:tabLst/>
              <a:defRPr/>
            </a:pPr>
            <a:endParaRPr kumimoji="0" lang="en-GB" sz="800" b="0" i="1" u="none" strike="noStrike" kern="1200" cap="none" spc="0" normalizeH="0" baseline="0" noProof="0">
              <a:ln>
                <a:noFill/>
              </a:ln>
              <a:solidFill>
                <a:srgbClr val="000000"/>
              </a:solidFill>
              <a:effectLst/>
              <a:uLnTx/>
              <a:uFillTx/>
              <a:latin typeface="Aptos Light" panose="020B0004020202020204" pitchFamily="34" charset="0"/>
              <a:ea typeface="+mn-ea"/>
              <a:cs typeface="+mn-cs"/>
            </a:endParaRPr>
          </a:p>
        </p:txBody>
      </p:sp>
      <p:pic>
        <p:nvPicPr>
          <p:cNvPr id="25" name="Picture 24">
            <a:extLst>
              <a:ext uri="{FF2B5EF4-FFF2-40B4-BE49-F238E27FC236}">
                <a16:creationId xmlns:a16="http://schemas.microsoft.com/office/drawing/2014/main" id="{E69F7093-EA1E-BA3F-613A-B6C7942AF19F}"/>
              </a:ext>
            </a:extLst>
          </p:cNvPr>
          <p:cNvPicPr>
            <a:picLocks noChangeAspect="1"/>
          </p:cNvPicPr>
          <p:nvPr/>
        </p:nvPicPr>
        <p:blipFill>
          <a:blip r:embed="rId2"/>
          <a:stretch>
            <a:fillRect/>
          </a:stretch>
        </p:blipFill>
        <p:spPr>
          <a:xfrm>
            <a:off x="11389514" y="28369"/>
            <a:ext cx="731704" cy="411148"/>
          </a:xfrm>
          <a:prstGeom prst="rect">
            <a:avLst/>
          </a:prstGeom>
        </p:spPr>
      </p:pic>
      <p:sp>
        <p:nvSpPr>
          <p:cNvPr id="26" name="Date Placeholder 3">
            <a:extLst>
              <a:ext uri="{FF2B5EF4-FFF2-40B4-BE49-F238E27FC236}">
                <a16:creationId xmlns:a16="http://schemas.microsoft.com/office/drawing/2014/main" id="{14356B69-7179-80F2-79C8-91098CB2AE3E}"/>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7" name="Footer Placeholder 4">
            <a:extLst>
              <a:ext uri="{FF2B5EF4-FFF2-40B4-BE49-F238E27FC236}">
                <a16:creationId xmlns:a16="http://schemas.microsoft.com/office/drawing/2014/main" id="{AA12E81A-C8E4-E360-80B4-3D7B9E2CFDA5}"/>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28" name="Rectangle 27">
            <a:extLst>
              <a:ext uri="{FF2B5EF4-FFF2-40B4-BE49-F238E27FC236}">
                <a16:creationId xmlns:a16="http://schemas.microsoft.com/office/drawing/2014/main" id="{A9F76042-D550-28EB-7AB0-0087E51A7A89}"/>
              </a:ext>
            </a:extLst>
          </p:cNvPr>
          <p:cNvSpPr/>
          <p:nvPr/>
        </p:nvSpPr>
        <p:spPr>
          <a:xfrm flipV="1">
            <a:off x="1960889" y="1137298"/>
            <a:ext cx="3657600" cy="45719"/>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29" name="Rectangle 28">
            <a:extLst>
              <a:ext uri="{FF2B5EF4-FFF2-40B4-BE49-F238E27FC236}">
                <a16:creationId xmlns:a16="http://schemas.microsoft.com/office/drawing/2014/main" id="{5D29D03A-FC04-F14C-3983-EF82B5B243CB}"/>
              </a:ext>
            </a:extLst>
          </p:cNvPr>
          <p:cNvSpPr/>
          <p:nvPr/>
        </p:nvSpPr>
        <p:spPr>
          <a:xfrm flipV="1">
            <a:off x="6265573" y="1137298"/>
            <a:ext cx="3657600" cy="45719"/>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Tree>
    <p:extLst>
      <p:ext uri="{BB962C8B-B14F-4D97-AF65-F5344CB8AC3E}">
        <p14:creationId xmlns:p14="http://schemas.microsoft.com/office/powerpoint/2010/main" val="728507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FB33-790E-873F-5D6A-4DFF7165C0DB}"/>
            </a:ext>
          </a:extLst>
        </p:cNvPr>
        <p:cNvGrpSpPr/>
        <p:nvPr/>
      </p:nvGrpSpPr>
      <p:grpSpPr>
        <a:xfrm>
          <a:off x="0" y="0"/>
          <a:ext cx="0" cy="0"/>
          <a:chOff x="0" y="0"/>
          <a:chExt cx="0" cy="0"/>
        </a:xfrm>
      </p:grpSpPr>
      <p:sp>
        <p:nvSpPr>
          <p:cNvPr id="102" name="Rectangle 101">
            <a:extLst>
              <a:ext uri="{FF2B5EF4-FFF2-40B4-BE49-F238E27FC236}">
                <a16:creationId xmlns:a16="http://schemas.microsoft.com/office/drawing/2014/main" id="{D88BEE61-7B71-C7E4-E0D8-1C8066A01B98}"/>
              </a:ext>
            </a:extLst>
          </p:cNvPr>
          <p:cNvSpPr/>
          <p:nvPr/>
        </p:nvSpPr>
        <p:spPr>
          <a:xfrm>
            <a:off x="508918" y="4284372"/>
            <a:ext cx="3657600" cy="2128425"/>
          </a:xfrm>
          <a:prstGeom prst="rect">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2" name="Text Placeholder 1">
            <a:extLst>
              <a:ext uri="{FF2B5EF4-FFF2-40B4-BE49-F238E27FC236}">
                <a16:creationId xmlns:a16="http://schemas.microsoft.com/office/drawing/2014/main" id="{D4EF1CE2-57AB-246C-469C-EE229C9AE255}"/>
              </a:ext>
            </a:extLst>
          </p:cNvPr>
          <p:cNvSpPr>
            <a:spLocks noGrp="1"/>
          </p:cNvSpPr>
          <p:nvPr>
            <p:ph type="body" sz="quarter" idx="12"/>
          </p:nvPr>
        </p:nvSpPr>
        <p:spPr>
          <a:xfrm>
            <a:off x="2162851" y="622230"/>
            <a:ext cx="8085845" cy="204652"/>
          </a:xfrm>
        </p:spPr>
        <p:txBody>
          <a:bodyPr/>
          <a:lstStyle/>
          <a:p>
            <a:r>
              <a:rPr lang="en-US" sz="1500" b="1"/>
              <a:t>GUEST DECLARED STAY BASED ARRIVAL INFOMRATION </a:t>
            </a:r>
            <a:endParaRPr lang="en-US" sz="1500"/>
          </a:p>
        </p:txBody>
      </p:sp>
      <p:sp>
        <p:nvSpPr>
          <p:cNvPr id="5" name="Text Placeholder 4">
            <a:extLst>
              <a:ext uri="{FF2B5EF4-FFF2-40B4-BE49-F238E27FC236}">
                <a16:creationId xmlns:a16="http://schemas.microsoft.com/office/drawing/2014/main" id="{4BE319B5-BF87-AF81-4484-E1013A9C42EE}"/>
              </a:ext>
            </a:extLst>
          </p:cNvPr>
          <p:cNvSpPr>
            <a:spLocks noGrp="1"/>
          </p:cNvSpPr>
          <p:nvPr>
            <p:ph type="body" sz="quarter" idx="19"/>
          </p:nvPr>
        </p:nvSpPr>
        <p:spPr>
          <a:xfrm>
            <a:off x="620695" y="1505996"/>
            <a:ext cx="3545823" cy="575890"/>
          </a:xfrm>
        </p:spPr>
        <p:txBody>
          <a:bodyPr/>
          <a:lstStyle/>
          <a:p>
            <a:pPr algn="l">
              <a:lnSpc>
                <a:spcPct val="80000"/>
              </a:lnSpc>
              <a:spcAft>
                <a:spcPts val="800"/>
              </a:spcAft>
              <a:tabLst>
                <a:tab pos="457200" algn="l"/>
              </a:tabLst>
            </a:pPr>
            <a:r>
              <a:rPr lang="en-US" sz="2200" cap="none" spc="0"/>
              <a:t>What time can we expect your arrival at the hotel? </a:t>
            </a:r>
          </a:p>
        </p:txBody>
      </p:sp>
      <p:sp>
        <p:nvSpPr>
          <p:cNvPr id="9" name="Text Placeholder 8">
            <a:extLst>
              <a:ext uri="{FF2B5EF4-FFF2-40B4-BE49-F238E27FC236}">
                <a16:creationId xmlns:a16="http://schemas.microsoft.com/office/drawing/2014/main" id="{DBACE1CE-A0DD-5642-8019-DC6459FFE645}"/>
              </a:ext>
            </a:extLst>
          </p:cNvPr>
          <p:cNvSpPr>
            <a:spLocks noGrp="1"/>
          </p:cNvSpPr>
          <p:nvPr>
            <p:ph type="body" sz="quarter" idx="21"/>
          </p:nvPr>
        </p:nvSpPr>
        <p:spPr>
          <a:xfrm>
            <a:off x="4486503" y="1540308"/>
            <a:ext cx="3545824" cy="575890"/>
          </a:xfrm>
        </p:spPr>
        <p:txBody>
          <a:bodyPr/>
          <a:lstStyle/>
          <a:p>
            <a:pPr algn="l">
              <a:lnSpc>
                <a:spcPct val="80000"/>
              </a:lnSpc>
              <a:spcAft>
                <a:spcPts val="800"/>
              </a:spcAft>
              <a:tabLst>
                <a:tab pos="457200" algn="l"/>
              </a:tabLst>
            </a:pPr>
            <a:r>
              <a:rPr lang="en-US" sz="2200" cap="none" spc="0"/>
              <a:t>Would you like us to arrange your transfer to the hotel? </a:t>
            </a:r>
          </a:p>
        </p:txBody>
      </p:sp>
      <p:sp>
        <p:nvSpPr>
          <p:cNvPr id="32" name="Rectangle 31">
            <a:extLst>
              <a:ext uri="{FF2B5EF4-FFF2-40B4-BE49-F238E27FC236}">
                <a16:creationId xmlns:a16="http://schemas.microsoft.com/office/drawing/2014/main" id="{D0EA7130-3834-67A6-B751-4EB31C01D70A}"/>
              </a:ext>
            </a:extLst>
          </p:cNvPr>
          <p:cNvSpPr/>
          <p:nvPr/>
        </p:nvSpPr>
        <p:spPr>
          <a:xfrm>
            <a:off x="8772061" y="4715874"/>
            <a:ext cx="2773269" cy="18310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200" b="1" i="0" u="none" strike="noStrike" kern="1200" cap="none" spc="0" normalizeH="0" baseline="0" noProof="0">
              <a:ln>
                <a:noFill/>
              </a:ln>
              <a:solidFill>
                <a:srgbClr val="FFFFFF">
                  <a:lumMod val="10000"/>
                </a:srgbClr>
              </a:solidFill>
              <a:effectLst/>
              <a:uLnTx/>
              <a:uFillTx/>
              <a:latin typeface="Avenir Black" panose="02000503020000020003" pitchFamily="2" charset="0"/>
              <a:ea typeface="+mn-ea"/>
              <a:cs typeface="+mn-cs"/>
            </a:endParaRPr>
          </a:p>
        </p:txBody>
      </p:sp>
      <p:sp>
        <p:nvSpPr>
          <p:cNvPr id="12" name="Rectangle 11">
            <a:extLst>
              <a:ext uri="{FF2B5EF4-FFF2-40B4-BE49-F238E27FC236}">
                <a16:creationId xmlns:a16="http://schemas.microsoft.com/office/drawing/2014/main" id="{2104DF0C-2712-A8D4-C1B9-3DCA5068FAD2}"/>
              </a:ext>
            </a:extLst>
          </p:cNvPr>
          <p:cNvSpPr/>
          <p:nvPr/>
        </p:nvSpPr>
        <p:spPr>
          <a:xfrm>
            <a:off x="4376968" y="4286436"/>
            <a:ext cx="3657600" cy="2128425"/>
          </a:xfrm>
          <a:prstGeom prst="rect">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pic>
        <p:nvPicPr>
          <p:cNvPr id="25" name="Picture 24">
            <a:extLst>
              <a:ext uri="{FF2B5EF4-FFF2-40B4-BE49-F238E27FC236}">
                <a16:creationId xmlns:a16="http://schemas.microsoft.com/office/drawing/2014/main" id="{9D54E5C2-03BD-1DF6-7E62-7C1655F44E9B}"/>
              </a:ext>
            </a:extLst>
          </p:cNvPr>
          <p:cNvPicPr>
            <a:picLocks noChangeAspect="1"/>
          </p:cNvPicPr>
          <p:nvPr/>
        </p:nvPicPr>
        <p:blipFill>
          <a:blip r:embed="rId2"/>
          <a:stretch>
            <a:fillRect/>
          </a:stretch>
        </p:blipFill>
        <p:spPr>
          <a:xfrm>
            <a:off x="11389514" y="28369"/>
            <a:ext cx="731704" cy="411148"/>
          </a:xfrm>
          <a:prstGeom prst="rect">
            <a:avLst/>
          </a:prstGeom>
        </p:spPr>
      </p:pic>
      <p:sp>
        <p:nvSpPr>
          <p:cNvPr id="26" name="Date Placeholder 3">
            <a:extLst>
              <a:ext uri="{FF2B5EF4-FFF2-40B4-BE49-F238E27FC236}">
                <a16:creationId xmlns:a16="http://schemas.microsoft.com/office/drawing/2014/main" id="{137F39D6-924B-7FB0-2B16-3C2BDD2FC809}"/>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7" name="Footer Placeholder 4">
            <a:extLst>
              <a:ext uri="{FF2B5EF4-FFF2-40B4-BE49-F238E27FC236}">
                <a16:creationId xmlns:a16="http://schemas.microsoft.com/office/drawing/2014/main" id="{9A4CB71C-825E-B30E-15A1-EB6AF5D76A59}"/>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28" name="Rectangle 27">
            <a:extLst>
              <a:ext uri="{FF2B5EF4-FFF2-40B4-BE49-F238E27FC236}">
                <a16:creationId xmlns:a16="http://schemas.microsoft.com/office/drawing/2014/main" id="{CD434D53-162E-B038-5232-3B4A00D87785}"/>
              </a:ext>
            </a:extLst>
          </p:cNvPr>
          <p:cNvSpPr/>
          <p:nvPr/>
        </p:nvSpPr>
        <p:spPr>
          <a:xfrm flipV="1">
            <a:off x="559824" y="1134501"/>
            <a:ext cx="3657600" cy="45719"/>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29" name="Rectangle 28">
            <a:extLst>
              <a:ext uri="{FF2B5EF4-FFF2-40B4-BE49-F238E27FC236}">
                <a16:creationId xmlns:a16="http://schemas.microsoft.com/office/drawing/2014/main" id="{D761F343-8A53-B030-6D92-5A66249C6E32}"/>
              </a:ext>
            </a:extLst>
          </p:cNvPr>
          <p:cNvSpPr/>
          <p:nvPr/>
        </p:nvSpPr>
        <p:spPr>
          <a:xfrm flipV="1">
            <a:off x="4364708" y="1136565"/>
            <a:ext cx="3657600" cy="45719"/>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33" name="Text Placeholder 8">
            <a:extLst>
              <a:ext uri="{FF2B5EF4-FFF2-40B4-BE49-F238E27FC236}">
                <a16:creationId xmlns:a16="http://schemas.microsoft.com/office/drawing/2014/main" id="{EBB2AEC9-2CFE-C401-ECAC-73F7A6530650}"/>
              </a:ext>
            </a:extLst>
          </p:cNvPr>
          <p:cNvSpPr txBox="1">
            <a:spLocks/>
          </p:cNvSpPr>
          <p:nvPr/>
        </p:nvSpPr>
        <p:spPr>
          <a:xfrm>
            <a:off x="8340197" y="1540308"/>
            <a:ext cx="3861329" cy="575890"/>
          </a:xfrm>
          <a:prstGeom prst="rect">
            <a:avLst/>
          </a:prstGeom>
        </p:spPr>
        <p:txBody>
          <a:bodyPr vert="horz" lIns="0" tIns="0" rIns="0" bIns="0" rtlCol="0">
            <a:noAutofit/>
          </a:bodyPr>
          <a:lstStyle>
            <a:lvl1pPr marL="0" indent="0" algn="ctr" defTabSz="914400" rtl="0" eaLnBrk="1" latinLnBrk="0" hangingPunct="1">
              <a:lnSpc>
                <a:spcPts val="1400"/>
              </a:lnSpc>
              <a:spcBef>
                <a:spcPts val="0"/>
              </a:spcBef>
              <a:buFont typeface="Arial" panose="020B0604020202020204" pitchFamily="34" charset="0"/>
              <a:buNone/>
              <a:defRPr sz="1000" kern="1200" cap="all" spc="30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0"/>
              </a:spcBef>
              <a:spcAft>
                <a:spcPts val="800"/>
              </a:spcAft>
              <a:buClrTx/>
              <a:buSzTx/>
              <a:buFont typeface="Arial" panose="020B0604020202020204" pitchFamily="34" charset="0"/>
              <a:buNone/>
              <a:tabLst>
                <a:tab pos="457200" algn="l"/>
              </a:tabLst>
              <a:defRPr/>
            </a:pPr>
            <a:r>
              <a:rPr kumimoji="0" lang="en-US" sz="2200" b="0" i="0" u="none" strike="noStrike" kern="1200" cap="none" spc="0" normalizeH="0" baseline="0" noProof="0">
                <a:ln>
                  <a:noFill/>
                </a:ln>
                <a:solidFill>
                  <a:srgbClr val="000000"/>
                </a:solidFill>
                <a:effectLst/>
                <a:uLnTx/>
                <a:uFillTx/>
                <a:latin typeface="Garamond" panose="02020404030301010803"/>
                <a:ea typeface="+mn-ea"/>
                <a:cs typeface="+mn-cs"/>
              </a:rPr>
              <a:t>What is your preferred method </a:t>
            </a:r>
            <a:br>
              <a:rPr kumimoji="0" lang="en-US" sz="2200" b="0" i="0" u="none" strike="noStrike" kern="1200" cap="none" spc="0" normalizeH="0" baseline="0" noProof="0">
                <a:ln>
                  <a:noFill/>
                </a:ln>
                <a:solidFill>
                  <a:srgbClr val="000000"/>
                </a:solidFill>
                <a:effectLst/>
                <a:uLnTx/>
                <a:uFillTx/>
                <a:latin typeface="Garamond" panose="02020404030301010803"/>
                <a:ea typeface="+mn-ea"/>
                <a:cs typeface="+mn-cs"/>
              </a:rPr>
            </a:br>
            <a:r>
              <a:rPr kumimoji="0" lang="en-US" sz="2200" b="0" i="0" u="none" strike="noStrike" kern="1200" cap="none" spc="0" normalizeH="0" baseline="0" noProof="0">
                <a:ln>
                  <a:noFill/>
                </a:ln>
                <a:solidFill>
                  <a:srgbClr val="000000"/>
                </a:solidFill>
                <a:effectLst/>
                <a:uLnTx/>
                <a:uFillTx/>
                <a:latin typeface="Garamond" panose="02020404030301010803"/>
                <a:ea typeface="+mn-ea"/>
                <a:cs typeface="+mn-cs"/>
              </a:rPr>
              <a:t>of contact for us to support </a:t>
            </a:r>
            <a:br>
              <a:rPr kumimoji="0" lang="en-US" sz="2200" b="0" i="0" u="none" strike="noStrike" kern="1200" cap="none" spc="0" normalizeH="0" baseline="0" noProof="0">
                <a:ln>
                  <a:noFill/>
                </a:ln>
                <a:solidFill>
                  <a:srgbClr val="000000"/>
                </a:solidFill>
                <a:effectLst/>
                <a:uLnTx/>
                <a:uFillTx/>
                <a:latin typeface="Garamond" panose="02020404030301010803"/>
                <a:ea typeface="+mn-ea"/>
                <a:cs typeface="+mn-cs"/>
              </a:rPr>
            </a:br>
            <a:r>
              <a:rPr kumimoji="0" lang="en-US" sz="2200" b="0" i="0" u="none" strike="noStrike" kern="1200" cap="none" spc="0" normalizeH="0" baseline="0" noProof="0">
                <a:ln>
                  <a:noFill/>
                </a:ln>
                <a:solidFill>
                  <a:srgbClr val="000000"/>
                </a:solidFill>
                <a:effectLst/>
                <a:uLnTx/>
                <a:uFillTx/>
                <a:latin typeface="Garamond" panose="02020404030301010803"/>
                <a:ea typeface="+mn-ea"/>
                <a:cs typeface="+mn-cs"/>
              </a:rPr>
              <a:t>any requests you make regarding this stay? </a:t>
            </a:r>
          </a:p>
        </p:txBody>
      </p:sp>
      <p:sp>
        <p:nvSpPr>
          <p:cNvPr id="34" name="TextBox 33">
            <a:extLst>
              <a:ext uri="{FF2B5EF4-FFF2-40B4-BE49-F238E27FC236}">
                <a16:creationId xmlns:a16="http://schemas.microsoft.com/office/drawing/2014/main" id="{92DDBAF0-C1A7-8217-A2AE-BCFA68F0B625}"/>
              </a:ext>
            </a:extLst>
          </p:cNvPr>
          <p:cNvSpPr txBox="1"/>
          <p:nvPr/>
        </p:nvSpPr>
        <p:spPr>
          <a:xfrm>
            <a:off x="8340197" y="1260497"/>
            <a:ext cx="292745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D2B062"/>
                </a:solidFill>
                <a:effectLst/>
                <a:uLnTx/>
                <a:uFillTx/>
                <a:latin typeface="Aptos" panose="020B0004020202020204" pitchFamily="34" charset="0"/>
                <a:ea typeface="Helvetica Neue"/>
                <a:cs typeface="Helvetica Neue"/>
              </a:rPr>
              <a:t>NEW! </a:t>
            </a:r>
            <a:endParaRPr kumimoji="0" lang="en-US" sz="1200" b="0" i="0" u="none" strike="noStrike" kern="1200" cap="none" spc="0" normalizeH="0" baseline="0" noProof="0">
              <a:ln>
                <a:noFill/>
              </a:ln>
              <a:solidFill>
                <a:srgbClr val="D2B062"/>
              </a:solidFill>
              <a:effectLst/>
              <a:uLnTx/>
              <a:uFillTx/>
              <a:latin typeface="Garamond" panose="02020404030301010803"/>
              <a:ea typeface="+mn-ea"/>
              <a:cs typeface="+mn-cs"/>
            </a:endParaRPr>
          </a:p>
        </p:txBody>
      </p:sp>
      <p:sp>
        <p:nvSpPr>
          <p:cNvPr id="35" name="Rectangle 34">
            <a:extLst>
              <a:ext uri="{FF2B5EF4-FFF2-40B4-BE49-F238E27FC236}">
                <a16:creationId xmlns:a16="http://schemas.microsoft.com/office/drawing/2014/main" id="{1B40DAB4-C9A4-7B42-4D1F-6FD1AF5AD725}"/>
              </a:ext>
            </a:extLst>
          </p:cNvPr>
          <p:cNvSpPr/>
          <p:nvPr/>
        </p:nvSpPr>
        <p:spPr>
          <a:xfrm>
            <a:off x="8230663" y="4286436"/>
            <a:ext cx="3657600" cy="2128425"/>
          </a:xfrm>
          <a:prstGeom prst="rect">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37" name="Rectangle 36">
            <a:extLst>
              <a:ext uri="{FF2B5EF4-FFF2-40B4-BE49-F238E27FC236}">
                <a16:creationId xmlns:a16="http://schemas.microsoft.com/office/drawing/2014/main" id="{A3B48656-678A-D007-1FCB-087460F5C51F}"/>
              </a:ext>
            </a:extLst>
          </p:cNvPr>
          <p:cNvSpPr/>
          <p:nvPr/>
        </p:nvSpPr>
        <p:spPr>
          <a:xfrm flipV="1">
            <a:off x="8218403" y="1136565"/>
            <a:ext cx="3657600" cy="45719"/>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38" name="Rectangle 37">
            <a:extLst>
              <a:ext uri="{FF2B5EF4-FFF2-40B4-BE49-F238E27FC236}">
                <a16:creationId xmlns:a16="http://schemas.microsoft.com/office/drawing/2014/main" id="{867232F8-F900-C02D-EFFF-F2E097F629F2}"/>
              </a:ext>
            </a:extLst>
          </p:cNvPr>
          <p:cNvSpPr/>
          <p:nvPr/>
        </p:nvSpPr>
        <p:spPr>
          <a:xfrm>
            <a:off x="646670" y="4343114"/>
            <a:ext cx="3200400" cy="16403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1" i="0" u="none" strike="noStrike" kern="1200" cap="none" spc="0" normalizeH="0" baseline="0" noProof="0">
                <a:ln>
                  <a:noFill/>
                </a:ln>
                <a:solidFill>
                  <a:srgbClr val="61837F"/>
                </a:solidFill>
                <a:effectLst/>
                <a:uLnTx/>
                <a:uFillTx/>
                <a:latin typeface="Aptos SemiBold" panose="020B0004020202020204" pitchFamily="34" charset="0"/>
                <a:ea typeface="+mn-ea"/>
                <a:cs typeface="+mn-cs"/>
              </a:rPr>
              <a:t>PROACTIVE OUTREACH </a:t>
            </a:r>
            <a:r>
              <a:rPr kumimoji="0" lang="en-US" sz="1000" b="0" i="0" u="none" strike="noStrike" kern="1200" cap="none" spc="0" normalizeH="0" baseline="0" noProof="0">
                <a:ln>
                  <a:noFill/>
                </a:ln>
                <a:solidFill>
                  <a:srgbClr val="000000"/>
                </a:solidFill>
                <a:effectLst/>
                <a:uLnTx/>
                <a:uFillTx/>
                <a:latin typeface="Aptos Light" panose="020B0004020202020204" pitchFamily="34" charset="0"/>
                <a:ea typeface="+mn-ea"/>
                <a:cs typeface="+mn-cs"/>
              </a:rPr>
              <a:t>recognize arrival time and set expectations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1" i="0" u="none" strike="noStrike" kern="1200" cap="none" spc="0" normalizeH="0" baseline="0" noProof="0">
                <a:ln>
                  <a:noFill/>
                </a:ln>
                <a:solidFill>
                  <a:srgbClr val="949AD7"/>
                </a:solidFill>
                <a:effectLst/>
                <a:uLnTx/>
                <a:uFillTx/>
                <a:latin typeface="Aptos SemiBold" panose="020B0004020202020204" pitchFamily="34" charset="0"/>
                <a:ea typeface="+mn-ea"/>
                <a:cs typeface="+mn-cs"/>
              </a:rPr>
              <a:t>SET SERVICE TEMPO </a:t>
            </a:r>
            <a:r>
              <a:rPr kumimoji="0" lang="en-GB" sz="1000" b="0" i="0" u="none" strike="noStrike" kern="1200" cap="none" spc="0" normalizeH="0" baseline="0" noProof="0">
                <a:ln>
                  <a:noFill/>
                </a:ln>
                <a:solidFill>
                  <a:srgbClr val="FFFFFF">
                    <a:lumMod val="10000"/>
                  </a:srgbClr>
                </a:solidFill>
                <a:effectLst/>
                <a:uLnTx/>
                <a:uFillTx/>
                <a:latin typeface="Aptos Light" panose="020B0004020202020204" pitchFamily="34" charset="0"/>
                <a:ea typeface="+mn-ea"/>
                <a:cs typeface="+mn-cs"/>
              </a:rPr>
              <a:t>anticipate arrival </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ptos" panose="020B0004020202020204" pitchFamily="34" charset="0"/>
                <a:ea typeface="+mn-ea"/>
                <a:cs typeface="+mn-cs"/>
              </a:rPr>
              <a:t>+1 Service Opportunities </a:t>
            </a:r>
            <a:endParaRPr kumimoji="0" lang="en-US" sz="1000" b="0" i="0" u="none" strike="noStrike" kern="1200" cap="none" spc="0" normalizeH="0" baseline="0" noProof="0">
              <a:ln>
                <a:noFill/>
              </a:ln>
              <a:solidFill>
                <a:srgbClr val="000000"/>
              </a:solidFill>
              <a:effectLst/>
              <a:uLnTx/>
              <a:uFillTx/>
              <a:latin typeface="Aptos Light"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Tx/>
              <a:buSzTx/>
              <a:buFontTx/>
              <a:buChar char="-"/>
              <a:tabLst/>
              <a:defRPr/>
            </a:pPr>
            <a:r>
              <a:rPr kumimoji="0" lang="en-GB" sz="1000" b="1" i="0" u="none" strike="noStrike" kern="1200" cap="none" spc="0" normalizeH="0" baseline="0" noProof="0">
                <a:ln>
                  <a:noFill/>
                </a:ln>
                <a:solidFill>
                  <a:srgbClr val="C4B749"/>
                </a:solidFill>
                <a:effectLst/>
                <a:uLnTx/>
                <a:uFillTx/>
                <a:latin typeface="Aptos SemiBold" panose="020B0004020202020204" pitchFamily="34" charset="0"/>
                <a:ea typeface="+mn-ea"/>
                <a:cs typeface="+mn-cs"/>
              </a:rPr>
              <a:t>ROOM ALLOCATION &amp; SET UP </a:t>
            </a:r>
            <a:r>
              <a:rPr kumimoji="0" lang="en-GB" sz="1000" b="0" i="0" u="none" strike="noStrike" kern="1200" cap="none" spc="0" normalizeH="0" baseline="0" noProof="0">
                <a:ln>
                  <a:noFill/>
                </a:ln>
                <a:solidFill>
                  <a:srgbClr val="000000"/>
                </a:solidFill>
                <a:effectLst/>
                <a:uLnTx/>
                <a:uFillTx/>
                <a:latin typeface="Aptos Light" panose="020B0004020202020204" pitchFamily="34" charset="0"/>
                <a:ea typeface="+mn-ea"/>
                <a:cs typeface="+mn-cs"/>
              </a:rPr>
              <a:t>review room allocation &amp; prioritisation</a:t>
            </a:r>
            <a:endParaRPr kumimoji="0" lang="en-GB" sz="1000" b="0" i="0" u="none" strike="noStrike" kern="1200" cap="none" spc="0" normalizeH="0" baseline="0" noProof="0">
              <a:ln>
                <a:noFill/>
              </a:ln>
              <a:solidFill>
                <a:prstClr val="black">
                  <a:lumMod val="50000"/>
                  <a:lumOff val="50000"/>
                </a:prstClr>
              </a:solidFill>
              <a:effectLst/>
              <a:uLnTx/>
              <a:uFillTx/>
              <a:latin typeface="Aptos Light"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000" b="0" i="0" u="none" strike="noStrike" kern="1200" cap="none" spc="0" normalizeH="0" baseline="0" noProof="0">
              <a:ln>
                <a:noFill/>
              </a:ln>
              <a:solidFill>
                <a:prstClr val="black">
                  <a:lumMod val="50000"/>
                  <a:lumOff val="50000"/>
                </a:prstClr>
              </a:solidFill>
              <a:effectLst/>
              <a:uLnTx/>
              <a:uFillTx/>
              <a:latin typeface="Aptos Light" panose="020B0004020202020204" pitchFamily="34" charset="0"/>
              <a:ea typeface="+mn-ea"/>
              <a:cs typeface="+mn-cs"/>
            </a:endParaRPr>
          </a:p>
        </p:txBody>
      </p:sp>
      <p:sp>
        <p:nvSpPr>
          <p:cNvPr id="39" name="Rectangle 38">
            <a:extLst>
              <a:ext uri="{FF2B5EF4-FFF2-40B4-BE49-F238E27FC236}">
                <a16:creationId xmlns:a16="http://schemas.microsoft.com/office/drawing/2014/main" id="{F10CE9C8-0CA6-41AC-EE16-DAB3E8E41BF8}"/>
              </a:ext>
            </a:extLst>
          </p:cNvPr>
          <p:cNvSpPr/>
          <p:nvPr/>
        </p:nvSpPr>
        <p:spPr>
          <a:xfrm>
            <a:off x="4388468" y="4365167"/>
            <a:ext cx="3200400" cy="16403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1" i="0" u="none" strike="noStrike" kern="1200" cap="none" spc="0" normalizeH="0" baseline="0" noProof="0">
                <a:ln>
                  <a:noFill/>
                </a:ln>
                <a:solidFill>
                  <a:srgbClr val="61837F"/>
                </a:solidFill>
                <a:effectLst/>
                <a:uLnTx/>
                <a:uFillTx/>
                <a:latin typeface="Aptos SemiBold" panose="020B0004020202020204" pitchFamily="34" charset="0"/>
                <a:ea typeface="+mn-ea"/>
                <a:cs typeface="+mn-cs"/>
              </a:rPr>
              <a:t>PROACTIVE OUTREACH </a:t>
            </a:r>
            <a:r>
              <a:rPr kumimoji="0" lang="en-US" sz="1000" b="0" i="0" u="none" strike="noStrike" kern="1200" cap="none" spc="0" normalizeH="0" baseline="0" noProof="0">
                <a:ln>
                  <a:noFill/>
                </a:ln>
                <a:solidFill>
                  <a:srgbClr val="000000"/>
                </a:solidFill>
                <a:effectLst/>
                <a:uLnTx/>
                <a:uFillTx/>
                <a:latin typeface="Aptos Light" panose="020B0004020202020204" pitchFamily="34" charset="0"/>
                <a:ea typeface="+mn-ea"/>
                <a:cs typeface="+mn-cs"/>
              </a:rPr>
              <a:t>connect with transfer services </a:t>
            </a:r>
            <a:endParaRPr kumimoji="0" lang="en-GB" sz="1000" b="0" i="0" u="none" strike="noStrike" kern="1200" cap="none" spc="0" normalizeH="0" baseline="0" noProof="0">
              <a:ln>
                <a:noFill/>
              </a:ln>
              <a:solidFill>
                <a:prstClr val="black">
                  <a:lumMod val="50000"/>
                  <a:lumOff val="50000"/>
                </a:prstClr>
              </a:solidFill>
              <a:effectLst/>
              <a:uLnTx/>
              <a:uFillTx/>
              <a:latin typeface="Aptos Light" panose="020B0004020202020204" pitchFamily="34" charset="0"/>
              <a:ea typeface="+mn-ea"/>
              <a:cs typeface="+mn-cs"/>
            </a:endParaRPr>
          </a:p>
        </p:txBody>
      </p:sp>
      <p:sp>
        <p:nvSpPr>
          <p:cNvPr id="40" name="Rectangle 39">
            <a:extLst>
              <a:ext uri="{FF2B5EF4-FFF2-40B4-BE49-F238E27FC236}">
                <a16:creationId xmlns:a16="http://schemas.microsoft.com/office/drawing/2014/main" id="{CFCCEF02-BCBC-7383-1216-3B984CBBCD75}"/>
              </a:ext>
            </a:extLst>
          </p:cNvPr>
          <p:cNvSpPr/>
          <p:nvPr/>
        </p:nvSpPr>
        <p:spPr>
          <a:xfrm>
            <a:off x="8230663" y="4343113"/>
            <a:ext cx="3200400" cy="16403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1" i="0" u="none" strike="noStrike" kern="1200" cap="none" spc="0" normalizeH="0" baseline="0" noProof="0">
                <a:ln>
                  <a:noFill/>
                </a:ln>
                <a:solidFill>
                  <a:srgbClr val="61837F"/>
                </a:solidFill>
                <a:effectLst/>
                <a:uLnTx/>
                <a:uFillTx/>
                <a:latin typeface="Aptos SemiBold" panose="020B0004020202020204" pitchFamily="34" charset="0"/>
                <a:ea typeface="+mn-ea"/>
                <a:cs typeface="+mn-cs"/>
              </a:rPr>
              <a:t>PROACTIVE OUTREACH </a:t>
            </a:r>
            <a:r>
              <a:rPr kumimoji="0" lang="en-US" sz="1000" b="0" i="0" u="none" strike="noStrike" kern="1200" cap="none" spc="0" normalizeH="0" baseline="0" noProof="0">
                <a:ln>
                  <a:noFill/>
                </a:ln>
                <a:solidFill>
                  <a:srgbClr val="000000"/>
                </a:solidFill>
                <a:effectLst/>
                <a:uLnTx/>
                <a:uFillTx/>
                <a:latin typeface="Aptos Light" panose="020B0004020202020204" pitchFamily="34" charset="0"/>
                <a:ea typeface="+mn-ea"/>
                <a:cs typeface="+mn-cs"/>
              </a:rPr>
              <a:t>reach out to guest using contact information provide </a:t>
            </a:r>
            <a:endParaRPr kumimoji="0" lang="en-GB" sz="1000" b="0" i="0" u="none" strike="noStrike" kern="1200" cap="none" spc="0" normalizeH="0" baseline="0" noProof="0">
              <a:ln>
                <a:noFill/>
              </a:ln>
              <a:solidFill>
                <a:prstClr val="black">
                  <a:lumMod val="50000"/>
                  <a:lumOff val="50000"/>
                </a:prstClr>
              </a:solidFill>
              <a:effectLst/>
              <a:uLnTx/>
              <a:uFillTx/>
              <a:latin typeface="Aptos Light" panose="020B0004020202020204" pitchFamily="34" charset="0"/>
              <a:ea typeface="+mn-ea"/>
              <a:cs typeface="+mn-cs"/>
            </a:endParaRPr>
          </a:p>
        </p:txBody>
      </p:sp>
    </p:spTree>
    <p:extLst>
      <p:ext uri="{BB962C8B-B14F-4D97-AF65-F5344CB8AC3E}">
        <p14:creationId xmlns:p14="http://schemas.microsoft.com/office/powerpoint/2010/main" val="2615309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9DD40-4370-B4A6-A115-7734D5D006F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045DC36-5F96-23CE-B04E-1A40312566FA}"/>
              </a:ext>
            </a:extLst>
          </p:cNvPr>
          <p:cNvSpPr>
            <a:spLocks noGrp="1"/>
          </p:cNvSpPr>
          <p:nvPr>
            <p:ph type="body" sz="quarter" idx="12"/>
          </p:nvPr>
        </p:nvSpPr>
        <p:spPr/>
        <p:txBody>
          <a:bodyPr/>
          <a:lstStyle/>
          <a:p>
            <a:r>
              <a:rPr lang="en-US"/>
              <a:t>QUICK </a:t>
            </a:r>
            <a:br>
              <a:rPr lang="en-US"/>
            </a:br>
            <a:r>
              <a:rPr lang="en-US"/>
              <a:t>RECAP WHAT CHANGES</a:t>
            </a:r>
          </a:p>
        </p:txBody>
      </p:sp>
      <p:sp>
        <p:nvSpPr>
          <p:cNvPr id="3" name="Date Placeholder 2">
            <a:extLst>
              <a:ext uri="{FF2B5EF4-FFF2-40B4-BE49-F238E27FC236}">
                <a16:creationId xmlns:a16="http://schemas.microsoft.com/office/drawing/2014/main" id="{786DEEC3-DD73-68C4-9897-749A06CEC3F7}"/>
              </a:ext>
            </a:extLst>
          </p:cNvPr>
          <p:cNvSpPr>
            <a:spLocks noGrp="1"/>
          </p:cNvSpPr>
          <p:nvPr>
            <p:ph type="dt" sz="half"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 name="Footer Placeholder 3">
            <a:extLst>
              <a:ext uri="{FF2B5EF4-FFF2-40B4-BE49-F238E27FC236}">
                <a16:creationId xmlns:a16="http://schemas.microsoft.com/office/drawing/2014/main" id="{73C9BDA5-514E-1308-A892-39623D7857F9}"/>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PRESENTATION TITLE [Insert Tab - Header &amp; Footer]</a:t>
            </a:r>
          </a:p>
        </p:txBody>
      </p:sp>
      <p:sp>
        <p:nvSpPr>
          <p:cNvPr id="25" name="TextBox 24">
            <a:extLst>
              <a:ext uri="{FF2B5EF4-FFF2-40B4-BE49-F238E27FC236}">
                <a16:creationId xmlns:a16="http://schemas.microsoft.com/office/drawing/2014/main" id="{7A4F61A0-3569-2E37-B1CD-8EE3B39285E9}"/>
              </a:ext>
            </a:extLst>
          </p:cNvPr>
          <p:cNvSpPr txBox="1"/>
          <p:nvPr/>
        </p:nvSpPr>
        <p:spPr>
          <a:xfrm>
            <a:off x="990483" y="3089116"/>
            <a:ext cx="2742817" cy="16389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Now that we have asked, we must reflect that preference in our service delivery. </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Consider how to prepare your teams and procedures to review guest declared codes, especially profile &amp; stay based free text, before arrival. </a:t>
            </a:r>
          </a:p>
        </p:txBody>
      </p:sp>
      <p:sp>
        <p:nvSpPr>
          <p:cNvPr id="30" name="Oval 29">
            <a:extLst>
              <a:ext uri="{FF2B5EF4-FFF2-40B4-BE49-F238E27FC236}">
                <a16:creationId xmlns:a16="http://schemas.microsoft.com/office/drawing/2014/main" id="{0E4F5BFE-326A-E97D-C28D-B3419D215502}"/>
              </a:ext>
            </a:extLst>
          </p:cNvPr>
          <p:cNvSpPr/>
          <p:nvPr/>
        </p:nvSpPr>
        <p:spPr>
          <a:xfrm>
            <a:off x="598981" y="3089116"/>
            <a:ext cx="274320" cy="274320"/>
          </a:xfrm>
          <a:prstGeom prst="ellipse">
            <a:avLst/>
          </a:prstGeom>
          <a:solidFill>
            <a:srgbClr val="B59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1</a:t>
            </a:r>
          </a:p>
        </p:txBody>
      </p:sp>
      <p:sp>
        <p:nvSpPr>
          <p:cNvPr id="33" name="TextBox 32">
            <a:extLst>
              <a:ext uri="{FF2B5EF4-FFF2-40B4-BE49-F238E27FC236}">
                <a16:creationId xmlns:a16="http://schemas.microsoft.com/office/drawing/2014/main" id="{32B4CA61-5309-8A3B-30CD-DB0502D718C2}"/>
              </a:ext>
            </a:extLst>
          </p:cNvPr>
          <p:cNvSpPr txBox="1"/>
          <p:nvPr/>
        </p:nvSpPr>
        <p:spPr>
          <a:xfrm>
            <a:off x="653910" y="2237643"/>
            <a:ext cx="3526204" cy="64633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800" b="1" i="0" u="none" strike="noStrike" kern="1200" cap="none" spc="0" normalizeH="0" baseline="0" noProof="0">
                <a:ln>
                  <a:noFill/>
                </a:ln>
                <a:solidFill>
                  <a:srgbClr val="404040"/>
                </a:solidFill>
                <a:effectLst/>
                <a:uLnTx/>
                <a:uFillTx/>
                <a:latin typeface="Garamond" panose="02020404030301010803"/>
                <a:ea typeface="+mn-ea"/>
                <a:cs typeface="+mn-cs"/>
              </a:rPr>
              <a:t>GUEST DELCARED TAKE PRIORITY </a:t>
            </a:r>
          </a:p>
        </p:txBody>
      </p:sp>
      <p:sp>
        <p:nvSpPr>
          <p:cNvPr id="34" name="TextBox 33">
            <a:extLst>
              <a:ext uri="{FF2B5EF4-FFF2-40B4-BE49-F238E27FC236}">
                <a16:creationId xmlns:a16="http://schemas.microsoft.com/office/drawing/2014/main" id="{6E349ABB-734F-30C2-38E2-4B785AFB67AD}"/>
              </a:ext>
            </a:extLst>
          </p:cNvPr>
          <p:cNvSpPr txBox="1"/>
          <p:nvPr/>
        </p:nvSpPr>
        <p:spPr>
          <a:xfrm>
            <a:off x="4601580" y="3013679"/>
            <a:ext cx="2742817" cy="95410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Not every guest will get a welcome amenity, but for guest who do – we will ensure their preferences are acknowledged </a:t>
            </a:r>
            <a:endParaRPr kumimoji="0" lang="en-US" sz="1400" b="0" i="1" u="none" strike="noStrike" kern="1200" cap="none" spc="0" normalizeH="0" baseline="0" noProof="0">
              <a:ln>
                <a:noFill/>
              </a:ln>
              <a:solidFill>
                <a:srgbClr val="404040"/>
              </a:solidFill>
              <a:effectLst/>
              <a:uLnTx/>
              <a:uFillTx/>
              <a:latin typeface="Garamond" panose="02020404030301010803"/>
              <a:ea typeface="+mn-ea"/>
              <a:cs typeface="+mn-cs"/>
            </a:endParaRPr>
          </a:p>
        </p:txBody>
      </p:sp>
      <p:sp>
        <p:nvSpPr>
          <p:cNvPr id="35" name="Oval 34">
            <a:extLst>
              <a:ext uri="{FF2B5EF4-FFF2-40B4-BE49-F238E27FC236}">
                <a16:creationId xmlns:a16="http://schemas.microsoft.com/office/drawing/2014/main" id="{C91BF7F6-1418-8071-8391-F367CE029D79}"/>
              </a:ext>
            </a:extLst>
          </p:cNvPr>
          <p:cNvSpPr/>
          <p:nvPr/>
        </p:nvSpPr>
        <p:spPr>
          <a:xfrm>
            <a:off x="4210078" y="3089116"/>
            <a:ext cx="274320" cy="274320"/>
          </a:xfrm>
          <a:prstGeom prst="ellipse">
            <a:avLst/>
          </a:prstGeom>
          <a:solidFill>
            <a:srgbClr val="B59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2</a:t>
            </a:r>
          </a:p>
        </p:txBody>
      </p:sp>
      <p:sp>
        <p:nvSpPr>
          <p:cNvPr id="36" name="TextBox 35">
            <a:extLst>
              <a:ext uri="{FF2B5EF4-FFF2-40B4-BE49-F238E27FC236}">
                <a16:creationId xmlns:a16="http://schemas.microsoft.com/office/drawing/2014/main" id="{F761308D-B6EB-1F8A-2B1A-AC53BEC9307A}"/>
              </a:ext>
            </a:extLst>
          </p:cNvPr>
          <p:cNvSpPr txBox="1"/>
          <p:nvPr/>
        </p:nvSpPr>
        <p:spPr>
          <a:xfrm>
            <a:off x="4265390" y="2237643"/>
            <a:ext cx="3881270" cy="64633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800" b="1" i="0" u="none" strike="noStrike" kern="1200" cap="none" spc="0" normalizeH="0" baseline="0" noProof="0">
                <a:ln>
                  <a:noFill/>
                </a:ln>
                <a:solidFill>
                  <a:srgbClr val="404040"/>
                </a:solidFill>
                <a:effectLst/>
                <a:uLnTx/>
                <a:uFillTx/>
                <a:latin typeface="Garamond" panose="02020404030301010803"/>
                <a:ea typeface="+mn-ea"/>
                <a:cs typeface="+mn-cs"/>
              </a:rPr>
              <a:t>REVIEW REFINE &amp; ALIGN WHAT YOU OFFER TODAY</a:t>
            </a:r>
          </a:p>
        </p:txBody>
      </p:sp>
      <p:sp>
        <p:nvSpPr>
          <p:cNvPr id="39" name="TextBox 38">
            <a:extLst>
              <a:ext uri="{FF2B5EF4-FFF2-40B4-BE49-F238E27FC236}">
                <a16:creationId xmlns:a16="http://schemas.microsoft.com/office/drawing/2014/main" id="{7AED9B44-08F3-4794-A9A4-CE110158EC7C}"/>
              </a:ext>
            </a:extLst>
          </p:cNvPr>
          <p:cNvSpPr txBox="1"/>
          <p:nvPr/>
        </p:nvSpPr>
        <p:spPr>
          <a:xfrm>
            <a:off x="8531171" y="3089116"/>
            <a:ext cx="2742817" cy="206979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We know how to even the most unreasonable request today. What is new is that we may need to address these requests in writing. </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Review protocols in place for how we handle these conversations in writing and provide teams with templates and support need as they build their confidence. </a:t>
            </a:r>
          </a:p>
        </p:txBody>
      </p:sp>
      <p:sp>
        <p:nvSpPr>
          <p:cNvPr id="40" name="Oval 39">
            <a:extLst>
              <a:ext uri="{FF2B5EF4-FFF2-40B4-BE49-F238E27FC236}">
                <a16:creationId xmlns:a16="http://schemas.microsoft.com/office/drawing/2014/main" id="{6C6892BA-41F0-C6B5-8EAA-8763DDA22C31}"/>
              </a:ext>
            </a:extLst>
          </p:cNvPr>
          <p:cNvSpPr/>
          <p:nvPr/>
        </p:nvSpPr>
        <p:spPr>
          <a:xfrm>
            <a:off x="8139669" y="3089116"/>
            <a:ext cx="274320" cy="274320"/>
          </a:xfrm>
          <a:prstGeom prst="ellipse">
            <a:avLst/>
          </a:prstGeom>
          <a:solidFill>
            <a:srgbClr val="B59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4</a:t>
            </a:r>
          </a:p>
        </p:txBody>
      </p:sp>
      <p:sp>
        <p:nvSpPr>
          <p:cNvPr id="41" name="TextBox 40">
            <a:extLst>
              <a:ext uri="{FF2B5EF4-FFF2-40B4-BE49-F238E27FC236}">
                <a16:creationId xmlns:a16="http://schemas.microsoft.com/office/drawing/2014/main" id="{7C06CCC5-0D16-F787-E03C-02FE3713A5B9}"/>
              </a:ext>
            </a:extLst>
          </p:cNvPr>
          <p:cNvSpPr txBox="1"/>
          <p:nvPr/>
        </p:nvSpPr>
        <p:spPr>
          <a:xfrm>
            <a:off x="8231936" y="2237643"/>
            <a:ext cx="352620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800" b="1" i="0" u="none" strike="noStrike" kern="1200" cap="none" spc="0" normalizeH="0" baseline="0" noProof="0">
                <a:ln>
                  <a:noFill/>
                </a:ln>
                <a:solidFill>
                  <a:srgbClr val="404040"/>
                </a:solidFill>
                <a:effectLst/>
                <a:uLnTx/>
                <a:uFillTx/>
                <a:latin typeface="Garamond" panose="02020404030301010803"/>
                <a:ea typeface="+mn-ea"/>
                <a:cs typeface="+mn-cs"/>
              </a:rPr>
              <a:t>TRUST THE TRAINING INPLACE </a:t>
            </a:r>
          </a:p>
        </p:txBody>
      </p:sp>
      <p:sp>
        <p:nvSpPr>
          <p:cNvPr id="6" name="TextBox 5">
            <a:extLst>
              <a:ext uri="{FF2B5EF4-FFF2-40B4-BE49-F238E27FC236}">
                <a16:creationId xmlns:a16="http://schemas.microsoft.com/office/drawing/2014/main" id="{7FC97073-FAB4-8945-40A4-FE4722E6BB2C}"/>
              </a:ext>
            </a:extLst>
          </p:cNvPr>
          <p:cNvSpPr txBox="1"/>
          <p:nvPr/>
        </p:nvSpPr>
        <p:spPr>
          <a:xfrm>
            <a:off x="4601580" y="4248365"/>
            <a:ext cx="2742817" cy="142346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Less is more, especially when it is it a thoughtful gesture. </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404040"/>
                </a:solidFill>
                <a:effectLst/>
                <a:uLnTx/>
                <a:uFillTx/>
                <a:latin typeface="Garamond" panose="02020404030301010803"/>
                <a:ea typeface="+mn-ea"/>
                <a:cs typeface="+mn-cs"/>
              </a:rPr>
              <a:t>Work with your F&amp;B teams to refine welcome amenities to reflect preferences and operational requirements of your property. </a:t>
            </a:r>
            <a:endParaRPr kumimoji="0" lang="en-US" sz="1400" b="0" i="1" u="none" strike="noStrike" kern="1200" cap="none" spc="0" normalizeH="0" baseline="0" noProof="0">
              <a:ln>
                <a:noFill/>
              </a:ln>
              <a:solidFill>
                <a:srgbClr val="404040"/>
              </a:solidFill>
              <a:effectLst/>
              <a:uLnTx/>
              <a:uFillTx/>
              <a:latin typeface="Garamond" panose="02020404030301010803"/>
              <a:ea typeface="+mn-ea"/>
              <a:cs typeface="+mn-cs"/>
            </a:endParaRPr>
          </a:p>
        </p:txBody>
      </p:sp>
      <p:sp>
        <p:nvSpPr>
          <p:cNvPr id="7" name="Oval 6">
            <a:extLst>
              <a:ext uri="{FF2B5EF4-FFF2-40B4-BE49-F238E27FC236}">
                <a16:creationId xmlns:a16="http://schemas.microsoft.com/office/drawing/2014/main" id="{E964740D-C9CB-1D5B-AC07-8630112984B0}"/>
              </a:ext>
            </a:extLst>
          </p:cNvPr>
          <p:cNvSpPr/>
          <p:nvPr/>
        </p:nvSpPr>
        <p:spPr>
          <a:xfrm>
            <a:off x="4210078" y="4273215"/>
            <a:ext cx="274320" cy="274320"/>
          </a:xfrm>
          <a:prstGeom prst="ellipse">
            <a:avLst/>
          </a:prstGeom>
          <a:solidFill>
            <a:srgbClr val="B59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3</a:t>
            </a:r>
          </a:p>
        </p:txBody>
      </p:sp>
    </p:spTree>
    <p:extLst>
      <p:ext uri="{BB962C8B-B14F-4D97-AF65-F5344CB8AC3E}">
        <p14:creationId xmlns:p14="http://schemas.microsoft.com/office/powerpoint/2010/main" val="3235335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DD275-C08B-E530-3ACB-198C3FFEDD96}"/>
            </a:ext>
          </a:extLst>
        </p:cNvPr>
        <p:cNvGrpSpPr/>
        <p:nvPr/>
      </p:nvGrpSpPr>
      <p:grpSpPr>
        <a:xfrm>
          <a:off x="0" y="0"/>
          <a:ext cx="0" cy="0"/>
          <a:chOff x="0" y="0"/>
          <a:chExt cx="0" cy="0"/>
        </a:xfrm>
      </p:grpSpPr>
      <p:sp>
        <p:nvSpPr>
          <p:cNvPr id="15" name="Date Placeholder 3">
            <a:extLst>
              <a:ext uri="{FF2B5EF4-FFF2-40B4-BE49-F238E27FC236}">
                <a16:creationId xmlns:a16="http://schemas.microsoft.com/office/drawing/2014/main" id="{1C4CDB19-7EAD-3BE9-5D4F-F75614F0D714}"/>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6" name="Footer Placeholder 4">
            <a:extLst>
              <a:ext uri="{FF2B5EF4-FFF2-40B4-BE49-F238E27FC236}">
                <a16:creationId xmlns:a16="http://schemas.microsoft.com/office/drawing/2014/main" id="{B9FA1EFB-6E3D-4BE1-B9A8-254A4F328D0C}"/>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22" name="Text Placeholder 1">
            <a:extLst>
              <a:ext uri="{FF2B5EF4-FFF2-40B4-BE49-F238E27FC236}">
                <a16:creationId xmlns:a16="http://schemas.microsoft.com/office/drawing/2014/main" id="{A918A137-5CC1-617B-1720-DEACDB0E4B21}"/>
              </a:ext>
            </a:extLst>
          </p:cNvPr>
          <p:cNvSpPr txBox="1">
            <a:spLocks/>
          </p:cNvSpPr>
          <p:nvPr/>
        </p:nvSpPr>
        <p:spPr>
          <a:xfrm>
            <a:off x="1078397" y="826882"/>
            <a:ext cx="10018034" cy="446105"/>
          </a:xfrm>
          <a:prstGeom prst="rect">
            <a:avLst/>
          </a:prstGeom>
        </p:spPr>
        <p:txBody>
          <a:bodyPr vert="horz" lIns="91440" tIns="45720" rIns="91440" bIns="45720" rtlCol="0">
            <a:noAutofit/>
          </a:bodyPr>
          <a:lstStyle>
            <a:lvl1pPr marL="0" indent="0" algn="ctr" defTabSz="914400" rtl="0" eaLnBrk="1" latinLnBrk="0" hangingPunct="1">
              <a:lnSpc>
                <a:spcPts val="2200"/>
              </a:lnSpc>
              <a:spcBef>
                <a:spcPts val="0"/>
              </a:spcBef>
              <a:buFont typeface="Arial" panose="020B0604020202020204" pitchFamily="34" charset="0"/>
              <a:buNone/>
              <a:defRPr sz="2500" kern="1200" cap="all" spc="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2500" b="1" i="0" u="none" strike="noStrike" kern="1200" cap="all" spc="0" normalizeH="0" baseline="0" noProof="0">
                <a:ln>
                  <a:noFill/>
                </a:ln>
                <a:solidFill>
                  <a:srgbClr val="008000"/>
                </a:solidFill>
                <a:effectLst/>
                <a:uLnTx/>
                <a:uFillTx/>
                <a:latin typeface="Garamond" panose="02020404030301010803"/>
                <a:ea typeface="+mn-ea"/>
                <a:cs typeface="+mn-cs"/>
              </a:rPr>
              <a:t>Action </a:t>
            </a:r>
            <a:r>
              <a:rPr kumimoji="0" lang="en-US" sz="2500" b="0" i="0" u="none" strike="noStrike" kern="1200" cap="all" spc="0" normalizeH="0" baseline="0" noProof="0">
                <a:ln>
                  <a:noFill/>
                </a:ln>
                <a:solidFill>
                  <a:srgbClr val="000000"/>
                </a:solidFill>
                <a:effectLst/>
                <a:uLnTx/>
                <a:uFillTx/>
                <a:latin typeface="Garamond" panose="02020404030301010803"/>
                <a:ea typeface="+mn-ea"/>
                <a:cs typeface="+mn-cs"/>
              </a:rPr>
              <a:t>Make me Feel Relaxed &amp; at home, </a:t>
            </a:r>
            <a:br>
              <a:rPr kumimoji="0" lang="en-US" sz="2500" b="0" i="0" u="none" strike="noStrike" kern="1200" cap="all" spc="0" normalizeH="0" baseline="0" noProof="0">
                <a:ln>
                  <a:noFill/>
                </a:ln>
                <a:solidFill>
                  <a:srgbClr val="000000"/>
                </a:solidFill>
                <a:effectLst/>
                <a:uLnTx/>
                <a:uFillTx/>
                <a:latin typeface="Garamond" panose="02020404030301010803"/>
                <a:ea typeface="+mn-ea"/>
                <a:cs typeface="+mn-cs"/>
              </a:rPr>
            </a:br>
            <a:r>
              <a:rPr kumimoji="0" lang="en-US" sz="2500" b="0" i="0" u="none" strike="noStrike" kern="1200" cap="all" spc="0" normalizeH="0" baseline="0" noProof="0">
                <a:ln>
                  <a:noFill/>
                </a:ln>
                <a:solidFill>
                  <a:srgbClr val="000000"/>
                </a:solidFill>
                <a:effectLst/>
                <a:uLnTx/>
                <a:uFillTx/>
                <a:latin typeface="Garamond" panose="02020404030301010803"/>
                <a:ea typeface="+mn-ea"/>
                <a:cs typeface="+mn-cs"/>
              </a:rPr>
              <a:t> excite me &amp; make me feel special</a:t>
            </a:r>
          </a:p>
        </p:txBody>
      </p:sp>
      <p:sp>
        <p:nvSpPr>
          <p:cNvPr id="28" name="TextBox 27">
            <a:extLst>
              <a:ext uri="{FF2B5EF4-FFF2-40B4-BE49-F238E27FC236}">
                <a16:creationId xmlns:a16="http://schemas.microsoft.com/office/drawing/2014/main" id="{2E62F65F-3FAA-44D5-EFF1-2672EB85B11E}"/>
              </a:ext>
            </a:extLst>
          </p:cNvPr>
          <p:cNvSpPr txBox="1"/>
          <p:nvPr/>
        </p:nvSpPr>
        <p:spPr>
          <a:xfrm>
            <a:off x="7010062" y="2978430"/>
            <a:ext cx="4379452" cy="3375283"/>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96B24"/>
                </a:solidFill>
                <a:effectLst/>
                <a:uLnTx/>
                <a:uFillTx/>
                <a:latin typeface="Aptos Narrow"/>
                <a:ea typeface="+mn-ea"/>
                <a:cs typeface="+mn-cs"/>
              </a:rPr>
              <a:t>Putting Preferences Into Action: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sng" strike="noStrike" kern="1200" cap="none" spc="0" normalizeH="0" baseline="0" noProof="0">
              <a:ln>
                <a:noFill/>
              </a:ln>
              <a:solidFill>
                <a:srgbClr val="000000"/>
              </a:solidFill>
              <a:effectLst/>
              <a:uLnTx/>
              <a:uFillTx/>
              <a:latin typeface="Aptos Narrow"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2000" b="0" i="0" u="sng" strike="noStrike" kern="1200" cap="none" spc="0" normalizeH="0" baseline="0" noProof="0">
                <a:ln>
                  <a:noFill/>
                </a:ln>
                <a:solidFill>
                  <a:srgbClr val="196B24"/>
                </a:solidFill>
                <a:effectLst/>
                <a:uLnTx/>
                <a:uFillTx/>
                <a:latin typeface="Aptos Narrow"/>
                <a:ea typeface="+mn-ea"/>
                <a:cs typeface="+mn-cs"/>
              </a:rPr>
              <a:t>Step 1: </a:t>
            </a:r>
            <a:r>
              <a:rPr kumimoji="0" lang="en-US" sz="2000" b="0" i="0" u="none" strike="noStrike" kern="1200" cap="none" spc="0" normalizeH="0" baseline="0" noProof="0">
                <a:ln>
                  <a:noFill/>
                </a:ln>
                <a:solidFill>
                  <a:srgbClr val="196B24"/>
                </a:solidFill>
                <a:effectLst/>
                <a:uLnTx/>
                <a:uFillTx/>
                <a:latin typeface="Aptos Narrow"/>
                <a:ea typeface="+mn-ea"/>
                <a:cs typeface="+mn-cs"/>
              </a:rPr>
              <a:t>Grab your group or partner and huddle up!</a:t>
            </a: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2000" b="0" i="0" u="sng" strike="noStrike" kern="1200" cap="none" spc="0" normalizeH="0" baseline="0" noProof="0">
                <a:ln>
                  <a:noFill/>
                </a:ln>
                <a:solidFill>
                  <a:srgbClr val="196B24"/>
                </a:solidFill>
                <a:effectLst/>
                <a:uLnTx/>
                <a:uFillTx/>
                <a:latin typeface="Aptos Narrow"/>
                <a:ea typeface="+mn-ea"/>
                <a:cs typeface="+mn-cs"/>
              </a:rPr>
              <a:t>Step 2: </a:t>
            </a:r>
            <a:r>
              <a:rPr kumimoji="0" lang="en-US" sz="2000" b="0" i="0" u="none" strike="noStrike" kern="1200" cap="none" spc="0" normalizeH="0" baseline="0" noProof="0">
                <a:ln>
                  <a:noFill/>
                </a:ln>
                <a:solidFill>
                  <a:srgbClr val="196B24"/>
                </a:solidFill>
                <a:effectLst/>
                <a:uLnTx/>
                <a:uFillTx/>
                <a:latin typeface="Aptos Narrow"/>
                <a:ea typeface="+mn-ea"/>
                <a:cs typeface="+mn-cs"/>
              </a:rPr>
              <a:t>Log into Guest Lens (</a:t>
            </a:r>
            <a:r>
              <a:rPr kumimoji="0" lang="en-US" sz="2000" b="0" i="0" u="none" strike="noStrike" kern="1200" cap="none" spc="0" normalizeH="0" baseline="0" noProof="0" err="1">
                <a:ln>
                  <a:noFill/>
                </a:ln>
                <a:solidFill>
                  <a:srgbClr val="196B24"/>
                </a:solidFill>
                <a:effectLst/>
                <a:uLnTx/>
                <a:uFillTx/>
                <a:latin typeface="Aptos Narrow"/>
                <a:ea typeface="+mn-ea"/>
                <a:cs typeface="+mn-cs"/>
              </a:rPr>
              <a:t>Alliants</a:t>
            </a:r>
            <a:r>
              <a:rPr kumimoji="0" lang="en-US" sz="2000" b="0" i="0" u="none" strike="noStrike" kern="1200" cap="none" spc="0" normalizeH="0" baseline="0" noProof="0">
                <a:ln>
                  <a:noFill/>
                </a:ln>
                <a:solidFill>
                  <a:srgbClr val="196B24"/>
                </a:solidFill>
                <a:effectLst/>
                <a:uLnTx/>
                <a:uFillTx/>
                <a:latin typeface="Aptos Narrow"/>
                <a:ea typeface="+mn-ea"/>
                <a:cs typeface="+mn-cs"/>
              </a:rPr>
              <a:t>) and open the dummy profiles we have created</a:t>
            </a: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2000" b="0" i="0" u="sng" strike="noStrike" kern="1200" cap="none" spc="0" normalizeH="0" baseline="0" noProof="0">
                <a:ln>
                  <a:noFill/>
                </a:ln>
                <a:solidFill>
                  <a:srgbClr val="196B24"/>
                </a:solidFill>
                <a:effectLst/>
                <a:uLnTx/>
                <a:uFillTx/>
                <a:latin typeface="Aptos Narrow"/>
                <a:ea typeface="+mn-ea"/>
                <a:cs typeface="+mn-cs"/>
              </a:rPr>
              <a:t>Step 3: </a:t>
            </a:r>
            <a:r>
              <a:rPr kumimoji="0" lang="en-US" sz="2000" b="0" i="0" u="none" strike="noStrike" kern="1200" cap="none" spc="0" normalizeH="0" baseline="0" noProof="0">
                <a:ln>
                  <a:noFill/>
                </a:ln>
                <a:solidFill>
                  <a:srgbClr val="196B24"/>
                </a:solidFill>
                <a:effectLst/>
                <a:uLnTx/>
                <a:uFillTx/>
                <a:latin typeface="Aptos Narrow"/>
                <a:ea typeface="+mn-ea"/>
                <a:cs typeface="+mn-cs"/>
              </a:rPr>
              <a:t>Using the preferences action categories define how we would prepare for this guest to deliver global minimum standards  and +1 service. </a:t>
            </a:r>
          </a:p>
        </p:txBody>
      </p:sp>
      <p:sp>
        <p:nvSpPr>
          <p:cNvPr id="4" name="Rectangle 3">
            <a:extLst>
              <a:ext uri="{FF2B5EF4-FFF2-40B4-BE49-F238E27FC236}">
                <a16:creationId xmlns:a16="http://schemas.microsoft.com/office/drawing/2014/main" id="{923295A3-3850-F764-C1D2-A823CB45FCCE}"/>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graphicFrame>
        <p:nvGraphicFramePr>
          <p:cNvPr id="2" name="Table 11">
            <a:extLst>
              <a:ext uri="{FF2B5EF4-FFF2-40B4-BE49-F238E27FC236}">
                <a16:creationId xmlns:a16="http://schemas.microsoft.com/office/drawing/2014/main" id="{BA545162-C721-3373-A0C9-A43F19419251}"/>
              </a:ext>
            </a:extLst>
          </p:cNvPr>
          <p:cNvGraphicFramePr>
            <a:graphicFrameLocks noGrp="1"/>
          </p:cNvGraphicFramePr>
          <p:nvPr/>
        </p:nvGraphicFramePr>
        <p:xfrm>
          <a:off x="573368" y="1503905"/>
          <a:ext cx="6183423" cy="4683535"/>
        </p:xfrm>
        <a:graphic>
          <a:graphicData uri="http://schemas.openxmlformats.org/drawingml/2006/table">
            <a:tbl>
              <a:tblPr firstRow="1" bandRow="1">
                <a:tableStyleId>{5C22544A-7EE6-4342-B048-85BDC9FD1C3A}</a:tableStyleId>
              </a:tblPr>
              <a:tblGrid>
                <a:gridCol w="2061141">
                  <a:extLst>
                    <a:ext uri="{9D8B030D-6E8A-4147-A177-3AD203B41FA5}">
                      <a16:colId xmlns:a16="http://schemas.microsoft.com/office/drawing/2014/main" val="2330502083"/>
                    </a:ext>
                  </a:extLst>
                </a:gridCol>
                <a:gridCol w="2061141">
                  <a:extLst>
                    <a:ext uri="{9D8B030D-6E8A-4147-A177-3AD203B41FA5}">
                      <a16:colId xmlns:a16="http://schemas.microsoft.com/office/drawing/2014/main" val="683337077"/>
                    </a:ext>
                  </a:extLst>
                </a:gridCol>
                <a:gridCol w="2061141">
                  <a:extLst>
                    <a:ext uri="{9D8B030D-6E8A-4147-A177-3AD203B41FA5}">
                      <a16:colId xmlns:a16="http://schemas.microsoft.com/office/drawing/2014/main" val="427815041"/>
                    </a:ext>
                  </a:extLst>
                </a:gridCol>
              </a:tblGrid>
              <a:tr h="182880">
                <a:tc>
                  <a:txBody>
                    <a:bodyPr/>
                    <a:lstStyle/>
                    <a:p>
                      <a:r>
                        <a:rPr lang="en-US" sz="1200">
                          <a:solidFill>
                            <a:schemeClr val="bg1"/>
                          </a:solidFill>
                        </a:rPr>
                        <a:t>The Genie </a:t>
                      </a:r>
                    </a:p>
                  </a:txBody>
                  <a:tcPr>
                    <a:solidFill>
                      <a:srgbClr val="B59060"/>
                    </a:solidFill>
                  </a:tcPr>
                </a:tc>
                <a:tc>
                  <a:txBody>
                    <a:bodyPr/>
                    <a:lstStyle/>
                    <a:p>
                      <a:r>
                        <a:rPr lang="en-US" sz="1200">
                          <a:solidFill>
                            <a:schemeClr val="bg1"/>
                          </a:solidFill>
                        </a:rPr>
                        <a:t>Prince Aladdin </a:t>
                      </a:r>
                    </a:p>
                  </a:txBody>
                  <a:tcPr>
                    <a:solidFill>
                      <a:srgbClr val="B59060"/>
                    </a:solidFill>
                  </a:tcPr>
                </a:tc>
                <a:tc>
                  <a:txBody>
                    <a:bodyPr/>
                    <a:lstStyle/>
                    <a:p>
                      <a:r>
                        <a:rPr lang="en-US" sz="1200">
                          <a:solidFill>
                            <a:schemeClr val="bg1"/>
                          </a:solidFill>
                        </a:rPr>
                        <a:t>Princess Jasmine </a:t>
                      </a:r>
                    </a:p>
                  </a:txBody>
                  <a:tcPr>
                    <a:solidFill>
                      <a:srgbClr val="B59060"/>
                    </a:solidFill>
                  </a:tcPr>
                </a:tc>
                <a:extLst>
                  <a:ext uri="{0D108BD9-81ED-4DB2-BD59-A6C34878D82A}">
                    <a16:rowId xmlns:a16="http://schemas.microsoft.com/office/drawing/2014/main" val="1721767130"/>
                  </a:ext>
                </a:extLst>
              </a:tr>
              <a:tr h="862926">
                <a:tc>
                  <a:txBody>
                    <a:bodyPr/>
                    <a:lstStyle/>
                    <a:p>
                      <a:r>
                        <a:rPr lang="en-US" sz="1200" b="1">
                          <a:solidFill>
                            <a:schemeClr val="tx1"/>
                          </a:solidFill>
                        </a:rPr>
                        <a:t>2nd Stay</a:t>
                      </a:r>
                    </a:p>
                    <a:p>
                      <a:r>
                        <a:rPr lang="en-US" sz="1200" b="0">
                          <a:solidFill>
                            <a:schemeClr val="tx1"/>
                          </a:solidFill>
                        </a:rPr>
                        <a:t>3-night stay </a:t>
                      </a:r>
                    </a:p>
                    <a:p>
                      <a:r>
                        <a:rPr lang="en-US" sz="1200" b="0">
                          <a:solidFill>
                            <a:schemeClr val="tx1"/>
                          </a:solidFill>
                        </a:rPr>
                        <a:t>Standard Room </a:t>
                      </a:r>
                    </a:p>
                  </a:txBody>
                  <a:tcPr>
                    <a:noFill/>
                  </a:tcPr>
                </a:tc>
                <a:tc>
                  <a:txBody>
                    <a:bodyPr/>
                    <a:lstStyle/>
                    <a:p>
                      <a:r>
                        <a:rPr lang="en-US" sz="1200" b="1">
                          <a:solidFill>
                            <a:schemeClr val="tx1"/>
                          </a:solidFill>
                        </a:rPr>
                        <a:t>Silk Member </a:t>
                      </a:r>
                      <a:br>
                        <a:rPr lang="en-US" sz="1200" b="0">
                          <a:solidFill>
                            <a:schemeClr val="tx1"/>
                          </a:solidFill>
                        </a:rPr>
                      </a:br>
                      <a:r>
                        <a:rPr lang="en-US" sz="1200" b="0">
                          <a:solidFill>
                            <a:schemeClr val="tx1"/>
                          </a:solidFill>
                        </a:rPr>
                        <a:t>ID: </a:t>
                      </a:r>
                      <a:r>
                        <a:rPr lang="en-US" sz="1200" b="0" kern="1200">
                          <a:solidFill>
                            <a:schemeClr val="tx1"/>
                          </a:solidFill>
                          <a:latin typeface="+mn-lt"/>
                          <a:ea typeface="+mn-ea"/>
                          <a:cs typeface="+mn-cs"/>
                        </a:rPr>
                        <a:t>977YY6</a:t>
                      </a:r>
                      <a:endParaRPr lang="en-US" sz="1200" b="0">
                        <a:solidFill>
                          <a:schemeClr val="tx1"/>
                        </a:solidFill>
                      </a:endParaRPr>
                    </a:p>
                    <a:p>
                      <a:r>
                        <a:rPr lang="en-US" sz="1200" b="0">
                          <a:solidFill>
                            <a:schemeClr val="tx1"/>
                          </a:solidFill>
                        </a:rPr>
                        <a:t>Booking T-6</a:t>
                      </a:r>
                    </a:p>
                    <a:p>
                      <a:r>
                        <a:rPr lang="en-US" sz="1200" b="0">
                          <a:solidFill>
                            <a:schemeClr val="tx1"/>
                          </a:solidFill>
                        </a:rPr>
                        <a:t>5 days </a:t>
                      </a:r>
                    </a:p>
                    <a:p>
                      <a:r>
                        <a:rPr lang="en-US" sz="1200" b="0">
                          <a:solidFill>
                            <a:schemeClr val="tx1"/>
                          </a:solidFill>
                        </a:rPr>
                        <a:t>Junior Suite </a:t>
                      </a:r>
                    </a:p>
                  </a:txBody>
                  <a:tcPr>
                    <a:noFill/>
                  </a:tcPr>
                </a:tc>
                <a:tc>
                  <a:txBody>
                    <a:bodyPr/>
                    <a:lstStyle/>
                    <a:p>
                      <a:pPr marL="0" algn="l" defTabSz="914400" rtl="0" eaLnBrk="1" latinLnBrk="0" hangingPunct="1"/>
                      <a:r>
                        <a:rPr lang="en-US" sz="1200" b="1" kern="1200">
                          <a:solidFill>
                            <a:schemeClr val="tx1"/>
                          </a:solidFill>
                          <a:latin typeface="+mn-lt"/>
                          <a:ea typeface="+mn-ea"/>
                          <a:cs typeface="+mn-cs"/>
                        </a:rPr>
                        <a:t>The Collective + Pearl </a:t>
                      </a:r>
                    </a:p>
                    <a:p>
                      <a:pPr marL="0" algn="l" defTabSz="914400" rtl="0" eaLnBrk="1" latinLnBrk="0" hangingPunct="1"/>
                      <a:r>
                        <a:rPr lang="en-US" sz="1200" b="0" kern="1200">
                          <a:solidFill>
                            <a:schemeClr val="tx1"/>
                          </a:solidFill>
                          <a:latin typeface="+mn-lt"/>
                          <a:ea typeface="+mn-ea"/>
                          <a:cs typeface="+mn-cs"/>
                        </a:rPr>
                        <a:t>ID: F6G853</a:t>
                      </a:r>
                    </a:p>
                    <a:p>
                      <a:pPr marL="0" algn="l" defTabSz="914400" rtl="0" eaLnBrk="1" latinLnBrk="0" hangingPunct="1"/>
                      <a:r>
                        <a:rPr lang="en-US" sz="1200" b="0" kern="1200">
                          <a:solidFill>
                            <a:schemeClr val="tx1"/>
                          </a:solidFill>
                          <a:latin typeface="+mn-lt"/>
                          <a:ea typeface="+mn-ea"/>
                          <a:cs typeface="+mn-cs"/>
                        </a:rPr>
                        <a:t>Booking Time: T-4 </a:t>
                      </a:r>
                    </a:p>
                    <a:p>
                      <a:pPr marL="0" algn="l" defTabSz="914400" rtl="0" eaLnBrk="1" latinLnBrk="0" hangingPunct="1"/>
                      <a:r>
                        <a:rPr lang="en-US" sz="1200" b="0" kern="1200">
                          <a:solidFill>
                            <a:schemeClr val="tx1"/>
                          </a:solidFill>
                          <a:latin typeface="+mn-lt"/>
                          <a:ea typeface="+mn-ea"/>
                          <a:cs typeface="+mn-cs"/>
                        </a:rPr>
                        <a:t>10 nights </a:t>
                      </a:r>
                    </a:p>
                    <a:p>
                      <a:pPr marL="0" algn="l" defTabSz="914400" rtl="0" eaLnBrk="1" latinLnBrk="0" hangingPunct="1"/>
                      <a:r>
                        <a:rPr lang="en-US" sz="1200" b="0" kern="1200">
                          <a:solidFill>
                            <a:schemeClr val="tx1"/>
                          </a:solidFill>
                          <a:latin typeface="+mn-lt"/>
                          <a:ea typeface="+mn-ea"/>
                          <a:cs typeface="+mn-cs"/>
                        </a:rPr>
                        <a:t>Superior Suite </a:t>
                      </a:r>
                    </a:p>
                  </a:txBody>
                  <a:tcPr>
                    <a:noFill/>
                  </a:tcPr>
                </a:tc>
                <a:extLst>
                  <a:ext uri="{0D108BD9-81ED-4DB2-BD59-A6C34878D82A}">
                    <a16:rowId xmlns:a16="http://schemas.microsoft.com/office/drawing/2014/main" val="1868497772"/>
                  </a:ext>
                </a:extLst>
              </a:tr>
              <a:tr h="1025935">
                <a:tc>
                  <a:txBody>
                    <a:bodyPr/>
                    <a:lstStyle/>
                    <a:p>
                      <a:r>
                        <a:rPr lang="en-US" sz="1000" b="1">
                          <a:solidFill>
                            <a:schemeClr val="tx1"/>
                          </a:solidFill>
                        </a:rPr>
                        <a:t>PROFILE </a:t>
                      </a:r>
                      <a:br>
                        <a:rPr lang="en-US" sz="1000" b="0">
                          <a:solidFill>
                            <a:schemeClr val="tx1"/>
                          </a:solidFill>
                        </a:rPr>
                      </a:br>
                      <a:r>
                        <a:rPr lang="en-US" sz="1000" b="0">
                          <a:solidFill>
                            <a:schemeClr val="tx1"/>
                          </a:solidFill>
                        </a:rPr>
                        <a:t>N/A</a:t>
                      </a:r>
                    </a:p>
                  </a:txBody>
                  <a:tcPr>
                    <a:noFill/>
                  </a:tcPr>
                </a:tc>
                <a:tc>
                  <a:txBody>
                    <a:bodyPr/>
                    <a:lstStyle/>
                    <a:p>
                      <a:r>
                        <a:rPr lang="en-US" sz="1000" b="1">
                          <a:solidFill>
                            <a:schemeClr val="tx1"/>
                          </a:solidFill>
                        </a:rPr>
                        <a:t>PROFILE </a:t>
                      </a:r>
                    </a:p>
                    <a:p>
                      <a:r>
                        <a:rPr lang="en-US" sz="1000" b="0">
                          <a:solidFill>
                            <a:schemeClr val="tx1"/>
                          </a:solidFill>
                        </a:rPr>
                        <a:t>WATER: Still Water </a:t>
                      </a:r>
                    </a:p>
                    <a:p>
                      <a:r>
                        <a:rPr lang="en-US" sz="1000" b="0">
                          <a:solidFill>
                            <a:schemeClr val="tx1"/>
                          </a:solidFill>
                        </a:rPr>
                        <a:t>LINENS: Changed every day </a:t>
                      </a:r>
                    </a:p>
                    <a:p>
                      <a:r>
                        <a:rPr lang="en-US" sz="1000" b="0">
                          <a:solidFill>
                            <a:schemeClr val="tx1"/>
                          </a:solidFill>
                        </a:rPr>
                        <a:t>IN ROOM COMFORT: I love a large bath, plenty of towels and a big TV for movies</a:t>
                      </a:r>
                    </a:p>
                  </a:txBody>
                  <a:tcPr>
                    <a:noFill/>
                  </a:tcPr>
                </a:tc>
                <a:tc>
                  <a:txBody>
                    <a:bodyPr/>
                    <a:lstStyle/>
                    <a:p>
                      <a:pPr marL="0" algn="l" defTabSz="914400" rtl="0" eaLnBrk="1" latinLnBrk="0" hangingPunct="1"/>
                      <a:r>
                        <a:rPr lang="en-US" sz="1000" b="1" kern="1200">
                          <a:solidFill>
                            <a:schemeClr val="tx1"/>
                          </a:solidFill>
                          <a:latin typeface="+mn-lt"/>
                          <a:ea typeface="+mn-ea"/>
                          <a:cs typeface="+mn-cs"/>
                        </a:rPr>
                        <a:t>PROFILE </a:t>
                      </a:r>
                    </a:p>
                    <a:p>
                      <a:r>
                        <a:rPr lang="en-US" sz="1000" b="0">
                          <a:solidFill>
                            <a:schemeClr val="tx1"/>
                          </a:solidFill>
                        </a:rPr>
                        <a:t>WATER: Sparkling Water </a:t>
                      </a:r>
                    </a:p>
                    <a:p>
                      <a:r>
                        <a:rPr lang="en-US" sz="1000" b="0">
                          <a:solidFill>
                            <a:schemeClr val="tx1"/>
                          </a:solidFill>
                        </a:rPr>
                        <a:t>IN ROOM COMFORT: When I travel for work. I appreciate a quite and completely black room with plenty of green tea in a big tea mug.</a:t>
                      </a:r>
                    </a:p>
                  </a:txBody>
                  <a:tcPr>
                    <a:noFill/>
                  </a:tcPr>
                </a:tc>
                <a:extLst>
                  <a:ext uri="{0D108BD9-81ED-4DB2-BD59-A6C34878D82A}">
                    <a16:rowId xmlns:a16="http://schemas.microsoft.com/office/drawing/2014/main" val="4186711126"/>
                  </a:ext>
                </a:extLst>
              </a:tr>
              <a:tr h="1147979">
                <a:tc>
                  <a:txBody>
                    <a:bodyPr/>
                    <a:lstStyle/>
                    <a:p>
                      <a:r>
                        <a:rPr lang="en-US" sz="1000" b="1">
                          <a:solidFill>
                            <a:schemeClr val="tx1"/>
                          </a:solidFill>
                        </a:rPr>
                        <a:t>STAY PREFERENCES</a:t>
                      </a:r>
                    </a:p>
                    <a:p>
                      <a:r>
                        <a:rPr lang="en-US" sz="1000" b="0">
                          <a:solidFill>
                            <a:schemeClr val="tx1"/>
                          </a:solidFill>
                        </a:rPr>
                        <a:t>Purpose: Leisure </a:t>
                      </a:r>
                    </a:p>
                    <a:p>
                      <a:r>
                        <a:rPr lang="en-US" sz="1000" b="0">
                          <a:solidFill>
                            <a:schemeClr val="tx1"/>
                          </a:solidFill>
                        </a:rPr>
                        <a:t>Traveling with: Alone </a:t>
                      </a:r>
                    </a:p>
                    <a:p>
                      <a:r>
                        <a:rPr lang="en-US" sz="1000" b="0">
                          <a:solidFill>
                            <a:schemeClr val="tx1"/>
                          </a:solidFill>
                        </a:rPr>
                        <a:t>Interested to explore: Bars &amp; nightlife, Arts &amp; culture </a:t>
                      </a:r>
                    </a:p>
                    <a:p>
                      <a:r>
                        <a:rPr lang="en-US" sz="1000" b="0">
                          <a:solidFill>
                            <a:schemeClr val="tx1"/>
                          </a:solidFill>
                        </a:rPr>
                        <a:t>Dietary: Sweet </a:t>
                      </a:r>
                    </a:p>
                    <a:p>
                      <a:pPr marL="0" lvl="0" indent="0" algn="l">
                        <a:buFont typeface="Courier New" panose="02070309020205020404" pitchFamily="49" charset="0"/>
                        <a:buNone/>
                      </a:pPr>
                      <a:r>
                        <a:rPr lang="en-US" sz="1000">
                          <a:solidFill>
                            <a:schemeClr val="tx1"/>
                          </a:solidFill>
                        </a:rPr>
                        <a:t>MEMORABLE: “I would sure love an upgrade and a view of the park.”</a:t>
                      </a:r>
                    </a:p>
                    <a:p>
                      <a:pPr marL="0" lvl="0" indent="0" algn="l">
                        <a:buFont typeface="Courier New" panose="02070309020205020404" pitchFamily="49" charset="0"/>
                        <a:buNone/>
                      </a:pPr>
                      <a:r>
                        <a:rPr lang="en-US" sz="1000">
                          <a:solidFill>
                            <a:schemeClr val="tx1"/>
                          </a:solidFill>
                        </a:rPr>
                        <a:t>ARRIVAL: 3pm</a:t>
                      </a:r>
                    </a:p>
                    <a:p>
                      <a:pPr marL="0" lvl="0" indent="0" algn="l">
                        <a:buFont typeface="Courier New" panose="02070309020205020404" pitchFamily="49" charset="0"/>
                        <a:buNone/>
                      </a:pPr>
                      <a:r>
                        <a:rPr lang="en-US" sz="1000">
                          <a:solidFill>
                            <a:schemeClr val="tx1"/>
                          </a:solidFill>
                        </a:rPr>
                        <a:t>TRANSFER: no</a:t>
                      </a:r>
                      <a:endParaRPr lang="en-US" sz="1000">
                        <a:solidFill>
                          <a:schemeClr val="tx1"/>
                        </a:solidFill>
                        <a:effectLst/>
                        <a:latin typeface="Calibri" panose="020F0502020204030204" pitchFamily="34" charset="0"/>
                        <a:ea typeface="等线" panose="02010600030101010101" pitchFamily="2" charset="-122"/>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chemeClr val="tx1"/>
                          </a:solidFill>
                        </a:rPr>
                        <a:t>STAY PREFERENCES</a:t>
                      </a:r>
                    </a:p>
                    <a:p>
                      <a:r>
                        <a:rPr lang="en-US" sz="1000" b="0">
                          <a:solidFill>
                            <a:schemeClr val="tx1"/>
                          </a:solidFill>
                        </a:rPr>
                        <a:t>PURPOSE: Mixed</a:t>
                      </a:r>
                    </a:p>
                    <a:p>
                      <a:r>
                        <a:rPr lang="en-US" sz="1000" b="0">
                          <a:solidFill>
                            <a:schemeClr val="tx1"/>
                          </a:solidFill>
                        </a:rPr>
                        <a:t>TRAVELING WITH: Children, teenager </a:t>
                      </a:r>
                    </a:p>
                    <a:p>
                      <a:r>
                        <a:rPr lang="en-US" sz="1000" b="0">
                          <a:solidFill>
                            <a:schemeClr val="tx1"/>
                          </a:solidFill>
                        </a:rPr>
                        <a:t>DIETARY: Savory, sweet, light &amp; healthy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INTERESTED TO EXPLORE: </a:t>
                      </a:r>
                      <a:br>
                        <a:rPr lang="en-US" sz="1000" b="0">
                          <a:solidFill>
                            <a:schemeClr val="tx1"/>
                          </a:solidFill>
                        </a:rPr>
                      </a:br>
                      <a:r>
                        <a:rPr lang="en-US" sz="1000" b="0">
                          <a:solidFill>
                            <a:schemeClr val="tx1"/>
                          </a:solidFill>
                        </a:rPr>
                        <a:t>Spa &amp; beauty, wellness, sports &amp; adventure, arts &amp; culture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mn-lt"/>
                          <a:ea typeface="+mn-ea"/>
                          <a:cs typeface="+mn-cs"/>
                        </a:rPr>
                        <a:t>MEMORABLE: “I’m traveling with my daughter who is allergic to nuts. Please take care.”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mn-lt"/>
                          <a:ea typeface="+mn-ea"/>
                          <a:cs typeface="+mn-cs"/>
                        </a:rPr>
                        <a:t>CONTACT: Whatsapp me on XX</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mn-lt"/>
                          <a:ea typeface="+mn-ea"/>
                          <a:cs typeface="+mn-cs"/>
                        </a:rPr>
                        <a:t>ARRIVAL: 8pm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mn-lt"/>
                          <a:ea typeface="+mn-ea"/>
                          <a:cs typeface="+mn-cs"/>
                        </a:rPr>
                        <a:t>TRANSFER: yes </a:t>
                      </a:r>
                      <a:endParaRPr lang="en-US" sz="1000" b="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chemeClr val="tx1"/>
                          </a:solidFill>
                        </a:rPr>
                        <a:t>STAY PREFERENCES</a:t>
                      </a:r>
                    </a:p>
                    <a:p>
                      <a:r>
                        <a:rPr lang="en-US" sz="1000" b="0">
                          <a:solidFill>
                            <a:schemeClr val="tx1"/>
                          </a:solidFill>
                        </a:rPr>
                        <a:t>PURPOSE: Business </a:t>
                      </a:r>
                    </a:p>
                    <a:p>
                      <a:r>
                        <a:rPr lang="en-US" sz="1000" b="0">
                          <a:solidFill>
                            <a:schemeClr val="tx1"/>
                          </a:solidFill>
                        </a:rPr>
                        <a:t>TRAVELING WITH: Others</a:t>
                      </a:r>
                    </a:p>
                    <a:p>
                      <a:r>
                        <a:rPr lang="en-US" sz="1000" b="0">
                          <a:solidFill>
                            <a:schemeClr val="tx1"/>
                          </a:solidFill>
                        </a:rPr>
                        <a:t>DIETARY: Savory,  Vegan, Healthy &amp; light </a:t>
                      </a:r>
                    </a:p>
                    <a:p>
                      <a:r>
                        <a:rPr lang="en-US" sz="1000" b="0">
                          <a:solidFill>
                            <a:schemeClr val="tx1"/>
                          </a:solidFill>
                        </a:rPr>
                        <a:t>INTERESTED TO EXPLORE:  </a:t>
                      </a:r>
                      <a:r>
                        <a:rPr lang="en-US" sz="1000">
                          <a:solidFill>
                            <a:schemeClr val="tx1"/>
                          </a:solidFill>
                        </a:rPr>
                        <a:t>Fitness &amp; Wellness, Spa &amp; Beauty </a:t>
                      </a:r>
                      <a:r>
                        <a:rPr lang="en-US" sz="1000" kern="1200">
                          <a:solidFill>
                            <a:schemeClr val="tx1"/>
                          </a:solidFill>
                          <a:latin typeface="+mn-lt"/>
                          <a:ea typeface="+mn-ea"/>
                          <a:cs typeface="+mn-cs"/>
                        </a:rPr>
                        <a:t>MEMORABLE: “Princess is in intown to close a deal and kick off a project. She would appreciate a computer monitor in her room.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mn-lt"/>
                          <a:ea typeface="+mn-ea"/>
                          <a:cs typeface="+mn-cs"/>
                        </a:rPr>
                        <a:t>ARRIVAL: 11 am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mn-lt"/>
                          <a:ea typeface="+mn-ea"/>
                          <a:cs typeface="+mn-cs"/>
                        </a:rPr>
                        <a:t>TRANSFER: Yes </a:t>
                      </a:r>
                      <a:endParaRPr lang="en-US" sz="1000" b="0">
                        <a:solidFill>
                          <a:schemeClr val="tx1"/>
                        </a:solidFill>
                      </a:endParaRPr>
                    </a:p>
                    <a:p>
                      <a:pPr marL="0" algn="l" defTabSz="914400" rtl="0" eaLnBrk="1" latinLnBrk="0" hangingPunct="1"/>
                      <a:endParaRPr lang="en-US" sz="1000" b="1" kern="1200">
                        <a:solidFill>
                          <a:schemeClr val="tx1"/>
                        </a:solidFill>
                        <a:latin typeface="+mn-lt"/>
                        <a:ea typeface="+mn-ea"/>
                        <a:cs typeface="+mn-cs"/>
                      </a:endParaRPr>
                    </a:p>
                  </a:txBody>
                  <a:tcPr>
                    <a:noFill/>
                  </a:tcPr>
                </a:tc>
                <a:extLst>
                  <a:ext uri="{0D108BD9-81ED-4DB2-BD59-A6C34878D82A}">
                    <a16:rowId xmlns:a16="http://schemas.microsoft.com/office/drawing/2014/main" val="1926175553"/>
                  </a:ext>
                </a:extLst>
              </a:tr>
            </a:tbl>
          </a:graphicData>
        </a:graphic>
      </p:graphicFrame>
      <p:pic>
        <p:nvPicPr>
          <p:cNvPr id="3" name="Picture 2">
            <a:extLst>
              <a:ext uri="{FF2B5EF4-FFF2-40B4-BE49-F238E27FC236}">
                <a16:creationId xmlns:a16="http://schemas.microsoft.com/office/drawing/2014/main" id="{3C467DBE-F973-77BE-2D94-7EF0A881B9B6}"/>
              </a:ext>
            </a:extLst>
          </p:cNvPr>
          <p:cNvPicPr>
            <a:picLocks noChangeAspect="1"/>
          </p:cNvPicPr>
          <p:nvPr/>
        </p:nvPicPr>
        <p:blipFill>
          <a:blip r:embed="rId2"/>
          <a:stretch>
            <a:fillRect/>
          </a:stretch>
        </p:blipFill>
        <p:spPr>
          <a:xfrm>
            <a:off x="11389514" y="28369"/>
            <a:ext cx="731704" cy="411148"/>
          </a:xfrm>
          <a:prstGeom prst="rect">
            <a:avLst/>
          </a:prstGeom>
        </p:spPr>
      </p:pic>
      <p:sp>
        <p:nvSpPr>
          <p:cNvPr id="5" name="Rectangle 4">
            <a:extLst>
              <a:ext uri="{FF2B5EF4-FFF2-40B4-BE49-F238E27FC236}">
                <a16:creationId xmlns:a16="http://schemas.microsoft.com/office/drawing/2014/main" id="{517F88F6-62FE-CC48-64C1-38F7D6DB615E}"/>
              </a:ext>
            </a:extLst>
          </p:cNvPr>
          <p:cNvSpPr/>
          <p:nvPr/>
        </p:nvSpPr>
        <p:spPr>
          <a:xfrm>
            <a:off x="160865" y="145668"/>
            <a:ext cx="3504215" cy="521667"/>
          </a:xfrm>
          <a:prstGeom prst="rect">
            <a:avLst/>
          </a:prstGeom>
          <a:solidFill>
            <a:schemeClr val="bg1"/>
          </a:solidFill>
          <a:ln>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a:ln>
                  <a:noFill/>
                </a:ln>
                <a:solidFill>
                  <a:srgbClr val="C00000"/>
                </a:solidFill>
                <a:effectLst/>
                <a:uLnTx/>
                <a:uFillTx/>
                <a:latin typeface="Garamond" panose="02020404030301010803"/>
                <a:ea typeface="+mn-ea"/>
                <a:cs typeface="+mn-cs"/>
              </a:rPr>
              <a:t>Note: </a:t>
            </a:r>
            <a:r>
              <a:rPr kumimoji="0" lang="en-US" sz="1400" b="1" i="0" u="none" strike="noStrike" kern="1200" cap="none" spc="0" normalizeH="0" baseline="0" noProof="0">
                <a:ln>
                  <a:noFill/>
                </a:ln>
                <a:solidFill>
                  <a:srgbClr val="C00000"/>
                </a:solidFill>
                <a:effectLst/>
                <a:uLnTx/>
                <a:uFillTx/>
                <a:latin typeface="Garamond" panose="02020404030301010803"/>
                <a:ea typeface="+mn-ea"/>
                <a:cs typeface="+mn-cs"/>
              </a:rPr>
              <a:t>These are dummy profiles created </a:t>
            </a:r>
            <a:br>
              <a:rPr kumimoji="0" lang="en-US" sz="1400" b="1" i="0" u="none" strike="noStrike" kern="1200" cap="none" spc="0" normalizeH="0" baseline="0" noProof="0">
                <a:ln>
                  <a:noFill/>
                </a:ln>
                <a:solidFill>
                  <a:srgbClr val="C00000"/>
                </a:solidFill>
                <a:effectLst/>
                <a:uLnTx/>
                <a:uFillTx/>
                <a:latin typeface="Garamond" panose="02020404030301010803"/>
                <a:ea typeface="+mn-ea"/>
                <a:cs typeface="+mn-cs"/>
              </a:rPr>
            </a:br>
            <a:r>
              <a:rPr kumimoji="0" lang="en-US" sz="1400" b="1" i="0" u="none" strike="noStrike" kern="1200" cap="none" spc="0" normalizeH="0" baseline="0" noProof="0">
                <a:ln>
                  <a:noFill/>
                </a:ln>
                <a:solidFill>
                  <a:srgbClr val="C00000"/>
                </a:solidFill>
                <a:effectLst/>
                <a:uLnTx/>
                <a:uFillTx/>
                <a:latin typeface="Garamond" panose="02020404030301010803"/>
                <a:ea typeface="+mn-ea"/>
                <a:cs typeface="+mn-cs"/>
              </a:rPr>
              <a:t>for demonstration purposes only</a:t>
            </a:r>
          </a:p>
        </p:txBody>
      </p:sp>
    </p:spTree>
    <p:extLst>
      <p:ext uri="{BB962C8B-B14F-4D97-AF65-F5344CB8AC3E}">
        <p14:creationId xmlns:p14="http://schemas.microsoft.com/office/powerpoint/2010/main" val="23121269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8D12E-F948-D5EC-E0AA-CAE22E4F5B28}"/>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4738BA9D-5A7F-445D-8F5D-3132FEA53D64}"/>
              </a:ext>
            </a:extLst>
          </p:cNvPr>
          <p:cNvPicPr>
            <a:picLocks noChangeAspect="1"/>
          </p:cNvPicPr>
          <p:nvPr/>
        </p:nvPicPr>
        <p:blipFill>
          <a:blip r:embed="rId4"/>
          <a:stretch>
            <a:fillRect/>
          </a:stretch>
        </p:blipFill>
        <p:spPr>
          <a:xfrm>
            <a:off x="11389514" y="28369"/>
            <a:ext cx="731704" cy="411148"/>
          </a:xfrm>
          <a:prstGeom prst="rect">
            <a:avLst/>
          </a:prstGeom>
        </p:spPr>
      </p:pic>
      <p:sp>
        <p:nvSpPr>
          <p:cNvPr id="21" name="Date Placeholder 3">
            <a:extLst>
              <a:ext uri="{FF2B5EF4-FFF2-40B4-BE49-F238E27FC236}">
                <a16:creationId xmlns:a16="http://schemas.microsoft.com/office/drawing/2014/main" id="{F0DDE3D4-DAAC-D0FE-97B5-98A93D7343CD}"/>
              </a:ext>
            </a:extLst>
          </p:cNvPr>
          <p:cNvSpPr>
            <a:spLocks noGrp="1"/>
          </p:cNvSpPr>
          <p:nvPr>
            <p:ph type="dt" sz="half" idx="15"/>
          </p:nvPr>
        </p:nvSpPr>
        <p:spPr>
          <a:xfrm>
            <a:off x="9026009" y="6546164"/>
            <a:ext cx="2914650" cy="13130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3" name="Footer Placeholder 4">
            <a:extLst>
              <a:ext uri="{FF2B5EF4-FFF2-40B4-BE49-F238E27FC236}">
                <a16:creationId xmlns:a16="http://schemas.microsoft.com/office/drawing/2014/main" id="{1B757725-6FAC-5633-88BD-030A6C2C5930}"/>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sp>
        <p:nvSpPr>
          <p:cNvPr id="33" name="Rectangle 32">
            <a:extLst>
              <a:ext uri="{FF2B5EF4-FFF2-40B4-BE49-F238E27FC236}">
                <a16:creationId xmlns:a16="http://schemas.microsoft.com/office/drawing/2014/main" id="{DE1468D5-0236-75F9-05F1-E723FFD52B50}"/>
              </a:ext>
            </a:extLst>
          </p:cNvPr>
          <p:cNvSpPr/>
          <p:nvPr/>
        </p:nvSpPr>
        <p:spPr>
          <a:xfrm>
            <a:off x="623075" y="3241509"/>
            <a:ext cx="2560538" cy="353366"/>
          </a:xfrm>
          <a:prstGeom prst="rect">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PROACTIVE OUTREACH </a:t>
            </a:r>
          </a:p>
        </p:txBody>
      </p:sp>
      <p:sp>
        <p:nvSpPr>
          <p:cNvPr id="34" name="Rectangle 33">
            <a:extLst>
              <a:ext uri="{FF2B5EF4-FFF2-40B4-BE49-F238E27FC236}">
                <a16:creationId xmlns:a16="http://schemas.microsoft.com/office/drawing/2014/main" id="{D8B76D52-EDC3-F870-FEC0-76D2A11B6E23}"/>
              </a:ext>
            </a:extLst>
          </p:cNvPr>
          <p:cNvSpPr/>
          <p:nvPr/>
        </p:nvSpPr>
        <p:spPr>
          <a:xfrm>
            <a:off x="3472397" y="3241509"/>
            <a:ext cx="2560538" cy="353366"/>
          </a:xfrm>
          <a:prstGeom prst="rect">
            <a:avLst/>
          </a:prstGeom>
          <a:solidFill>
            <a:srgbClr val="C4B7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ROOM ALLOCATION </a:t>
            </a:r>
            <a:br>
              <a:rPr kumimoji="0" lang="en-GB" sz="11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br>
            <a:r>
              <a:rPr kumimoji="0" lang="en-GB" sz="11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&amp; SET UP</a:t>
            </a:r>
          </a:p>
        </p:txBody>
      </p:sp>
      <p:sp>
        <p:nvSpPr>
          <p:cNvPr id="35" name="Rectangle 34">
            <a:extLst>
              <a:ext uri="{FF2B5EF4-FFF2-40B4-BE49-F238E27FC236}">
                <a16:creationId xmlns:a16="http://schemas.microsoft.com/office/drawing/2014/main" id="{C5D6593E-4D62-DA7F-C682-EC724E75D227}"/>
              </a:ext>
            </a:extLst>
          </p:cNvPr>
          <p:cNvSpPr/>
          <p:nvPr/>
        </p:nvSpPr>
        <p:spPr>
          <a:xfrm>
            <a:off x="6321719" y="3241509"/>
            <a:ext cx="2560538" cy="353366"/>
          </a:xfrm>
          <a:prstGeom prst="rect">
            <a:avLst/>
          </a:prstGeom>
          <a:solidFill>
            <a:srgbClr val="949A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SURPRISE </a:t>
            </a:r>
            <a:br>
              <a:rPr kumimoji="0" lang="en-GB" sz="11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br>
            <a:r>
              <a:rPr kumimoji="0" lang="en-GB" sz="11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&amp; DELIGHT </a:t>
            </a:r>
          </a:p>
        </p:txBody>
      </p:sp>
      <p:sp>
        <p:nvSpPr>
          <p:cNvPr id="36" name="Rectangle 35">
            <a:extLst>
              <a:ext uri="{FF2B5EF4-FFF2-40B4-BE49-F238E27FC236}">
                <a16:creationId xmlns:a16="http://schemas.microsoft.com/office/drawing/2014/main" id="{7F68B070-B144-A616-BB93-FB555E7BFFB2}"/>
              </a:ext>
            </a:extLst>
          </p:cNvPr>
          <p:cNvSpPr/>
          <p:nvPr/>
        </p:nvSpPr>
        <p:spPr>
          <a:xfrm>
            <a:off x="9171042" y="3241509"/>
            <a:ext cx="2560538" cy="353366"/>
          </a:xfrm>
          <a:prstGeom prst="rect">
            <a:avLst/>
          </a:prstGeom>
          <a:solidFill>
            <a:srgbClr val="949A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SERVICE TEMPO</a:t>
            </a:r>
          </a:p>
        </p:txBody>
      </p:sp>
      <p:sp>
        <p:nvSpPr>
          <p:cNvPr id="37" name="Rectangle 36">
            <a:extLst>
              <a:ext uri="{FF2B5EF4-FFF2-40B4-BE49-F238E27FC236}">
                <a16:creationId xmlns:a16="http://schemas.microsoft.com/office/drawing/2014/main" id="{4B11433F-684F-A05B-3D45-947F10A5284A}"/>
              </a:ext>
            </a:extLst>
          </p:cNvPr>
          <p:cNvSpPr/>
          <p:nvPr/>
        </p:nvSpPr>
        <p:spPr>
          <a:xfrm>
            <a:off x="623075" y="3699307"/>
            <a:ext cx="2560538" cy="270517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lumMod val="25000"/>
                  </a:srgbClr>
                </a:solidFill>
                <a:effectLst/>
                <a:uLnTx/>
                <a:uFillTx/>
                <a:latin typeface="Garamond"/>
                <a:ea typeface="+mn-ea"/>
                <a:cs typeface="+mn-cs"/>
              </a:rPr>
              <a:t>How we engage pre-stay to ensure our guests have what they need to get the most out of their stay.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lumMod val="25000"/>
                  </a:srgbClr>
                </a:solidFill>
                <a:effectLst/>
                <a:uLnTx/>
                <a:uFillTx/>
                <a:latin typeface="Garamond"/>
                <a:ea typeface="+mn-ea"/>
                <a:cs typeface="+mn-cs"/>
              </a:rPr>
              <a:t> </a:t>
            </a:r>
            <a:endParaRPr kumimoji="0" lang="en-GB" sz="800" b="0" i="1" u="none" strike="noStrike" kern="1200" cap="none" spc="0" normalizeH="0" baseline="0" noProof="0">
              <a:ln>
                <a:noFill/>
              </a:ln>
              <a:solidFill>
                <a:srgbClr val="FFFFFF">
                  <a:lumMod val="25000"/>
                </a:srgbClr>
              </a:solidFill>
              <a:effectLst/>
              <a:uLnTx/>
              <a:uFillTx/>
              <a:latin typeface="Garamond"/>
              <a:ea typeface="+mn-ea"/>
              <a:cs typeface="+mn-cs"/>
            </a:endParaRPr>
          </a:p>
        </p:txBody>
      </p:sp>
      <p:sp>
        <p:nvSpPr>
          <p:cNvPr id="38" name="Rectangle 37">
            <a:extLst>
              <a:ext uri="{FF2B5EF4-FFF2-40B4-BE49-F238E27FC236}">
                <a16:creationId xmlns:a16="http://schemas.microsoft.com/office/drawing/2014/main" id="{C50549C9-56C2-1B6B-2C6F-B7829334AAB1}"/>
              </a:ext>
            </a:extLst>
          </p:cNvPr>
          <p:cNvSpPr/>
          <p:nvPr/>
        </p:nvSpPr>
        <p:spPr>
          <a:xfrm>
            <a:off x="3472397" y="3699307"/>
            <a:ext cx="2560538" cy="270517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lumMod val="25000"/>
                  </a:srgbClr>
                </a:solidFill>
                <a:effectLst/>
                <a:uLnTx/>
                <a:uFillTx/>
                <a:latin typeface="Garamond"/>
                <a:ea typeface="+mn-ea"/>
                <a:cs typeface="+mn-cs"/>
              </a:rPr>
              <a:t>How we assign the room, prepare the space and amenities to ensure guests feel understood and at home.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FFFFFF">
                  <a:lumMod val="25000"/>
                </a:srgbClr>
              </a:solidFill>
              <a:effectLst/>
              <a:uLnTx/>
              <a:uFillTx/>
              <a:latin typeface="Garamond"/>
              <a:ea typeface="+mn-ea"/>
              <a:cs typeface="+mn-cs"/>
            </a:endParaRPr>
          </a:p>
        </p:txBody>
      </p:sp>
      <p:sp>
        <p:nvSpPr>
          <p:cNvPr id="39" name="Rectangle 38">
            <a:extLst>
              <a:ext uri="{FF2B5EF4-FFF2-40B4-BE49-F238E27FC236}">
                <a16:creationId xmlns:a16="http://schemas.microsoft.com/office/drawing/2014/main" id="{7F22911E-B7E3-AC8E-0CDE-F80B643E6A3D}"/>
              </a:ext>
            </a:extLst>
          </p:cNvPr>
          <p:cNvSpPr/>
          <p:nvPr/>
        </p:nvSpPr>
        <p:spPr>
          <a:xfrm>
            <a:off x="6321719" y="3699307"/>
            <a:ext cx="2560538" cy="270517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lumMod val="25000"/>
                  </a:srgbClr>
                </a:solidFill>
                <a:effectLst/>
                <a:uLnTx/>
                <a:uFillTx/>
                <a:latin typeface="Garamond"/>
                <a:ea typeface="+mn-ea"/>
                <a:cs typeface="+mn-cs"/>
              </a:rPr>
              <a:t>The soft touches that demonstrate a deep sense of connection and care for them and travel companions.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FFFFFF">
                  <a:lumMod val="25000"/>
                </a:srgbClr>
              </a:solidFill>
              <a:effectLst/>
              <a:uLnTx/>
              <a:uFillTx/>
              <a:latin typeface="Garamond"/>
              <a:ea typeface="+mn-ea"/>
              <a:cs typeface="+mn-cs"/>
            </a:endParaRPr>
          </a:p>
        </p:txBody>
      </p:sp>
      <p:sp>
        <p:nvSpPr>
          <p:cNvPr id="40" name="Rectangle 39">
            <a:extLst>
              <a:ext uri="{FF2B5EF4-FFF2-40B4-BE49-F238E27FC236}">
                <a16:creationId xmlns:a16="http://schemas.microsoft.com/office/drawing/2014/main" id="{0E5E0CC2-EC7C-EF69-0B67-A13CBDA5E23E}"/>
              </a:ext>
            </a:extLst>
          </p:cNvPr>
          <p:cNvSpPr/>
          <p:nvPr/>
        </p:nvSpPr>
        <p:spPr>
          <a:xfrm>
            <a:off x="9171042" y="3699307"/>
            <a:ext cx="2560538" cy="270517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FFFFFF">
                    <a:lumMod val="25000"/>
                  </a:srgbClr>
                </a:solidFill>
                <a:effectLst/>
                <a:uLnTx/>
                <a:uFillTx/>
                <a:latin typeface="Garamond"/>
                <a:ea typeface="+mn-ea"/>
                <a:cs typeface="+mn-cs"/>
              </a:rPr>
              <a:t>The pace, timing and attentiveness that makes a guest feel important and that needs are effortlessly met.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rgbClr val="FFFFFF">
                  <a:lumMod val="25000"/>
                </a:srgbClr>
              </a:solidFill>
              <a:effectLst/>
              <a:uLnTx/>
              <a:uFillTx/>
              <a:latin typeface="Garam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lumMod val="25000"/>
                  </a:srgbClr>
                </a:solidFill>
                <a:effectLst/>
                <a:uLnTx/>
                <a:uFillTx/>
                <a:latin typeface="Garamond"/>
                <a:ea typeface="+mn-ea"/>
                <a:cs typeface="+mn-cs"/>
              </a:rPr>
              <a:t> </a:t>
            </a:r>
          </a:p>
        </p:txBody>
      </p:sp>
      <p:sp>
        <p:nvSpPr>
          <p:cNvPr id="5" name="Text Placeholder 1">
            <a:extLst>
              <a:ext uri="{FF2B5EF4-FFF2-40B4-BE49-F238E27FC236}">
                <a16:creationId xmlns:a16="http://schemas.microsoft.com/office/drawing/2014/main" id="{6D71A70A-447D-B74F-F774-D66AF22C1FE4}"/>
              </a:ext>
            </a:extLst>
          </p:cNvPr>
          <p:cNvSpPr txBox="1">
            <a:spLocks/>
          </p:cNvSpPr>
          <p:nvPr/>
        </p:nvSpPr>
        <p:spPr>
          <a:xfrm>
            <a:off x="2008055" y="672047"/>
            <a:ext cx="8181891" cy="300324"/>
          </a:xfrm>
          <a:prstGeom prst="rect">
            <a:avLst/>
          </a:prstGeom>
        </p:spPr>
        <p:txBody>
          <a:bodyPr vert="horz" lIns="91440" tIns="45720" rIns="91440" bIns="45720" rtlCol="0" anchor="t">
            <a:noAutofit/>
          </a:bodyPr>
          <a:lstStyle>
            <a:lvl1pPr indent="0" algn="ctr">
              <a:lnSpc>
                <a:spcPts val="2200"/>
              </a:lnSpc>
              <a:spcBef>
                <a:spcPts val="0"/>
              </a:spcBef>
              <a:buFont typeface="Arial" panose="020B0604020202020204" pitchFamily="34" charset="0"/>
              <a:buNone/>
              <a:defRPr sz="1700" cap="all" spc="300" baseline="0"/>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ts val="2200"/>
              </a:lnSpc>
              <a:spcBef>
                <a:spcPts val="0"/>
              </a:spcBef>
              <a:spcAft>
                <a:spcPts val="0"/>
              </a:spcAft>
              <a:buClrTx/>
              <a:buSzTx/>
              <a:buFont typeface="Arial" panose="020B0604020202020204" pitchFamily="34" charset="0"/>
              <a:buNone/>
              <a:tabLst/>
              <a:defRPr/>
            </a:pPr>
            <a:r>
              <a:rPr kumimoji="0" lang="en-US" sz="1700" b="0" i="0" u="none" strike="noStrike" kern="1200" cap="all" spc="300" normalizeH="0" baseline="0" noProof="0">
                <a:ln>
                  <a:noFill/>
                </a:ln>
                <a:solidFill>
                  <a:srgbClr val="000000"/>
                </a:solidFill>
                <a:effectLst/>
                <a:uLnTx/>
                <a:uFillTx/>
                <a:latin typeface="Garamond"/>
                <a:ea typeface="+mn-ea"/>
                <a:cs typeface="+mn-cs"/>
              </a:rPr>
              <a:t>PROFILE &amp; PREFERENCES WORKSHEET</a:t>
            </a:r>
          </a:p>
        </p:txBody>
      </p:sp>
      <p:sp>
        <p:nvSpPr>
          <p:cNvPr id="2" name="Chevron 7">
            <a:extLst>
              <a:ext uri="{FF2B5EF4-FFF2-40B4-BE49-F238E27FC236}">
                <a16:creationId xmlns:a16="http://schemas.microsoft.com/office/drawing/2014/main" id="{F2610DA2-395E-632E-9BF6-F4690F24E648}"/>
              </a:ext>
            </a:extLst>
          </p:cNvPr>
          <p:cNvSpPr/>
          <p:nvPr/>
        </p:nvSpPr>
        <p:spPr>
          <a:xfrm>
            <a:off x="719451" y="1452502"/>
            <a:ext cx="2030988" cy="513138"/>
          </a:xfrm>
          <a:prstGeom prst="chevron">
            <a:avLst/>
          </a:prstGeom>
          <a:solidFill>
            <a:srgbClr val="E971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4" name="TextBox 3">
            <a:extLst>
              <a:ext uri="{FF2B5EF4-FFF2-40B4-BE49-F238E27FC236}">
                <a16:creationId xmlns:a16="http://schemas.microsoft.com/office/drawing/2014/main" id="{0D857943-E452-D2EB-5DAE-8E6313F2C7C8}"/>
              </a:ext>
            </a:extLst>
          </p:cNvPr>
          <p:cNvSpPr txBox="1"/>
          <p:nvPr/>
        </p:nvSpPr>
        <p:spPr>
          <a:xfrm>
            <a:off x="784619" y="1504651"/>
            <a:ext cx="161745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AWARENESS </a:t>
            </a:r>
            <a:b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b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&amp; CONVERSION</a:t>
            </a:r>
          </a:p>
        </p:txBody>
      </p:sp>
      <p:sp>
        <p:nvSpPr>
          <p:cNvPr id="6" name="Chevron 65">
            <a:extLst>
              <a:ext uri="{FF2B5EF4-FFF2-40B4-BE49-F238E27FC236}">
                <a16:creationId xmlns:a16="http://schemas.microsoft.com/office/drawing/2014/main" id="{BA219DCE-E3AB-9641-FEA6-851F0FDDE390}"/>
              </a:ext>
            </a:extLst>
          </p:cNvPr>
          <p:cNvSpPr/>
          <p:nvPr/>
        </p:nvSpPr>
        <p:spPr>
          <a:xfrm>
            <a:off x="2520928" y="1456648"/>
            <a:ext cx="1413935" cy="513138"/>
          </a:xfrm>
          <a:prstGeom prst="chevron">
            <a:avLst/>
          </a:prstGeom>
          <a:solidFill>
            <a:srgbClr val="6183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7" name="TextBox 6">
            <a:extLst>
              <a:ext uri="{FF2B5EF4-FFF2-40B4-BE49-F238E27FC236}">
                <a16:creationId xmlns:a16="http://schemas.microsoft.com/office/drawing/2014/main" id="{50562E06-5484-1DD3-E2B5-2140B324F681}"/>
              </a:ext>
            </a:extLst>
          </p:cNvPr>
          <p:cNvSpPr txBox="1"/>
          <p:nvPr/>
        </p:nvSpPr>
        <p:spPr>
          <a:xfrm>
            <a:off x="2656077" y="1482384"/>
            <a:ext cx="11914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PRE-ARRIVAL PLANNING</a:t>
            </a:r>
          </a:p>
        </p:txBody>
      </p:sp>
      <p:sp>
        <p:nvSpPr>
          <p:cNvPr id="8" name="Chevron 67">
            <a:extLst>
              <a:ext uri="{FF2B5EF4-FFF2-40B4-BE49-F238E27FC236}">
                <a16:creationId xmlns:a16="http://schemas.microsoft.com/office/drawing/2014/main" id="{CE25AAEE-AC07-8AF5-EFF3-2B413B078916}"/>
              </a:ext>
            </a:extLst>
          </p:cNvPr>
          <p:cNvSpPr/>
          <p:nvPr/>
        </p:nvSpPr>
        <p:spPr>
          <a:xfrm>
            <a:off x="3720058" y="1452502"/>
            <a:ext cx="1913283" cy="513138"/>
          </a:xfrm>
          <a:prstGeom prst="chevron">
            <a:avLst/>
          </a:prstGeom>
          <a:solidFill>
            <a:srgbClr val="C4B7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9" name="TextBox 8">
            <a:extLst>
              <a:ext uri="{FF2B5EF4-FFF2-40B4-BE49-F238E27FC236}">
                <a16:creationId xmlns:a16="http://schemas.microsoft.com/office/drawing/2014/main" id="{0D2F8D9A-7073-D1A6-0F7A-FCEF5CB50788}"/>
              </a:ext>
            </a:extLst>
          </p:cNvPr>
          <p:cNvSpPr txBox="1"/>
          <p:nvPr/>
        </p:nvSpPr>
        <p:spPr>
          <a:xfrm>
            <a:off x="3826475" y="1576265"/>
            <a:ext cx="1617452"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WELCOME</a:t>
            </a:r>
          </a:p>
        </p:txBody>
      </p:sp>
      <p:sp>
        <p:nvSpPr>
          <p:cNvPr id="10" name="Chevron 69">
            <a:extLst>
              <a:ext uri="{FF2B5EF4-FFF2-40B4-BE49-F238E27FC236}">
                <a16:creationId xmlns:a16="http://schemas.microsoft.com/office/drawing/2014/main" id="{551AB4C7-777A-77AE-8E5D-C665A0C72CD9}"/>
              </a:ext>
            </a:extLst>
          </p:cNvPr>
          <p:cNvSpPr/>
          <p:nvPr/>
        </p:nvSpPr>
        <p:spPr>
          <a:xfrm>
            <a:off x="5411260" y="1452502"/>
            <a:ext cx="4099694" cy="513138"/>
          </a:xfrm>
          <a:prstGeom prst="chevron">
            <a:avLst/>
          </a:prstGeom>
          <a:solidFill>
            <a:srgbClr val="949A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1" name="TextBox 10">
            <a:extLst>
              <a:ext uri="{FF2B5EF4-FFF2-40B4-BE49-F238E27FC236}">
                <a16:creationId xmlns:a16="http://schemas.microsoft.com/office/drawing/2014/main" id="{A8F628C6-0877-370D-14FA-F4F2E1EA8193}"/>
              </a:ext>
            </a:extLst>
          </p:cNvPr>
          <p:cNvSpPr txBox="1"/>
          <p:nvPr/>
        </p:nvSpPr>
        <p:spPr>
          <a:xfrm>
            <a:off x="6602960" y="1468695"/>
            <a:ext cx="1617452"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IN-STAY / VISIT</a:t>
            </a:r>
          </a:p>
        </p:txBody>
      </p:sp>
      <p:sp>
        <p:nvSpPr>
          <p:cNvPr id="12" name="TextBox 11">
            <a:extLst>
              <a:ext uri="{FF2B5EF4-FFF2-40B4-BE49-F238E27FC236}">
                <a16:creationId xmlns:a16="http://schemas.microsoft.com/office/drawing/2014/main" id="{6EE7F1FA-01E9-CE1F-7583-B3383B348DDC}"/>
              </a:ext>
            </a:extLst>
          </p:cNvPr>
          <p:cNvSpPr txBox="1"/>
          <p:nvPr/>
        </p:nvSpPr>
        <p:spPr>
          <a:xfrm>
            <a:off x="5487916" y="1720300"/>
            <a:ext cx="1199920"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In-room experience</a:t>
            </a:r>
          </a:p>
        </p:txBody>
      </p:sp>
      <p:sp>
        <p:nvSpPr>
          <p:cNvPr id="13" name="TextBox 12">
            <a:extLst>
              <a:ext uri="{FF2B5EF4-FFF2-40B4-BE49-F238E27FC236}">
                <a16:creationId xmlns:a16="http://schemas.microsoft.com/office/drawing/2014/main" id="{AC5942E4-4F5A-39EE-61FC-32CF84660C4E}"/>
              </a:ext>
            </a:extLst>
          </p:cNvPr>
          <p:cNvSpPr txBox="1"/>
          <p:nvPr/>
        </p:nvSpPr>
        <p:spPr>
          <a:xfrm>
            <a:off x="6311261" y="1720300"/>
            <a:ext cx="1371265"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Dining / Bar </a:t>
            </a:r>
          </a:p>
        </p:txBody>
      </p:sp>
      <p:sp>
        <p:nvSpPr>
          <p:cNvPr id="14" name="TextBox 13">
            <a:extLst>
              <a:ext uri="{FF2B5EF4-FFF2-40B4-BE49-F238E27FC236}">
                <a16:creationId xmlns:a16="http://schemas.microsoft.com/office/drawing/2014/main" id="{857BEE12-6210-CAA1-9FEE-A5D5C48B6704}"/>
              </a:ext>
            </a:extLst>
          </p:cNvPr>
          <p:cNvSpPr txBox="1"/>
          <p:nvPr/>
        </p:nvSpPr>
        <p:spPr>
          <a:xfrm>
            <a:off x="7343960" y="1720300"/>
            <a:ext cx="1300814"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Spa / Gym Visit</a:t>
            </a:r>
          </a:p>
        </p:txBody>
      </p:sp>
      <p:sp>
        <p:nvSpPr>
          <p:cNvPr id="15" name="TextBox 14">
            <a:extLst>
              <a:ext uri="{FF2B5EF4-FFF2-40B4-BE49-F238E27FC236}">
                <a16:creationId xmlns:a16="http://schemas.microsoft.com/office/drawing/2014/main" id="{8127EF3E-9AB7-16D1-CD92-A9FB831D4959}"/>
              </a:ext>
            </a:extLst>
          </p:cNvPr>
          <p:cNvSpPr txBox="1"/>
          <p:nvPr/>
        </p:nvSpPr>
        <p:spPr>
          <a:xfrm>
            <a:off x="8427733" y="1720300"/>
            <a:ext cx="940855" cy="1846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white"/>
                </a:solidFill>
                <a:effectLst/>
                <a:uLnTx/>
                <a:uFillTx/>
                <a:latin typeface="Proxima Nova" panose="02000506030000020004" pitchFamily="2" charset="0"/>
                <a:ea typeface="+mn-ea"/>
                <a:cs typeface="+mn-cs"/>
              </a:rPr>
              <a:t>Leisure and Lifestyle</a:t>
            </a:r>
          </a:p>
        </p:txBody>
      </p:sp>
      <p:sp>
        <p:nvSpPr>
          <p:cNvPr id="16" name="Chevron 75">
            <a:extLst>
              <a:ext uri="{FF2B5EF4-FFF2-40B4-BE49-F238E27FC236}">
                <a16:creationId xmlns:a16="http://schemas.microsoft.com/office/drawing/2014/main" id="{D4B26FAB-332B-7A16-ED69-5F64E354514C}"/>
              </a:ext>
            </a:extLst>
          </p:cNvPr>
          <p:cNvSpPr/>
          <p:nvPr/>
        </p:nvSpPr>
        <p:spPr>
          <a:xfrm>
            <a:off x="9295067" y="1452197"/>
            <a:ext cx="1231934" cy="513138"/>
          </a:xfrm>
          <a:prstGeom prst="chevron">
            <a:avLst/>
          </a:prstGeom>
          <a:solidFill>
            <a:srgbClr val="886F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7" name="TextBox 16">
            <a:extLst>
              <a:ext uri="{FF2B5EF4-FFF2-40B4-BE49-F238E27FC236}">
                <a16:creationId xmlns:a16="http://schemas.microsoft.com/office/drawing/2014/main" id="{A657FFCD-B626-2951-78B8-A547165F3589}"/>
              </a:ext>
            </a:extLst>
          </p:cNvPr>
          <p:cNvSpPr txBox="1"/>
          <p:nvPr/>
        </p:nvSpPr>
        <p:spPr>
          <a:xfrm>
            <a:off x="9400755" y="1568033"/>
            <a:ext cx="1191468"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FAREWELL</a:t>
            </a:r>
          </a:p>
        </p:txBody>
      </p:sp>
      <p:sp>
        <p:nvSpPr>
          <p:cNvPr id="18" name="Chevron 77">
            <a:extLst>
              <a:ext uri="{FF2B5EF4-FFF2-40B4-BE49-F238E27FC236}">
                <a16:creationId xmlns:a16="http://schemas.microsoft.com/office/drawing/2014/main" id="{28A1B5F4-D152-C3F4-FA17-F63831F5BFFB}"/>
              </a:ext>
            </a:extLst>
          </p:cNvPr>
          <p:cNvSpPr/>
          <p:nvPr/>
        </p:nvSpPr>
        <p:spPr>
          <a:xfrm>
            <a:off x="10309127" y="1454043"/>
            <a:ext cx="1376738" cy="513138"/>
          </a:xfrm>
          <a:prstGeom prst="chevron">
            <a:avLst/>
          </a:prstGeom>
          <a:solidFill>
            <a:srgbClr val="8E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panose="020B0502020104020203" pitchFamily="34" charset="0"/>
              <a:ea typeface="+mn-ea"/>
              <a:cs typeface="+mn-cs"/>
            </a:endParaRPr>
          </a:p>
        </p:txBody>
      </p:sp>
      <p:sp>
        <p:nvSpPr>
          <p:cNvPr id="19" name="TextBox 18">
            <a:extLst>
              <a:ext uri="{FF2B5EF4-FFF2-40B4-BE49-F238E27FC236}">
                <a16:creationId xmlns:a16="http://schemas.microsoft.com/office/drawing/2014/main" id="{DAC7864A-77F3-749C-145A-4FFD27AF3F32}"/>
              </a:ext>
            </a:extLst>
          </p:cNvPr>
          <p:cNvSpPr txBox="1"/>
          <p:nvPr/>
        </p:nvSpPr>
        <p:spPr>
          <a:xfrm>
            <a:off x="10447098" y="1479779"/>
            <a:ext cx="11914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POST-STAY </a:t>
            </a:r>
            <a:b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br>
            <a:r>
              <a:rPr kumimoji="0" lang="en-US" sz="900" b="1" i="0" u="none" strike="noStrike" kern="1200" cap="none" spc="0" normalizeH="0" baseline="0" noProof="0">
                <a:ln>
                  <a:noFill/>
                </a:ln>
                <a:solidFill>
                  <a:prstClr val="white"/>
                </a:solidFill>
                <a:effectLst/>
                <a:uLnTx/>
                <a:uFillTx/>
                <a:latin typeface="Proxima Nova" panose="02000506030000020004" pitchFamily="2" charset="0"/>
                <a:ea typeface="+mn-ea"/>
                <a:cs typeface="+mn-cs"/>
              </a:rPr>
              <a:t>&amp; AT HOME</a:t>
            </a:r>
          </a:p>
        </p:txBody>
      </p:sp>
      <p:sp>
        <p:nvSpPr>
          <p:cNvPr id="22" name="TextBox 21">
            <a:extLst>
              <a:ext uri="{FF2B5EF4-FFF2-40B4-BE49-F238E27FC236}">
                <a16:creationId xmlns:a16="http://schemas.microsoft.com/office/drawing/2014/main" id="{36FB9D50-7239-1094-9FE4-894FFAE3D496}"/>
              </a:ext>
            </a:extLst>
          </p:cNvPr>
          <p:cNvSpPr txBox="1"/>
          <p:nvPr/>
        </p:nvSpPr>
        <p:spPr>
          <a:xfrm>
            <a:off x="652310" y="1116919"/>
            <a:ext cx="60998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Guest Experience </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25" name="TextBox 24">
            <a:extLst>
              <a:ext uri="{FF2B5EF4-FFF2-40B4-BE49-F238E27FC236}">
                <a16:creationId xmlns:a16="http://schemas.microsoft.com/office/drawing/2014/main" id="{2202188B-2029-6C65-35C3-09F0925FF0A6}"/>
              </a:ext>
            </a:extLst>
          </p:cNvPr>
          <p:cNvSpPr txBox="1"/>
          <p:nvPr/>
        </p:nvSpPr>
        <p:spPr>
          <a:xfrm>
            <a:off x="718829" y="2940320"/>
            <a:ext cx="60998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FFFFFF">
                    <a:lumMod val="25000"/>
                  </a:srgbClr>
                </a:solidFill>
                <a:effectLst/>
                <a:uLnTx/>
                <a:uFillTx/>
                <a:latin typeface="Garamond"/>
                <a:ea typeface="+mn-ea"/>
                <a:cs typeface="+mn-cs"/>
              </a:rPr>
              <a:t>Colleague Service Action</a:t>
            </a:r>
            <a:endParaRPr kumimoji="0" lang="en-US" sz="1200" b="0" i="1" u="none" strike="noStrike" kern="1200" cap="none" spc="0" normalizeH="0" baseline="0" noProof="0">
              <a:ln>
                <a:noFill/>
              </a:ln>
              <a:solidFill>
                <a:srgbClr val="000000"/>
              </a:solidFill>
              <a:effectLst/>
              <a:uLnTx/>
              <a:uFillTx/>
              <a:latin typeface="Garamond" panose="02020404030301010803"/>
              <a:ea typeface="+mn-ea"/>
              <a:cs typeface="+mn-cs"/>
            </a:endParaRPr>
          </a:p>
        </p:txBody>
      </p:sp>
      <p:cxnSp>
        <p:nvCxnSpPr>
          <p:cNvPr id="3" name="Straight Connector 2">
            <a:extLst>
              <a:ext uri="{FF2B5EF4-FFF2-40B4-BE49-F238E27FC236}">
                <a16:creationId xmlns:a16="http://schemas.microsoft.com/office/drawing/2014/main" id="{91FCABC1-C35B-A70C-67C8-63C2243308D6}"/>
              </a:ext>
            </a:extLst>
          </p:cNvPr>
          <p:cNvCxnSpPr>
            <a:cxnSpLocks/>
          </p:cNvCxnSpPr>
          <p:nvPr/>
        </p:nvCxnSpPr>
        <p:spPr>
          <a:xfrm>
            <a:off x="1903344" y="1276409"/>
            <a:ext cx="9595839" cy="67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5B123F7-07AC-07D5-7763-4A4E4779714E}"/>
              </a:ext>
            </a:extLst>
          </p:cNvPr>
          <p:cNvCxnSpPr>
            <a:cxnSpLocks/>
          </p:cNvCxnSpPr>
          <p:nvPr/>
        </p:nvCxnSpPr>
        <p:spPr>
          <a:xfrm flipV="1">
            <a:off x="2401449" y="3073193"/>
            <a:ext cx="9283794" cy="7793"/>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B8FAF24-FFB2-59CC-D868-88E2D6B343BC}"/>
              </a:ext>
            </a:extLst>
          </p:cNvPr>
          <p:cNvSpPr/>
          <p:nvPr/>
        </p:nvSpPr>
        <p:spPr>
          <a:xfrm>
            <a:off x="-1792421" y="-4182"/>
            <a:ext cx="1701933" cy="831064"/>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Andy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aramond" panose="02020404030301010803"/>
                <a:ea typeface="+mn-ea"/>
                <a:cs typeface="+mn-cs"/>
              </a:rPr>
              <a:t>Kate (ONLINE)</a:t>
            </a:r>
          </a:p>
        </p:txBody>
      </p:sp>
      <p:grpSp>
        <p:nvGrpSpPr>
          <p:cNvPr id="27" name="Group 26">
            <a:extLst>
              <a:ext uri="{FF2B5EF4-FFF2-40B4-BE49-F238E27FC236}">
                <a16:creationId xmlns:a16="http://schemas.microsoft.com/office/drawing/2014/main" id="{6A435361-24DB-F979-BC73-BB4EC1F24F87}"/>
              </a:ext>
            </a:extLst>
          </p:cNvPr>
          <p:cNvGrpSpPr/>
          <p:nvPr/>
        </p:nvGrpSpPr>
        <p:grpSpPr>
          <a:xfrm>
            <a:off x="70782" y="87077"/>
            <a:ext cx="1365885" cy="562831"/>
            <a:chOff x="70782" y="87077"/>
            <a:chExt cx="1365885" cy="562831"/>
          </a:xfrm>
        </p:grpSpPr>
        <p:grpSp>
          <p:nvGrpSpPr>
            <p:cNvPr id="28" name="Group 27">
              <a:extLst>
                <a:ext uri="{FF2B5EF4-FFF2-40B4-BE49-F238E27FC236}">
                  <a16:creationId xmlns:a16="http://schemas.microsoft.com/office/drawing/2014/main" id="{7F16F3A8-21FC-2961-7F82-ECF19A5267B9}"/>
                </a:ext>
              </a:extLst>
            </p:cNvPr>
            <p:cNvGrpSpPr/>
            <p:nvPr/>
          </p:nvGrpSpPr>
          <p:grpSpPr>
            <a:xfrm>
              <a:off x="139167" y="124387"/>
              <a:ext cx="1297500" cy="486747"/>
              <a:chOff x="10643159" y="239241"/>
              <a:chExt cx="1297500" cy="486747"/>
            </a:xfrm>
          </p:grpSpPr>
          <p:pic>
            <p:nvPicPr>
              <p:cNvPr id="30" name="Graphic 29" descr="Stopwatch with solid fill">
                <a:extLst>
                  <a:ext uri="{FF2B5EF4-FFF2-40B4-BE49-F238E27FC236}">
                    <a16:creationId xmlns:a16="http://schemas.microsoft.com/office/drawing/2014/main" id="{82CECB94-5A55-9247-D759-372848DDB0A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43159" y="239241"/>
                <a:ext cx="486747" cy="486747"/>
              </a:xfrm>
              <a:prstGeom prst="rect">
                <a:avLst/>
              </a:prstGeom>
            </p:spPr>
          </p:pic>
          <p:sp>
            <p:nvSpPr>
              <p:cNvPr id="31" name="TextBox 30">
                <a:extLst>
                  <a:ext uri="{FF2B5EF4-FFF2-40B4-BE49-F238E27FC236}">
                    <a16:creationId xmlns:a16="http://schemas.microsoft.com/office/drawing/2014/main" id="{95EFF680-D0EF-7376-D8CE-E98C002207FF}"/>
                  </a:ext>
                </a:extLst>
              </p:cNvPr>
              <p:cNvSpPr txBox="1"/>
              <p:nvPr/>
            </p:nvSpPr>
            <p:spPr>
              <a:xfrm>
                <a:off x="10965699" y="297948"/>
                <a:ext cx="9749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10 min</a:t>
                </a:r>
              </a:p>
            </p:txBody>
          </p:sp>
        </p:grpSp>
        <p:sp>
          <p:nvSpPr>
            <p:cNvPr id="29" name="Rectangle 28">
              <a:extLst>
                <a:ext uri="{FF2B5EF4-FFF2-40B4-BE49-F238E27FC236}">
                  <a16:creationId xmlns:a16="http://schemas.microsoft.com/office/drawing/2014/main" id="{BB10F60A-8B14-BBA5-5D6B-7F643EB5B2F5}"/>
                </a:ext>
              </a:extLst>
            </p:cNvPr>
            <p:cNvSpPr/>
            <p:nvPr/>
          </p:nvSpPr>
          <p:spPr>
            <a:xfrm>
              <a:off x="70782" y="87077"/>
              <a:ext cx="1365885" cy="562831"/>
            </a:xfrm>
            <a:prstGeom prst="rect">
              <a:avLst/>
            </a:prstGeom>
            <a:noFill/>
            <a:ln w="19050">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grpSp>
    </p:spTree>
    <p:extLst>
      <p:ext uri="{BB962C8B-B14F-4D97-AF65-F5344CB8AC3E}">
        <p14:creationId xmlns:p14="http://schemas.microsoft.com/office/powerpoint/2010/main" val="1585166874"/>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A1BC4A-5E79-0931-AE7E-6A7095C1BF4E}"/>
              </a:ext>
            </a:extLst>
          </p:cNvPr>
          <p:cNvSpPr>
            <a:spLocks noGrp="1"/>
          </p:cNvSpPr>
          <p:nvPr>
            <p:ph type="body" sz="quarter" idx="12"/>
          </p:nvPr>
        </p:nvSpPr>
        <p:spPr>
          <a:xfrm>
            <a:off x="2832875" y="893316"/>
            <a:ext cx="6526250" cy="251507"/>
          </a:xfrm>
        </p:spPr>
        <p:txBody>
          <a:bodyPr/>
          <a:lstStyle/>
          <a:p>
            <a:r>
              <a:rPr lang="en-US"/>
              <a:t>Write the PRE-ARRIVAL OUTREACH email </a:t>
            </a:r>
          </a:p>
        </p:txBody>
      </p:sp>
      <p:sp>
        <p:nvSpPr>
          <p:cNvPr id="3" name="Date Placeholder 2">
            <a:extLst>
              <a:ext uri="{FF2B5EF4-FFF2-40B4-BE49-F238E27FC236}">
                <a16:creationId xmlns:a16="http://schemas.microsoft.com/office/drawing/2014/main" id="{E8BB3D46-C72B-892E-B953-AB2A11C1205B}"/>
              </a:ext>
            </a:extLst>
          </p:cNvPr>
          <p:cNvSpPr>
            <a:spLocks noGrp="1"/>
          </p:cNvSpPr>
          <p:nvPr>
            <p:ph type="dt" sz="half"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 name="Footer Placeholder 3">
            <a:extLst>
              <a:ext uri="{FF2B5EF4-FFF2-40B4-BE49-F238E27FC236}">
                <a16:creationId xmlns:a16="http://schemas.microsoft.com/office/drawing/2014/main" id="{8311D39D-687B-7362-A9D3-9EF5B309E6C2}"/>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PRESENTATION TITLE [Insert Tab - Header &amp; Footer]</a:t>
            </a:r>
          </a:p>
        </p:txBody>
      </p:sp>
      <p:sp>
        <p:nvSpPr>
          <p:cNvPr id="18" name="Rectangle 17">
            <a:extLst>
              <a:ext uri="{FF2B5EF4-FFF2-40B4-BE49-F238E27FC236}">
                <a16:creationId xmlns:a16="http://schemas.microsoft.com/office/drawing/2014/main" id="{38418594-5A6F-3AD4-3FF7-6E6C6336D2BB}"/>
              </a:ext>
            </a:extLst>
          </p:cNvPr>
          <p:cNvSpPr/>
          <p:nvPr/>
        </p:nvSpPr>
        <p:spPr>
          <a:xfrm>
            <a:off x="927100" y="1524000"/>
            <a:ext cx="4394200" cy="4711700"/>
          </a:xfrm>
          <a:prstGeom prst="rect">
            <a:avLst/>
          </a:prstGeom>
          <a:noFill/>
          <a:ln>
            <a:solidFill>
              <a:srgbClr val="8D9A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19" name="Rectangle 18">
            <a:extLst>
              <a:ext uri="{FF2B5EF4-FFF2-40B4-BE49-F238E27FC236}">
                <a16:creationId xmlns:a16="http://schemas.microsoft.com/office/drawing/2014/main" id="{19F3738E-F083-0868-66AC-7DEBCB4C0F7A}"/>
              </a:ext>
            </a:extLst>
          </p:cNvPr>
          <p:cNvSpPr/>
          <p:nvPr/>
        </p:nvSpPr>
        <p:spPr>
          <a:xfrm>
            <a:off x="5562600" y="1524000"/>
            <a:ext cx="4394200" cy="4711700"/>
          </a:xfrm>
          <a:prstGeom prst="rect">
            <a:avLst/>
          </a:prstGeom>
          <a:noFill/>
          <a:ln>
            <a:solidFill>
              <a:srgbClr val="8D9A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cxnSp>
        <p:nvCxnSpPr>
          <p:cNvPr id="21" name="Straight Connector 20">
            <a:extLst>
              <a:ext uri="{FF2B5EF4-FFF2-40B4-BE49-F238E27FC236}">
                <a16:creationId xmlns:a16="http://schemas.microsoft.com/office/drawing/2014/main" id="{21F3C3E8-588A-1072-CBB0-CF7185D7B8AE}"/>
              </a:ext>
            </a:extLst>
          </p:cNvPr>
          <p:cNvCxnSpPr>
            <a:cxnSpLocks/>
          </p:cNvCxnSpPr>
          <p:nvPr/>
        </p:nvCxnSpPr>
        <p:spPr>
          <a:xfrm>
            <a:off x="1833006" y="2057400"/>
            <a:ext cx="22521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8DACB6-0DB5-5C4D-8E1D-50261907B2BF}"/>
              </a:ext>
            </a:extLst>
          </p:cNvPr>
          <p:cNvCxnSpPr/>
          <p:nvPr/>
        </p:nvCxnSpPr>
        <p:spPr>
          <a:xfrm>
            <a:off x="1041400" y="25146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7CB8A73-DC9A-9381-4EC0-E4328FE7771C}"/>
              </a:ext>
            </a:extLst>
          </p:cNvPr>
          <p:cNvCxnSpPr/>
          <p:nvPr/>
        </p:nvCxnSpPr>
        <p:spPr>
          <a:xfrm>
            <a:off x="1041400" y="29718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E4A54F-4C8F-85DC-3EC7-0486900BC399}"/>
              </a:ext>
            </a:extLst>
          </p:cNvPr>
          <p:cNvCxnSpPr/>
          <p:nvPr/>
        </p:nvCxnSpPr>
        <p:spPr>
          <a:xfrm>
            <a:off x="1041400" y="34290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EAB1C06-FA40-E85F-82D2-3A2188D397A6}"/>
              </a:ext>
            </a:extLst>
          </p:cNvPr>
          <p:cNvCxnSpPr/>
          <p:nvPr/>
        </p:nvCxnSpPr>
        <p:spPr>
          <a:xfrm>
            <a:off x="1041400" y="38862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73DAD7-F4E4-1481-056B-66D8E2512BCC}"/>
              </a:ext>
            </a:extLst>
          </p:cNvPr>
          <p:cNvCxnSpPr/>
          <p:nvPr/>
        </p:nvCxnSpPr>
        <p:spPr>
          <a:xfrm>
            <a:off x="1041400" y="43434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891CA9A-4A3A-4669-E719-F332383AF21B}"/>
              </a:ext>
            </a:extLst>
          </p:cNvPr>
          <p:cNvCxnSpPr/>
          <p:nvPr/>
        </p:nvCxnSpPr>
        <p:spPr>
          <a:xfrm>
            <a:off x="1041400" y="48006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50E828D-07BE-1602-C823-D90B26D799E9}"/>
              </a:ext>
            </a:extLst>
          </p:cNvPr>
          <p:cNvCxnSpPr/>
          <p:nvPr/>
        </p:nvCxnSpPr>
        <p:spPr>
          <a:xfrm>
            <a:off x="1041400" y="52578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B07D661-793B-8A5A-C753-061D5A0B71FC}"/>
              </a:ext>
            </a:extLst>
          </p:cNvPr>
          <p:cNvCxnSpPr/>
          <p:nvPr/>
        </p:nvCxnSpPr>
        <p:spPr>
          <a:xfrm>
            <a:off x="1041400" y="57150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65410A2-236F-4369-2D7A-9A4FAC09257F}"/>
              </a:ext>
            </a:extLst>
          </p:cNvPr>
          <p:cNvCxnSpPr/>
          <p:nvPr/>
        </p:nvCxnSpPr>
        <p:spPr>
          <a:xfrm>
            <a:off x="5683250" y="20574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D25CDB3-A736-A7DA-3CC8-19AC681F3C49}"/>
              </a:ext>
            </a:extLst>
          </p:cNvPr>
          <p:cNvCxnSpPr/>
          <p:nvPr/>
        </p:nvCxnSpPr>
        <p:spPr>
          <a:xfrm>
            <a:off x="5683250" y="25146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B796E71-62BB-4EE5-6582-C447D34DC2C1}"/>
              </a:ext>
            </a:extLst>
          </p:cNvPr>
          <p:cNvCxnSpPr/>
          <p:nvPr/>
        </p:nvCxnSpPr>
        <p:spPr>
          <a:xfrm>
            <a:off x="5683250" y="29718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7ADC450-7121-054D-47DF-B4E99C143E3A}"/>
              </a:ext>
            </a:extLst>
          </p:cNvPr>
          <p:cNvCxnSpPr/>
          <p:nvPr/>
        </p:nvCxnSpPr>
        <p:spPr>
          <a:xfrm>
            <a:off x="5683250" y="34290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946D7D0-AACA-8EE5-B75E-448929847990}"/>
              </a:ext>
            </a:extLst>
          </p:cNvPr>
          <p:cNvCxnSpPr/>
          <p:nvPr/>
        </p:nvCxnSpPr>
        <p:spPr>
          <a:xfrm>
            <a:off x="5683250" y="38862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B1CD1C5-8163-A4F2-3532-17EF8CE9FDA6}"/>
              </a:ext>
            </a:extLst>
          </p:cNvPr>
          <p:cNvCxnSpPr/>
          <p:nvPr/>
        </p:nvCxnSpPr>
        <p:spPr>
          <a:xfrm>
            <a:off x="5683250" y="4343400"/>
            <a:ext cx="4152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0C082FE-25C9-9464-9372-4DB1A3B47423}"/>
              </a:ext>
            </a:extLst>
          </p:cNvPr>
          <p:cNvCxnSpPr/>
          <p:nvPr/>
        </p:nvCxnSpPr>
        <p:spPr>
          <a:xfrm>
            <a:off x="5683250" y="4800600"/>
            <a:ext cx="4152900"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DCA6263F-0D66-3F7E-0E03-78C171819DBB}"/>
              </a:ext>
            </a:extLst>
          </p:cNvPr>
          <p:cNvSpPr/>
          <p:nvPr/>
        </p:nvSpPr>
        <p:spPr>
          <a:xfrm>
            <a:off x="10077449" y="2971800"/>
            <a:ext cx="1863209" cy="3263900"/>
          </a:xfrm>
          <a:prstGeom prst="rect">
            <a:avLst/>
          </a:prstGeom>
          <a:noFill/>
          <a:ln>
            <a:solidFill>
              <a:srgbClr val="8D9A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41" name="Rectangle 40">
            <a:extLst>
              <a:ext uri="{FF2B5EF4-FFF2-40B4-BE49-F238E27FC236}">
                <a16:creationId xmlns:a16="http://schemas.microsoft.com/office/drawing/2014/main" id="{7A03ECC9-1F41-94B4-C6D8-7B1649BC2524}"/>
              </a:ext>
            </a:extLst>
          </p:cNvPr>
          <p:cNvSpPr/>
          <p:nvPr/>
        </p:nvSpPr>
        <p:spPr>
          <a:xfrm>
            <a:off x="10223500" y="3314700"/>
            <a:ext cx="228600" cy="215900"/>
          </a:xfrm>
          <a:prstGeom prst="rect">
            <a:avLst/>
          </a:prstGeom>
          <a:noFill/>
          <a:ln>
            <a:solidFill>
              <a:srgbClr val="8D9A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42" name="Rectangle 41">
            <a:extLst>
              <a:ext uri="{FF2B5EF4-FFF2-40B4-BE49-F238E27FC236}">
                <a16:creationId xmlns:a16="http://schemas.microsoft.com/office/drawing/2014/main" id="{6FC155B9-C6B3-9D99-3D2D-03101A54EAC0}"/>
              </a:ext>
            </a:extLst>
          </p:cNvPr>
          <p:cNvSpPr/>
          <p:nvPr/>
        </p:nvSpPr>
        <p:spPr>
          <a:xfrm>
            <a:off x="927100" y="1213258"/>
            <a:ext cx="1583212" cy="3107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amond" panose="02020404030301010803"/>
                <a:ea typeface="+mn-ea"/>
                <a:cs typeface="+mn-cs"/>
              </a:rPr>
              <a:t>Draft Email: </a:t>
            </a:r>
          </a:p>
        </p:txBody>
      </p:sp>
      <p:sp>
        <p:nvSpPr>
          <p:cNvPr id="43" name="Rectangle 42">
            <a:extLst>
              <a:ext uri="{FF2B5EF4-FFF2-40B4-BE49-F238E27FC236}">
                <a16:creationId xmlns:a16="http://schemas.microsoft.com/office/drawing/2014/main" id="{7286CB07-A778-1030-92CF-10D4AA5A74C6}"/>
              </a:ext>
            </a:extLst>
          </p:cNvPr>
          <p:cNvSpPr/>
          <p:nvPr/>
        </p:nvSpPr>
        <p:spPr>
          <a:xfrm>
            <a:off x="10198100" y="2687413"/>
            <a:ext cx="1583212" cy="3107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amond" panose="02020404030301010803"/>
                <a:ea typeface="+mn-ea"/>
                <a:cs typeface="+mn-cs"/>
              </a:rPr>
              <a:t>Follow-up Actions </a:t>
            </a:r>
          </a:p>
        </p:txBody>
      </p:sp>
      <p:sp>
        <p:nvSpPr>
          <p:cNvPr id="44" name="Rectangle 43">
            <a:extLst>
              <a:ext uri="{FF2B5EF4-FFF2-40B4-BE49-F238E27FC236}">
                <a16:creationId xmlns:a16="http://schemas.microsoft.com/office/drawing/2014/main" id="{229C9E7C-819B-4B1C-7A03-817B2381A7BA}"/>
              </a:ext>
            </a:extLst>
          </p:cNvPr>
          <p:cNvSpPr/>
          <p:nvPr/>
        </p:nvSpPr>
        <p:spPr>
          <a:xfrm>
            <a:off x="10223500" y="3771900"/>
            <a:ext cx="228600" cy="215900"/>
          </a:xfrm>
          <a:prstGeom prst="rect">
            <a:avLst/>
          </a:prstGeom>
          <a:noFill/>
          <a:ln>
            <a:solidFill>
              <a:srgbClr val="8D9A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45" name="Rectangle 44">
            <a:extLst>
              <a:ext uri="{FF2B5EF4-FFF2-40B4-BE49-F238E27FC236}">
                <a16:creationId xmlns:a16="http://schemas.microsoft.com/office/drawing/2014/main" id="{422F7626-541B-B58E-3C41-B2EBAB6709F0}"/>
              </a:ext>
            </a:extLst>
          </p:cNvPr>
          <p:cNvSpPr/>
          <p:nvPr/>
        </p:nvSpPr>
        <p:spPr>
          <a:xfrm>
            <a:off x="10218479" y="4272864"/>
            <a:ext cx="228600" cy="215900"/>
          </a:xfrm>
          <a:prstGeom prst="rect">
            <a:avLst/>
          </a:prstGeom>
          <a:noFill/>
          <a:ln>
            <a:solidFill>
              <a:srgbClr val="8D9A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46" name="Rectangle 45">
            <a:extLst>
              <a:ext uri="{FF2B5EF4-FFF2-40B4-BE49-F238E27FC236}">
                <a16:creationId xmlns:a16="http://schemas.microsoft.com/office/drawing/2014/main" id="{8BCBCCC8-9B9A-8E4D-A20E-8210824562BE}"/>
              </a:ext>
            </a:extLst>
          </p:cNvPr>
          <p:cNvSpPr/>
          <p:nvPr/>
        </p:nvSpPr>
        <p:spPr>
          <a:xfrm>
            <a:off x="10218479" y="4730064"/>
            <a:ext cx="228600" cy="215900"/>
          </a:xfrm>
          <a:prstGeom prst="rect">
            <a:avLst/>
          </a:prstGeom>
          <a:noFill/>
          <a:ln>
            <a:solidFill>
              <a:srgbClr val="8D9A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47" name="Rectangle 46">
            <a:extLst>
              <a:ext uri="{FF2B5EF4-FFF2-40B4-BE49-F238E27FC236}">
                <a16:creationId xmlns:a16="http://schemas.microsoft.com/office/drawing/2014/main" id="{20ADFC52-4FFB-4D33-E453-1210923204E2}"/>
              </a:ext>
            </a:extLst>
          </p:cNvPr>
          <p:cNvSpPr/>
          <p:nvPr/>
        </p:nvSpPr>
        <p:spPr>
          <a:xfrm>
            <a:off x="10213458" y="5231028"/>
            <a:ext cx="228600" cy="215900"/>
          </a:xfrm>
          <a:prstGeom prst="rect">
            <a:avLst/>
          </a:prstGeom>
          <a:noFill/>
          <a:ln>
            <a:solidFill>
              <a:srgbClr val="8D9A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48" name="Rectangle 47">
            <a:extLst>
              <a:ext uri="{FF2B5EF4-FFF2-40B4-BE49-F238E27FC236}">
                <a16:creationId xmlns:a16="http://schemas.microsoft.com/office/drawing/2014/main" id="{C6B17434-B0AB-4B69-0A61-9F27A49375F1}"/>
              </a:ext>
            </a:extLst>
          </p:cNvPr>
          <p:cNvSpPr/>
          <p:nvPr/>
        </p:nvSpPr>
        <p:spPr>
          <a:xfrm>
            <a:off x="10213458" y="5688228"/>
            <a:ext cx="228600" cy="215900"/>
          </a:xfrm>
          <a:prstGeom prst="rect">
            <a:avLst/>
          </a:prstGeom>
          <a:noFill/>
          <a:ln>
            <a:solidFill>
              <a:srgbClr val="8D9A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sp>
        <p:nvSpPr>
          <p:cNvPr id="51" name="Rectangle 50">
            <a:extLst>
              <a:ext uri="{FF2B5EF4-FFF2-40B4-BE49-F238E27FC236}">
                <a16:creationId xmlns:a16="http://schemas.microsoft.com/office/drawing/2014/main" id="{72A784E7-A60C-4296-0E04-6124452F5B14}"/>
              </a:ext>
            </a:extLst>
          </p:cNvPr>
          <p:cNvSpPr/>
          <p:nvPr/>
        </p:nvSpPr>
        <p:spPr>
          <a:xfrm>
            <a:off x="1041400" y="1708558"/>
            <a:ext cx="1583212" cy="3107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1200" cap="none" spc="0" normalizeH="0" baseline="0" noProof="0">
                <a:ln>
                  <a:noFill/>
                </a:ln>
                <a:solidFill>
                  <a:srgbClr val="000000"/>
                </a:solidFill>
                <a:effectLst/>
                <a:uLnTx/>
                <a:uFillTx/>
                <a:latin typeface="Garamond" panose="02020404030301010803"/>
                <a:ea typeface="+mn-ea"/>
                <a:cs typeface="+mn-cs"/>
              </a:rPr>
              <a:t>Dear</a:t>
            </a:r>
          </a:p>
        </p:txBody>
      </p:sp>
      <p:sp>
        <p:nvSpPr>
          <p:cNvPr id="52" name="Rectangle 51">
            <a:extLst>
              <a:ext uri="{FF2B5EF4-FFF2-40B4-BE49-F238E27FC236}">
                <a16:creationId xmlns:a16="http://schemas.microsoft.com/office/drawing/2014/main" id="{12D9616D-70FA-6648-7260-5C25B9710299}"/>
              </a:ext>
            </a:extLst>
          </p:cNvPr>
          <p:cNvSpPr/>
          <p:nvPr/>
        </p:nvSpPr>
        <p:spPr>
          <a:xfrm>
            <a:off x="4100038" y="1727200"/>
            <a:ext cx="1583212" cy="3107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1200" cap="none" spc="0" normalizeH="0" baseline="0" noProof="0">
                <a:ln>
                  <a:noFill/>
                </a:ln>
                <a:solidFill>
                  <a:srgbClr val="000000"/>
                </a:solidFill>
                <a:effectLst/>
                <a:uLnTx/>
                <a:uFillTx/>
                <a:latin typeface="Garamond" panose="02020404030301010803"/>
                <a:ea typeface="+mn-ea"/>
                <a:cs typeface="+mn-cs"/>
              </a:rPr>
              <a:t>,</a:t>
            </a:r>
          </a:p>
        </p:txBody>
      </p:sp>
      <p:grpSp>
        <p:nvGrpSpPr>
          <p:cNvPr id="53" name="Group 52">
            <a:extLst>
              <a:ext uri="{FF2B5EF4-FFF2-40B4-BE49-F238E27FC236}">
                <a16:creationId xmlns:a16="http://schemas.microsoft.com/office/drawing/2014/main" id="{C1E460BB-CCE8-079F-28F3-9A8B9C86E5B5}"/>
              </a:ext>
            </a:extLst>
          </p:cNvPr>
          <p:cNvGrpSpPr/>
          <p:nvPr/>
        </p:nvGrpSpPr>
        <p:grpSpPr>
          <a:xfrm>
            <a:off x="70782" y="87077"/>
            <a:ext cx="1365885" cy="562831"/>
            <a:chOff x="70782" y="87077"/>
            <a:chExt cx="1365885" cy="562831"/>
          </a:xfrm>
        </p:grpSpPr>
        <p:grpSp>
          <p:nvGrpSpPr>
            <p:cNvPr id="54" name="Group 53">
              <a:extLst>
                <a:ext uri="{FF2B5EF4-FFF2-40B4-BE49-F238E27FC236}">
                  <a16:creationId xmlns:a16="http://schemas.microsoft.com/office/drawing/2014/main" id="{ACF573B0-AB7E-A3FC-DA20-597EF3C77684}"/>
                </a:ext>
              </a:extLst>
            </p:cNvPr>
            <p:cNvGrpSpPr/>
            <p:nvPr/>
          </p:nvGrpSpPr>
          <p:grpSpPr>
            <a:xfrm>
              <a:off x="139167" y="124387"/>
              <a:ext cx="1297500" cy="486747"/>
              <a:chOff x="10643159" y="239241"/>
              <a:chExt cx="1297500" cy="486747"/>
            </a:xfrm>
          </p:grpSpPr>
          <p:pic>
            <p:nvPicPr>
              <p:cNvPr id="56" name="Graphic 55" descr="Stopwatch with solid fill">
                <a:extLst>
                  <a:ext uri="{FF2B5EF4-FFF2-40B4-BE49-F238E27FC236}">
                    <a16:creationId xmlns:a16="http://schemas.microsoft.com/office/drawing/2014/main" id="{A266F3F6-3916-9E6B-4090-B13C041E4A4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43159" y="239241"/>
                <a:ext cx="486747" cy="486747"/>
              </a:xfrm>
              <a:prstGeom prst="rect">
                <a:avLst/>
              </a:prstGeom>
            </p:spPr>
          </p:pic>
          <p:sp>
            <p:nvSpPr>
              <p:cNvPr id="57" name="TextBox 56">
                <a:extLst>
                  <a:ext uri="{FF2B5EF4-FFF2-40B4-BE49-F238E27FC236}">
                    <a16:creationId xmlns:a16="http://schemas.microsoft.com/office/drawing/2014/main" id="{EBF0C30B-9C59-1091-9E64-8C71D8AAAA1A}"/>
                  </a:ext>
                </a:extLst>
              </p:cNvPr>
              <p:cNvSpPr txBox="1"/>
              <p:nvPr/>
            </p:nvSpPr>
            <p:spPr>
              <a:xfrm>
                <a:off x="10965699" y="297948"/>
                <a:ext cx="9749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10 min</a:t>
                </a:r>
              </a:p>
            </p:txBody>
          </p:sp>
        </p:grpSp>
        <p:sp>
          <p:nvSpPr>
            <p:cNvPr id="55" name="Rectangle 54">
              <a:extLst>
                <a:ext uri="{FF2B5EF4-FFF2-40B4-BE49-F238E27FC236}">
                  <a16:creationId xmlns:a16="http://schemas.microsoft.com/office/drawing/2014/main" id="{0AC4E344-4C7E-320B-0E9F-E13E4A40ABE4}"/>
                </a:ext>
              </a:extLst>
            </p:cNvPr>
            <p:cNvSpPr/>
            <p:nvPr/>
          </p:nvSpPr>
          <p:spPr>
            <a:xfrm>
              <a:off x="70782" y="87077"/>
              <a:ext cx="1365885" cy="562831"/>
            </a:xfrm>
            <a:prstGeom prst="rect">
              <a:avLst/>
            </a:prstGeom>
            <a:noFill/>
            <a:ln w="19050">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grpSp>
    </p:spTree>
    <p:extLst>
      <p:ext uri="{BB962C8B-B14F-4D97-AF65-F5344CB8AC3E}">
        <p14:creationId xmlns:p14="http://schemas.microsoft.com/office/powerpoint/2010/main" val="25347069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EE956-A17C-3C28-D590-571F8537C606}"/>
            </a:ext>
          </a:extLst>
        </p:cNvPr>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080A2099-FAD8-5687-5BA5-CAB67525883D}"/>
              </a:ext>
            </a:extLst>
          </p:cNvPr>
          <p:cNvSpPr>
            <a:spLocks noGrp="1"/>
          </p:cNvSpPr>
          <p:nvPr>
            <p:ph type="dt" sz="half" idx="15"/>
          </p:nvPr>
        </p:nvSpPr>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15" name="Picture 14">
            <a:extLst>
              <a:ext uri="{FF2B5EF4-FFF2-40B4-BE49-F238E27FC236}">
                <a16:creationId xmlns:a16="http://schemas.microsoft.com/office/drawing/2014/main" id="{9D9428C7-F0DC-C095-C05A-95F2E79C94A0}"/>
              </a:ext>
            </a:extLst>
          </p:cNvPr>
          <p:cNvPicPr>
            <a:picLocks noChangeAspect="1"/>
          </p:cNvPicPr>
          <p:nvPr/>
        </p:nvPicPr>
        <p:blipFill>
          <a:blip r:embed="rId4"/>
          <a:stretch>
            <a:fillRect/>
          </a:stretch>
        </p:blipFill>
        <p:spPr>
          <a:xfrm>
            <a:off x="6980903" y="819495"/>
            <a:ext cx="4715296" cy="2852881"/>
          </a:xfrm>
          <a:prstGeom prst="rect">
            <a:avLst/>
          </a:prstGeom>
        </p:spPr>
      </p:pic>
      <p:sp>
        <p:nvSpPr>
          <p:cNvPr id="3" name="TextBox 2">
            <a:extLst>
              <a:ext uri="{FF2B5EF4-FFF2-40B4-BE49-F238E27FC236}">
                <a16:creationId xmlns:a16="http://schemas.microsoft.com/office/drawing/2014/main" id="{915D4FF1-00D2-C7EC-55E5-8FC2E8F8D3DE}"/>
              </a:ext>
            </a:extLst>
          </p:cNvPr>
          <p:cNvSpPr txBox="1"/>
          <p:nvPr/>
        </p:nvSpPr>
        <p:spPr>
          <a:xfrm>
            <a:off x="753724" y="3872699"/>
            <a:ext cx="9043419" cy="1754326"/>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00000"/>
                </a:solidFill>
                <a:effectLst/>
                <a:uLnTx/>
                <a:uFillTx/>
                <a:latin typeface="Garamond" panose="02020404030301010803"/>
                <a:ea typeface="+mn-ea"/>
                <a:cs typeface="+mn-cs"/>
              </a:rPr>
              <a:t>Where might we find challenges in delivering the global minimum guidelines?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00000"/>
                </a:solidFill>
                <a:effectLst/>
                <a:uLnTx/>
                <a:uFillTx/>
                <a:latin typeface="Garamond" panose="02020404030301010803"/>
                <a:ea typeface="+mn-ea"/>
                <a:cs typeface="+mn-cs"/>
              </a:rPr>
              <a:t>Can we learn from each other to overcome these? </a:t>
            </a:r>
          </a:p>
        </p:txBody>
      </p:sp>
      <p:pic>
        <p:nvPicPr>
          <p:cNvPr id="6" name="Picture 5">
            <a:extLst>
              <a:ext uri="{FF2B5EF4-FFF2-40B4-BE49-F238E27FC236}">
                <a16:creationId xmlns:a16="http://schemas.microsoft.com/office/drawing/2014/main" id="{3673035E-8DDD-20F0-F373-3F91C31135B7}"/>
              </a:ext>
            </a:extLst>
          </p:cNvPr>
          <p:cNvPicPr>
            <a:picLocks noChangeAspect="1"/>
          </p:cNvPicPr>
          <p:nvPr/>
        </p:nvPicPr>
        <p:blipFill>
          <a:blip r:embed="rId5"/>
          <a:stretch>
            <a:fillRect/>
          </a:stretch>
        </p:blipFill>
        <p:spPr>
          <a:xfrm>
            <a:off x="11389514" y="28369"/>
            <a:ext cx="731704" cy="411148"/>
          </a:xfrm>
          <a:prstGeom prst="rect">
            <a:avLst/>
          </a:prstGeom>
        </p:spPr>
      </p:pic>
      <p:sp>
        <p:nvSpPr>
          <p:cNvPr id="7" name="Date Placeholder 3">
            <a:extLst>
              <a:ext uri="{FF2B5EF4-FFF2-40B4-BE49-F238E27FC236}">
                <a16:creationId xmlns:a16="http://schemas.microsoft.com/office/drawing/2014/main" id="{C0BA5229-AF4B-38C1-E970-0887E55E79B9}"/>
              </a:ext>
            </a:extLst>
          </p:cNvPr>
          <p:cNvSpPr txBox="1">
            <a:spLocks/>
          </p:cNvSpPr>
          <p:nvPr/>
        </p:nvSpPr>
        <p:spPr>
          <a:xfrm>
            <a:off x="9026009" y="6546164"/>
            <a:ext cx="2914650" cy="131301"/>
          </a:xfrm>
          <a:prstGeom prst="rect">
            <a:avLst/>
          </a:prstGeom>
        </p:spPr>
        <p:txBody>
          <a:bodyPr vert="horz" lIns="0" tIns="0" rIns="0" bIns="0" rtlCol="0" anchor="t" anchorCtr="0"/>
          <a:lstStyle>
            <a:defPPr>
              <a:defRPr lang="en-US"/>
            </a:defPPr>
            <a:lvl1pPr marL="0" algn="r"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71E993A-6712-5F42-A4B8-E42BAE5F58A8}" type="datetime4">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 September 2026</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 name="Footer Placeholder 4">
            <a:extLst>
              <a:ext uri="{FF2B5EF4-FFF2-40B4-BE49-F238E27FC236}">
                <a16:creationId xmlns:a16="http://schemas.microsoft.com/office/drawing/2014/main" id="{D338C475-1F3A-3C5E-8A1B-EE88D414E32E}"/>
              </a:ext>
            </a:extLst>
          </p:cNvPr>
          <p:cNvSpPr>
            <a:spLocks noGrp="1"/>
          </p:cNvSpPr>
          <p:nvPr>
            <p:ph type="ftr" sz="quarter" idx="16"/>
          </p:nvPr>
        </p:nvSpPr>
        <p:spPr>
          <a:xfrm>
            <a:off x="263324" y="6549888"/>
            <a:ext cx="5832676" cy="1275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all" spc="0" normalizeH="0" baseline="0" noProof="0">
                <a:ln>
                  <a:noFill/>
                </a:ln>
                <a:solidFill>
                  <a:srgbClr val="000000"/>
                </a:solidFill>
                <a:effectLst/>
                <a:uLnTx/>
                <a:uFillTx/>
                <a:latin typeface="Helvetica" pitchFamily="2" charset="0"/>
                <a:ea typeface="+mn-ea"/>
                <a:cs typeface="+mn-cs"/>
              </a:rPr>
              <a:t>Guest Experience Programme Launch 2025</a:t>
            </a:r>
          </a:p>
        </p:txBody>
      </p:sp>
      <p:grpSp>
        <p:nvGrpSpPr>
          <p:cNvPr id="16" name="Group 15">
            <a:extLst>
              <a:ext uri="{FF2B5EF4-FFF2-40B4-BE49-F238E27FC236}">
                <a16:creationId xmlns:a16="http://schemas.microsoft.com/office/drawing/2014/main" id="{416002F3-7DFE-EE09-636E-03F84843C3CE}"/>
              </a:ext>
            </a:extLst>
          </p:cNvPr>
          <p:cNvGrpSpPr/>
          <p:nvPr/>
        </p:nvGrpSpPr>
        <p:grpSpPr>
          <a:xfrm>
            <a:off x="70782" y="87077"/>
            <a:ext cx="1365885" cy="562831"/>
            <a:chOff x="70782" y="87077"/>
            <a:chExt cx="1365885" cy="562831"/>
          </a:xfrm>
        </p:grpSpPr>
        <p:grpSp>
          <p:nvGrpSpPr>
            <p:cNvPr id="17" name="Group 16">
              <a:extLst>
                <a:ext uri="{FF2B5EF4-FFF2-40B4-BE49-F238E27FC236}">
                  <a16:creationId xmlns:a16="http://schemas.microsoft.com/office/drawing/2014/main" id="{FD2BFB2F-1460-8D56-F2DB-0D531A619B36}"/>
                </a:ext>
              </a:extLst>
            </p:cNvPr>
            <p:cNvGrpSpPr/>
            <p:nvPr/>
          </p:nvGrpSpPr>
          <p:grpSpPr>
            <a:xfrm>
              <a:off x="139167" y="124387"/>
              <a:ext cx="1297500" cy="486747"/>
              <a:chOff x="10643159" y="239241"/>
              <a:chExt cx="1297500" cy="486747"/>
            </a:xfrm>
          </p:grpSpPr>
          <p:pic>
            <p:nvPicPr>
              <p:cNvPr id="20" name="Graphic 19" descr="Stopwatch with solid fill">
                <a:extLst>
                  <a:ext uri="{FF2B5EF4-FFF2-40B4-BE49-F238E27FC236}">
                    <a16:creationId xmlns:a16="http://schemas.microsoft.com/office/drawing/2014/main" id="{6E684674-197F-3564-E820-A5867774E04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43159" y="239241"/>
                <a:ext cx="486747" cy="486747"/>
              </a:xfrm>
              <a:prstGeom prst="rect">
                <a:avLst/>
              </a:prstGeom>
            </p:spPr>
          </p:pic>
          <p:sp>
            <p:nvSpPr>
              <p:cNvPr id="21" name="TextBox 20">
                <a:extLst>
                  <a:ext uri="{FF2B5EF4-FFF2-40B4-BE49-F238E27FC236}">
                    <a16:creationId xmlns:a16="http://schemas.microsoft.com/office/drawing/2014/main" id="{BEEBB22E-7B87-C46E-DDAB-4E1ED092D088}"/>
                  </a:ext>
                </a:extLst>
              </p:cNvPr>
              <p:cNvSpPr txBox="1"/>
              <p:nvPr/>
            </p:nvSpPr>
            <p:spPr>
              <a:xfrm>
                <a:off x="10965699" y="297948"/>
                <a:ext cx="9749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aramond" panose="02020404030301010803"/>
                    <a:ea typeface="+mn-ea"/>
                    <a:cs typeface="+mn-cs"/>
                  </a:rPr>
                  <a:t>10min</a:t>
                </a:r>
              </a:p>
            </p:txBody>
          </p:sp>
        </p:grpSp>
        <p:sp>
          <p:nvSpPr>
            <p:cNvPr id="19" name="Rectangle 18">
              <a:extLst>
                <a:ext uri="{FF2B5EF4-FFF2-40B4-BE49-F238E27FC236}">
                  <a16:creationId xmlns:a16="http://schemas.microsoft.com/office/drawing/2014/main" id="{59C25DC8-23D4-8F1A-A766-85CBB276BABE}"/>
                </a:ext>
              </a:extLst>
            </p:cNvPr>
            <p:cNvSpPr/>
            <p:nvPr/>
          </p:nvSpPr>
          <p:spPr>
            <a:xfrm>
              <a:off x="70782" y="87077"/>
              <a:ext cx="1365885" cy="562831"/>
            </a:xfrm>
            <a:prstGeom prst="rect">
              <a:avLst/>
            </a:prstGeom>
            <a:noFill/>
            <a:ln w="19050">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aramond" panose="02020404030301010803"/>
                <a:ea typeface="+mn-ea"/>
                <a:cs typeface="+mn-cs"/>
              </a:endParaRPr>
            </a:p>
          </p:txBody>
        </p:sp>
      </p:grpSp>
    </p:spTree>
    <p:extLst>
      <p:ext uri="{BB962C8B-B14F-4D97-AF65-F5344CB8AC3E}">
        <p14:creationId xmlns:p14="http://schemas.microsoft.com/office/powerpoint/2010/main" val="2109494792"/>
      </p:ext>
    </p:extLst>
  </p:cSld>
  <p:clrMapOvr>
    <a:masterClrMapping/>
  </p:clrMapOvr>
  <p:extLst>
    <p:ext uri="{6950BFC3-D8DA-4A85-94F7-54DA5524770B}">
      <p188:commentRel xmlns:p188="http://schemas.microsoft.com/office/powerpoint/2018/8/main" r:id="rId3"/>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andarin Oriental">
  <a:themeElements>
    <a:clrScheme name="Custom 2">
      <a:dk1>
        <a:srgbClr val="FFFFFF"/>
      </a:dk1>
      <a:lt1>
        <a:srgbClr val="000000"/>
      </a:lt1>
      <a:dk2>
        <a:srgbClr val="FFFFFF"/>
      </a:dk2>
      <a:lt2>
        <a:srgbClr val="000000"/>
      </a:lt2>
      <a:accent1>
        <a:srgbClr val="232323"/>
      </a:accent1>
      <a:accent2>
        <a:srgbClr val="555755"/>
      </a:accent2>
      <a:accent3>
        <a:srgbClr val="7C7E7C"/>
      </a:accent3>
      <a:accent4>
        <a:srgbClr val="A4A6A6"/>
      </a:accent4>
      <a:accent5>
        <a:srgbClr val="D9D8DA"/>
      </a:accent5>
      <a:accent6>
        <a:srgbClr val="F2F1F3"/>
      </a:accent6>
      <a:hlink>
        <a:srgbClr val="000001"/>
      </a:hlink>
      <a:folHlink>
        <a:srgbClr val="565858"/>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O_PRESENTATION_TEMPLATE_V3 (002)  -  Read-Only" id="{D94F719D-D91E-4782-B8B1-B934152DEDA8}" vid="{37134A2B-A362-42B3-80D6-0164A9DBE8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2a20266-12cf-4421-8313-3457588ef409">
      <Terms xmlns="http://schemas.microsoft.com/office/infopath/2007/PartnerControls"/>
    </lcf76f155ced4ddcb4097134ff3c332f>
    <TaxCatchAll xmlns="8c449b35-3f11-44aa-bb41-189d15cca71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E0525CDBA94E649A212F4409735112C" ma:contentTypeVersion="13" ma:contentTypeDescription="Create a new document." ma:contentTypeScope="" ma:versionID="235352a2fb55d7a48af81a2b59b3be5e">
  <xsd:schema xmlns:xsd="http://www.w3.org/2001/XMLSchema" xmlns:xs="http://www.w3.org/2001/XMLSchema" xmlns:p="http://schemas.microsoft.com/office/2006/metadata/properties" xmlns:ns2="12a20266-12cf-4421-8313-3457588ef409" xmlns:ns3="8c449b35-3f11-44aa-bb41-189d15cca71f" targetNamespace="http://schemas.microsoft.com/office/2006/metadata/properties" ma:root="true" ma:fieldsID="c8a3cdaddcd22fbdb497e0920cb5cae6" ns2:_="" ns3:_="">
    <xsd:import namespace="12a20266-12cf-4421-8313-3457588ef409"/>
    <xsd:import namespace="8c449b35-3f11-44aa-bb41-189d15cca71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a20266-12cf-4421-8313-3457588ef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5b8895e7-c17f-4be0-bcde-78bfb18cbd8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c449b35-3f11-44aa-bb41-189d15cca71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2a3dbbd-e60b-44c3-ac0e-36efbc2238ae}" ma:internalName="TaxCatchAll" ma:showField="CatchAllData" ma:web="8c449b35-3f11-44aa-bb41-189d15cca7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7FCF84-5528-4A22-A795-56288B95FB3B}">
  <ds:schemaRefs>
    <ds:schemaRef ds:uri="http://purl.org/dc/terms/"/>
    <ds:schemaRef ds:uri="http://schemas.microsoft.com/office/2006/documentManagement/types"/>
    <ds:schemaRef ds:uri="http://purl.org/dc/elements/1.1/"/>
    <ds:schemaRef ds:uri="http://schemas.openxmlformats.org/package/2006/metadata/core-properties"/>
    <ds:schemaRef ds:uri="http://www.w3.org/XML/1998/namespace"/>
    <ds:schemaRef ds:uri="8c449b35-3f11-44aa-bb41-189d15cca71f"/>
    <ds:schemaRef ds:uri="http://purl.org/dc/dcmitype/"/>
    <ds:schemaRef ds:uri="http://schemas.microsoft.com/office/2006/metadata/properties"/>
    <ds:schemaRef ds:uri="http://schemas.microsoft.com/office/infopath/2007/PartnerControls"/>
    <ds:schemaRef ds:uri="12a20266-12cf-4421-8313-3457588ef409"/>
  </ds:schemaRefs>
</ds:datastoreItem>
</file>

<file path=customXml/itemProps2.xml><?xml version="1.0" encoding="utf-8"?>
<ds:datastoreItem xmlns:ds="http://schemas.openxmlformats.org/officeDocument/2006/customXml" ds:itemID="{C4128B65-CBF2-4DEA-9748-0BF97D9E9E3E}">
  <ds:schemaRefs>
    <ds:schemaRef ds:uri="http://schemas.microsoft.com/sharepoint/v3/contenttype/forms"/>
  </ds:schemaRefs>
</ds:datastoreItem>
</file>

<file path=customXml/itemProps3.xml><?xml version="1.0" encoding="utf-8"?>
<ds:datastoreItem xmlns:ds="http://schemas.openxmlformats.org/officeDocument/2006/customXml" ds:itemID="{A64EE0C6-37B1-45EE-95A2-4AC3F1B1FA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a20266-12cf-4421-8313-3457588ef409"/>
    <ds:schemaRef ds:uri="8c449b35-3f11-44aa-bb41-189d15cca7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111</TotalTime>
  <Words>4531</Words>
  <Application>Microsoft Macintosh PowerPoint</Application>
  <PresentationFormat>Widescreen</PresentationFormat>
  <Paragraphs>810</Paragraphs>
  <Slides>35</Slides>
  <Notes>11</Notes>
  <HiddenSlides>0</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53" baseType="lpstr">
      <vt:lpstr>Aptos</vt:lpstr>
      <vt:lpstr>Aptos Display</vt:lpstr>
      <vt:lpstr>Aptos Light</vt:lpstr>
      <vt:lpstr>Aptos Narrow</vt:lpstr>
      <vt:lpstr>Aptos SemiBold</vt:lpstr>
      <vt:lpstr>Arial</vt:lpstr>
      <vt:lpstr>Avenir Black</vt:lpstr>
      <vt:lpstr>Avenir Book</vt:lpstr>
      <vt:lpstr>Avenir Light</vt:lpstr>
      <vt:lpstr>Calibri</vt:lpstr>
      <vt:lpstr>Courier New</vt:lpstr>
      <vt:lpstr>Garamond</vt:lpstr>
      <vt:lpstr>Gill Sans MT</vt:lpstr>
      <vt:lpstr>Helvetica</vt:lpstr>
      <vt:lpstr>Helvetica Neue Light</vt:lpstr>
      <vt:lpstr>Proxima Nova</vt:lpstr>
      <vt:lpstr>Mandarin Oriental</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MANAGING EXCLUSIONS</vt:lpstr>
      <vt:lpstr>MANAGING EXCLUSIONS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 will now work together to agree the global minimum guideline for service delivery and inspire each other with how we might elevate with +1 Service. </vt:lpstr>
      <vt:lpstr>GLOBAL Minimum service GUIDELINE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Kate Okrasinski</dc:creator>
  <cp:lastModifiedBy>Kate Okrasinski</cp:lastModifiedBy>
  <cp:revision>3</cp:revision>
  <dcterms:created xsi:type="dcterms:W3CDTF">2025-04-01T08:20:18Z</dcterms:created>
  <dcterms:modified xsi:type="dcterms:W3CDTF">2026-09-09T07:29:38Z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0x010100CE0525CDBA94E649A212F4409735112C</vt:lpwstr>
  </property>
</Properties>
</file>